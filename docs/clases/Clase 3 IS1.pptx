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1DA9E6-7920-854B-AC66-7A981BFFA688}" v="116" dt="2026-02-23T04:52:28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FERNEY ORTIZ PARRA" userId="S::luiferneyortiz@ucundinamarca.edu.co::311f1f2d-e9a2-4bc8-96ab-a2f2d284c8a5" providerId="AD" clId="Web-{801DA9E6-7920-854B-AC66-7A981BFFA688}"/>
    <pc:docChg chg="addSld modSld">
      <pc:chgData name="LUIFERNEY ORTIZ PARRA" userId="S::luiferneyortiz@ucundinamarca.edu.co::311f1f2d-e9a2-4bc8-96ab-a2f2d284c8a5" providerId="AD" clId="Web-{801DA9E6-7920-854B-AC66-7A981BFFA688}" dt="2026-02-23T04:52:48.341" v="135"/>
      <pc:docMkLst>
        <pc:docMk/>
      </pc:docMkLst>
      <pc:sldChg chg="addSp delSp modSp mod setBg">
        <pc:chgData name="LUIFERNEY ORTIZ PARRA" userId="S::luiferneyortiz@ucundinamarca.edu.co::311f1f2d-e9a2-4bc8-96ab-a2f2d284c8a5" providerId="AD" clId="Web-{801DA9E6-7920-854B-AC66-7A981BFFA688}" dt="2026-02-23T04:49:03.769" v="114"/>
        <pc:sldMkLst>
          <pc:docMk/>
          <pc:sldMk cId="2406273178" sldId="256"/>
        </pc:sldMkLst>
        <pc:spChg chg="mod">
          <ac:chgData name="LUIFERNEY ORTIZ PARRA" userId="S::luiferneyortiz@ucundinamarca.edu.co::311f1f2d-e9a2-4bc8-96ab-a2f2d284c8a5" providerId="AD" clId="Web-{801DA9E6-7920-854B-AC66-7A981BFFA688}" dt="2026-02-23T04:49:03.769" v="114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49:03.769" v="114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49:03.769" v="114"/>
          <ac:spMkLst>
            <pc:docMk/>
            <pc:sldMk cId="2406273178" sldId="256"/>
            <ac:spMk id="10" creationId="{55666830-9A19-4E01-8505-D6C7F9AC5665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49:03.769" v="114"/>
          <ac:spMkLst>
            <pc:docMk/>
            <pc:sldMk cId="2406273178" sldId="256"/>
            <ac:spMk id="12" creationId="{AE9FC877-7FB6-4D22-9988-35420644E202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49:03.769" v="114"/>
          <ac:spMkLst>
            <pc:docMk/>
            <pc:sldMk cId="2406273178" sldId="256"/>
            <ac:spMk id="14" creationId="{E41809D1-F12E-46BB-B804-5F209D325E8B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49:03.769" v="114"/>
          <ac:spMkLst>
            <pc:docMk/>
            <pc:sldMk cId="2406273178" sldId="256"/>
            <ac:spMk id="16" creationId="{AF2F604E-43BE-4DC3-B983-E071523364F8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49:03.769" v="114"/>
          <ac:spMkLst>
            <pc:docMk/>
            <pc:sldMk cId="2406273178" sldId="256"/>
            <ac:spMk id="18" creationId="{08C9B587-E65E-4B52-B37C-ABEBB6E87928}"/>
          </ac:spMkLst>
        </pc:spChg>
        <pc:picChg chg="add del mod">
          <ac:chgData name="LUIFERNEY ORTIZ PARRA" userId="S::luiferneyortiz@ucundinamarca.edu.co::311f1f2d-e9a2-4bc8-96ab-a2f2d284c8a5" providerId="AD" clId="Web-{801DA9E6-7920-854B-AC66-7A981BFFA688}" dt="2026-02-23T04:48:45.423" v="112"/>
          <ac:picMkLst>
            <pc:docMk/>
            <pc:sldMk cId="2406273178" sldId="256"/>
            <ac:picMk id="4" creationId="{25D330AC-5443-D8B0-C013-BA228BA5F612}"/>
          </ac:picMkLst>
        </pc:picChg>
        <pc:picChg chg="add mod ord">
          <ac:chgData name="LUIFERNEY ORTIZ PARRA" userId="S::luiferneyortiz@ucundinamarca.edu.co::311f1f2d-e9a2-4bc8-96ab-a2f2d284c8a5" providerId="AD" clId="Web-{801DA9E6-7920-854B-AC66-7A981BFFA688}" dt="2026-02-23T04:49:03.769" v="114"/>
          <ac:picMkLst>
            <pc:docMk/>
            <pc:sldMk cId="2406273178" sldId="256"/>
            <ac:picMk id="5" creationId="{8F94C324-C457-26BE-D74D-0096AD1BD38B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801DA9E6-7920-854B-AC66-7A981BFFA688}" dt="2026-02-23T04:49:44.041" v="116"/>
        <pc:sldMkLst>
          <pc:docMk/>
          <pc:sldMk cId="3624632989" sldId="257"/>
        </pc:sldMkLst>
        <pc:spChg chg="mod">
          <ac:chgData name="LUIFERNEY ORTIZ PARRA" userId="S::luiferneyortiz@ucundinamarca.edu.co::311f1f2d-e9a2-4bc8-96ab-a2f2d284c8a5" providerId="AD" clId="Web-{801DA9E6-7920-854B-AC66-7A981BFFA688}" dt="2026-02-23T04:49:44.041" v="116"/>
          <ac:spMkLst>
            <pc:docMk/>
            <pc:sldMk cId="3624632989" sldId="257"/>
            <ac:spMk id="2" creationId="{AAF85090-BEF8-9759-6224-6A91BF984445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49:44.041" v="116"/>
          <ac:spMkLst>
            <pc:docMk/>
            <pc:sldMk cId="3624632989" sldId="257"/>
            <ac:spMk id="3" creationId="{53998CFE-0BDE-34BF-47C6-DD523C25A85D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49:44.041" v="116"/>
          <ac:spMkLst>
            <pc:docMk/>
            <pc:sldMk cId="3624632989" sldId="257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49:44.041" v="116"/>
          <ac:spMkLst>
            <pc:docMk/>
            <pc:sldMk cId="3624632989" sldId="257"/>
            <ac:spMk id="11" creationId="{E81BF4F6-F2CF-4984-9D14-D6966D92F99F}"/>
          </ac:spMkLst>
        </pc:spChg>
        <pc:picChg chg="add mod">
          <ac:chgData name="LUIFERNEY ORTIZ PARRA" userId="S::luiferneyortiz@ucundinamarca.edu.co::311f1f2d-e9a2-4bc8-96ab-a2f2d284c8a5" providerId="AD" clId="Web-{801DA9E6-7920-854B-AC66-7A981BFFA688}" dt="2026-02-23T04:49:44.041" v="116"/>
          <ac:picMkLst>
            <pc:docMk/>
            <pc:sldMk cId="3624632989" sldId="257"/>
            <ac:picMk id="4" creationId="{43E05879-0B3A-002A-14CA-ED75EE1F9BB6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801DA9E6-7920-854B-AC66-7A981BFFA688}" dt="2026-02-23T04:49:51.026" v="117"/>
        <pc:sldMkLst>
          <pc:docMk/>
          <pc:sldMk cId="1573733342" sldId="258"/>
        </pc:sldMkLst>
        <pc:spChg chg="mod">
          <ac:chgData name="LUIFERNEY ORTIZ PARRA" userId="S::luiferneyortiz@ucundinamarca.edu.co::311f1f2d-e9a2-4bc8-96ab-a2f2d284c8a5" providerId="AD" clId="Web-{801DA9E6-7920-854B-AC66-7A981BFFA688}" dt="2026-02-23T04:49:51.026" v="117"/>
          <ac:spMkLst>
            <pc:docMk/>
            <pc:sldMk cId="1573733342" sldId="258"/>
            <ac:spMk id="2" creationId="{A4331455-A87C-AEAB-9A0D-6D92613B938B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49:51.026" v="117"/>
          <ac:spMkLst>
            <pc:docMk/>
            <pc:sldMk cId="1573733342" sldId="258"/>
            <ac:spMk id="3" creationId="{0005169D-59BB-07C9-F7A2-CD7989CE6240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49:51.026" v="117"/>
          <ac:spMkLst>
            <pc:docMk/>
            <pc:sldMk cId="1573733342" sldId="258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49:51.026" v="117"/>
          <ac:spMkLst>
            <pc:docMk/>
            <pc:sldMk cId="1573733342" sldId="258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801DA9E6-7920-854B-AC66-7A981BFFA688}" dt="2026-02-23T04:49:51.026" v="117"/>
          <ac:picMkLst>
            <pc:docMk/>
            <pc:sldMk cId="1573733342" sldId="258"/>
            <ac:picMk id="5" creationId="{E90F52F1-4615-D2EB-A542-B968000D908D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801DA9E6-7920-854B-AC66-7A981BFFA688}" dt="2026-02-23T04:49:56.574" v="118"/>
        <pc:sldMkLst>
          <pc:docMk/>
          <pc:sldMk cId="190133559" sldId="259"/>
        </pc:sldMkLst>
        <pc:spChg chg="mod">
          <ac:chgData name="LUIFERNEY ORTIZ PARRA" userId="S::luiferneyortiz@ucundinamarca.edu.co::311f1f2d-e9a2-4bc8-96ab-a2f2d284c8a5" providerId="AD" clId="Web-{801DA9E6-7920-854B-AC66-7A981BFFA688}" dt="2026-02-23T04:49:56.574" v="118"/>
          <ac:spMkLst>
            <pc:docMk/>
            <pc:sldMk cId="190133559" sldId="259"/>
            <ac:spMk id="2" creationId="{7218AA09-7784-E957-81A1-6F6CB5E13D00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49:56.574" v="118"/>
          <ac:spMkLst>
            <pc:docMk/>
            <pc:sldMk cId="190133559" sldId="259"/>
            <ac:spMk id="3" creationId="{834B1A2B-C05D-8B98-4113-46E20EC50C7C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49:56.574" v="118"/>
          <ac:spMkLst>
            <pc:docMk/>
            <pc:sldMk cId="190133559" sldId="259"/>
            <ac:spMk id="9" creationId="{B210AC1D-4063-4C6E-9528-FA9C4C0C18E6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49:56.574" v="118"/>
          <ac:spMkLst>
            <pc:docMk/>
            <pc:sldMk cId="190133559" sldId="259"/>
            <ac:spMk id="11" creationId="{02F8C595-E68C-4306-AED8-DC7826A0A506}"/>
          </ac:spMkLst>
        </pc:spChg>
        <pc:picChg chg="add">
          <ac:chgData name="LUIFERNEY ORTIZ PARRA" userId="S::luiferneyortiz@ucundinamarca.edu.co::311f1f2d-e9a2-4bc8-96ab-a2f2d284c8a5" providerId="AD" clId="Web-{801DA9E6-7920-854B-AC66-7A981BFFA688}" dt="2026-02-23T04:49:56.574" v="118"/>
          <ac:picMkLst>
            <pc:docMk/>
            <pc:sldMk cId="190133559" sldId="259"/>
            <ac:picMk id="5" creationId="{8F141183-A819-4DD9-D3EB-699293967DB7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801DA9E6-7920-854B-AC66-7A981BFFA688}" dt="2026-02-23T04:50:07.809" v="119"/>
        <pc:sldMkLst>
          <pc:docMk/>
          <pc:sldMk cId="3996870630" sldId="260"/>
        </pc:sldMkLst>
        <pc:spChg chg="mod">
          <ac:chgData name="LUIFERNEY ORTIZ PARRA" userId="S::luiferneyortiz@ucundinamarca.edu.co::311f1f2d-e9a2-4bc8-96ab-a2f2d284c8a5" providerId="AD" clId="Web-{801DA9E6-7920-854B-AC66-7A981BFFA688}" dt="2026-02-23T04:50:07.809" v="119"/>
          <ac:spMkLst>
            <pc:docMk/>
            <pc:sldMk cId="3996870630" sldId="260"/>
            <ac:spMk id="2" creationId="{2F0E303F-54DA-08CF-BE5A-503B7EE27D32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50:07.809" v="119"/>
          <ac:spMkLst>
            <pc:docMk/>
            <pc:sldMk cId="3996870630" sldId="260"/>
            <ac:spMk id="3" creationId="{A0698D49-7E7E-773E-FB33-FA2BF56E1D44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0:07.809" v="119"/>
          <ac:spMkLst>
            <pc:docMk/>
            <pc:sldMk cId="3996870630" sldId="260"/>
            <ac:spMk id="8" creationId="{DEE2AD96-B495-4E06-9291-B71706F728CB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0:07.809" v="119"/>
          <ac:spMkLst>
            <pc:docMk/>
            <pc:sldMk cId="3996870630" sldId="260"/>
            <ac:spMk id="10" creationId="{53CF6D67-C5A8-4ADD-9E8E-1E38CA1D3166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0:07.809" v="119"/>
          <ac:spMkLst>
            <pc:docMk/>
            <pc:sldMk cId="3996870630" sldId="260"/>
            <ac:spMk id="12" creationId="{86909FA0-B515-4681-B7A8-FA281D133B94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0:07.809" v="119"/>
          <ac:spMkLst>
            <pc:docMk/>
            <pc:sldMk cId="3996870630" sldId="260"/>
            <ac:spMk id="14" creationId="{21C9FE86-FCC3-4A31-AA1C-C882262B7FE7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0:07.809" v="119"/>
          <ac:spMkLst>
            <pc:docMk/>
            <pc:sldMk cId="3996870630" sldId="260"/>
            <ac:spMk id="16" creationId="{7D96243B-ECED-4B71-8E06-AE9A285EAD20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0:07.809" v="119"/>
          <ac:spMkLst>
            <pc:docMk/>
            <pc:sldMk cId="3996870630" sldId="260"/>
            <ac:spMk id="18" creationId="{A09989E4-EFDC-4A90-A633-E0525FB4139E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801DA9E6-7920-854B-AC66-7A981BFFA688}" dt="2026-02-23T04:50:46.611" v="122"/>
        <pc:sldMkLst>
          <pc:docMk/>
          <pc:sldMk cId="2341262745" sldId="261"/>
        </pc:sldMkLst>
        <pc:spChg chg="mod">
          <ac:chgData name="LUIFERNEY ORTIZ PARRA" userId="S::luiferneyortiz@ucundinamarca.edu.co::311f1f2d-e9a2-4bc8-96ab-a2f2d284c8a5" providerId="AD" clId="Web-{801DA9E6-7920-854B-AC66-7A981BFFA688}" dt="2026-02-23T04:50:46.611" v="122"/>
          <ac:spMkLst>
            <pc:docMk/>
            <pc:sldMk cId="2341262745" sldId="261"/>
            <ac:spMk id="2" creationId="{38C0C69F-E7C7-EE6D-0D30-8BBC71DEFDE2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50:46.611" v="122"/>
          <ac:spMkLst>
            <pc:docMk/>
            <pc:sldMk cId="2341262745" sldId="261"/>
            <ac:spMk id="3" creationId="{A28E2125-DD77-C051-36B5-5CD96132BBB5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0:46.611" v="122"/>
          <ac:spMkLst>
            <pc:docMk/>
            <pc:sldMk cId="2341262745" sldId="261"/>
            <ac:spMk id="9" creationId="{9F7D5CDA-D291-4307-BF55-1381FED29634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0:46.611" v="122"/>
          <ac:spMkLst>
            <pc:docMk/>
            <pc:sldMk cId="2341262745" sldId="261"/>
            <ac:spMk id="11" creationId="{59B296B9-C5A5-4E4F-9B60-C907B5F1466C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0:46.611" v="122"/>
          <ac:spMkLst>
            <pc:docMk/>
            <pc:sldMk cId="2341262745" sldId="261"/>
            <ac:spMk id="13" creationId="{D0300FD3-5AF1-6305-15FA-9078072672E2}"/>
          </ac:spMkLst>
        </pc:spChg>
        <pc:picChg chg="add">
          <ac:chgData name="LUIFERNEY ORTIZ PARRA" userId="S::luiferneyortiz@ucundinamarca.edu.co::311f1f2d-e9a2-4bc8-96ab-a2f2d284c8a5" providerId="AD" clId="Web-{801DA9E6-7920-854B-AC66-7A981BFFA688}" dt="2026-02-23T04:50:46.611" v="122"/>
          <ac:picMkLst>
            <pc:docMk/>
            <pc:sldMk cId="2341262745" sldId="261"/>
            <ac:picMk id="5" creationId="{83540386-197F-FF7B-2063-FCFD9865958C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801DA9E6-7920-854B-AC66-7A981BFFA688}" dt="2026-02-23T04:50:52.908" v="123"/>
        <pc:sldMkLst>
          <pc:docMk/>
          <pc:sldMk cId="1317415704" sldId="262"/>
        </pc:sldMkLst>
        <pc:spChg chg="mod">
          <ac:chgData name="LUIFERNEY ORTIZ PARRA" userId="S::luiferneyortiz@ucundinamarca.edu.co::311f1f2d-e9a2-4bc8-96ab-a2f2d284c8a5" providerId="AD" clId="Web-{801DA9E6-7920-854B-AC66-7A981BFFA688}" dt="2026-02-23T04:50:52.908" v="123"/>
          <ac:spMkLst>
            <pc:docMk/>
            <pc:sldMk cId="1317415704" sldId="262"/>
            <ac:spMk id="2" creationId="{EBCD13E2-F87C-0ADC-1B8F-768EA66F5CE4}"/>
          </ac:spMkLst>
        </pc:spChg>
        <pc:spChg chg="del mod">
          <ac:chgData name="LUIFERNEY ORTIZ PARRA" userId="S::luiferneyortiz@ucundinamarca.edu.co::311f1f2d-e9a2-4bc8-96ab-a2f2d284c8a5" providerId="AD" clId="Web-{801DA9E6-7920-854B-AC66-7A981BFFA688}" dt="2026-02-23T04:50:52.908" v="123"/>
          <ac:spMkLst>
            <pc:docMk/>
            <pc:sldMk cId="1317415704" sldId="262"/>
            <ac:spMk id="3" creationId="{8AB7FD92-3543-1C73-625B-A4EBAECDE8DA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0:52.908" v="123"/>
          <ac:spMkLst>
            <pc:docMk/>
            <pc:sldMk cId="1317415704" sldId="262"/>
            <ac:spMk id="10" creationId="{E51BA4DF-2BD4-4EC2-B1DB-B27C8AC71864}"/>
          </ac:spMkLst>
        </pc:spChg>
        <pc:graphicFrameChg chg="add">
          <ac:chgData name="LUIFERNEY ORTIZ PARRA" userId="S::luiferneyortiz@ucundinamarca.edu.co::311f1f2d-e9a2-4bc8-96ab-a2f2d284c8a5" providerId="AD" clId="Web-{801DA9E6-7920-854B-AC66-7A981BFFA688}" dt="2026-02-23T04:50:52.908" v="123"/>
          <ac:graphicFrameMkLst>
            <pc:docMk/>
            <pc:sldMk cId="1317415704" sldId="262"/>
            <ac:graphicFrameMk id="5" creationId="{AFC85EE9-FC7E-D074-BA12-FDE397D259CC}"/>
          </ac:graphicFrameMkLst>
        </pc:graphicFrameChg>
        <pc:picChg chg="add">
          <ac:chgData name="LUIFERNEY ORTIZ PARRA" userId="S::luiferneyortiz@ucundinamarca.edu.co::311f1f2d-e9a2-4bc8-96ab-a2f2d284c8a5" providerId="AD" clId="Web-{801DA9E6-7920-854B-AC66-7A981BFFA688}" dt="2026-02-23T04:50:52.908" v="123"/>
          <ac:picMkLst>
            <pc:docMk/>
            <pc:sldMk cId="1317415704" sldId="262"/>
            <ac:picMk id="6" creationId="{098F075C-843C-AA56-716A-64BCC0496D60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801DA9E6-7920-854B-AC66-7A981BFFA688}" dt="2026-02-23T04:51:03.394" v="124"/>
        <pc:sldMkLst>
          <pc:docMk/>
          <pc:sldMk cId="1936851249" sldId="263"/>
        </pc:sldMkLst>
        <pc:spChg chg="mod">
          <ac:chgData name="LUIFERNEY ORTIZ PARRA" userId="S::luiferneyortiz@ucundinamarca.edu.co::311f1f2d-e9a2-4bc8-96ab-a2f2d284c8a5" providerId="AD" clId="Web-{801DA9E6-7920-854B-AC66-7A981BFFA688}" dt="2026-02-23T04:51:03.394" v="124"/>
          <ac:spMkLst>
            <pc:docMk/>
            <pc:sldMk cId="1936851249" sldId="263"/>
            <ac:spMk id="2" creationId="{B87441AA-9CBE-0647-646B-C4E3B67B40CD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51:03.394" v="124"/>
          <ac:spMkLst>
            <pc:docMk/>
            <pc:sldMk cId="1936851249" sldId="263"/>
            <ac:spMk id="3" creationId="{83FB9FDF-1803-9BD6-8D2B-39EA1C2EE560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1:03.394" v="124"/>
          <ac:spMkLst>
            <pc:docMk/>
            <pc:sldMk cId="1936851249" sldId="263"/>
            <ac:spMk id="9" creationId="{B210AC1D-4063-4C6E-9528-FA9C4C0C18E6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1:03.394" v="124"/>
          <ac:spMkLst>
            <pc:docMk/>
            <pc:sldMk cId="1936851249" sldId="263"/>
            <ac:spMk id="11" creationId="{02F8C595-E68C-4306-AED8-DC7826A0A506}"/>
          </ac:spMkLst>
        </pc:spChg>
        <pc:picChg chg="add">
          <ac:chgData name="LUIFERNEY ORTIZ PARRA" userId="S::luiferneyortiz@ucundinamarca.edu.co::311f1f2d-e9a2-4bc8-96ab-a2f2d284c8a5" providerId="AD" clId="Web-{801DA9E6-7920-854B-AC66-7A981BFFA688}" dt="2026-02-23T04:51:03.394" v="124"/>
          <ac:picMkLst>
            <pc:docMk/>
            <pc:sldMk cId="1936851249" sldId="263"/>
            <ac:picMk id="5" creationId="{A9F270A2-0713-F031-DC6F-B4E77D46EADB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801DA9E6-7920-854B-AC66-7A981BFFA688}" dt="2026-02-23T04:51:09.941" v="125"/>
        <pc:sldMkLst>
          <pc:docMk/>
          <pc:sldMk cId="2112979312" sldId="264"/>
        </pc:sldMkLst>
        <pc:spChg chg="mod">
          <ac:chgData name="LUIFERNEY ORTIZ PARRA" userId="S::luiferneyortiz@ucundinamarca.edu.co::311f1f2d-e9a2-4bc8-96ab-a2f2d284c8a5" providerId="AD" clId="Web-{801DA9E6-7920-854B-AC66-7A981BFFA688}" dt="2026-02-23T04:51:09.941" v="125"/>
          <ac:spMkLst>
            <pc:docMk/>
            <pc:sldMk cId="2112979312" sldId="264"/>
            <ac:spMk id="2" creationId="{1478FD93-9D26-61B7-F910-EC31C7145D15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51:09.941" v="125"/>
          <ac:spMkLst>
            <pc:docMk/>
            <pc:sldMk cId="2112979312" sldId="264"/>
            <ac:spMk id="3" creationId="{CF286185-4D8A-A358-7D0F-FBC62FA5A2CF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1:09.941" v="125"/>
          <ac:spMkLst>
            <pc:docMk/>
            <pc:sldMk cId="2112979312" sldId="264"/>
            <ac:spMk id="9" creationId="{B210AC1D-4063-4C6E-9528-FA9C4C0C18E6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1:09.941" v="125"/>
          <ac:spMkLst>
            <pc:docMk/>
            <pc:sldMk cId="2112979312" sldId="264"/>
            <ac:spMk id="11" creationId="{02F8C595-E68C-4306-AED8-DC7826A0A506}"/>
          </ac:spMkLst>
        </pc:spChg>
        <pc:picChg chg="add">
          <ac:chgData name="LUIFERNEY ORTIZ PARRA" userId="S::luiferneyortiz@ucundinamarca.edu.co::311f1f2d-e9a2-4bc8-96ab-a2f2d284c8a5" providerId="AD" clId="Web-{801DA9E6-7920-854B-AC66-7A981BFFA688}" dt="2026-02-23T04:51:09.941" v="125"/>
          <ac:picMkLst>
            <pc:docMk/>
            <pc:sldMk cId="2112979312" sldId="264"/>
            <ac:picMk id="5" creationId="{3BE4B64E-ED84-8512-92E5-B0FDA6D219CB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801DA9E6-7920-854B-AC66-7A981BFFA688}" dt="2026-02-23T04:51:16.817" v="126"/>
        <pc:sldMkLst>
          <pc:docMk/>
          <pc:sldMk cId="1187169334" sldId="265"/>
        </pc:sldMkLst>
        <pc:spChg chg="mod">
          <ac:chgData name="LUIFERNEY ORTIZ PARRA" userId="S::luiferneyortiz@ucundinamarca.edu.co::311f1f2d-e9a2-4bc8-96ab-a2f2d284c8a5" providerId="AD" clId="Web-{801DA9E6-7920-854B-AC66-7A981BFFA688}" dt="2026-02-23T04:51:16.817" v="126"/>
          <ac:spMkLst>
            <pc:docMk/>
            <pc:sldMk cId="1187169334" sldId="265"/>
            <ac:spMk id="2" creationId="{A58C6934-FEA1-963E-9568-1CAF1FDB1B13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51:16.817" v="126"/>
          <ac:spMkLst>
            <pc:docMk/>
            <pc:sldMk cId="1187169334" sldId="265"/>
            <ac:spMk id="3" creationId="{45620703-9BA2-C629-B992-705C6DE875F3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1:16.817" v="126"/>
          <ac:spMkLst>
            <pc:docMk/>
            <pc:sldMk cId="1187169334" sldId="265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1:16.817" v="126"/>
          <ac:spMkLst>
            <pc:docMk/>
            <pc:sldMk cId="1187169334" sldId="265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801DA9E6-7920-854B-AC66-7A981BFFA688}" dt="2026-02-23T04:51:16.817" v="126"/>
          <ac:picMkLst>
            <pc:docMk/>
            <pc:sldMk cId="1187169334" sldId="265"/>
            <ac:picMk id="5" creationId="{08F1BC55-E348-C9D7-FB14-5AB3888EE1FC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801DA9E6-7920-854B-AC66-7A981BFFA688}" dt="2026-02-23T04:51:32.834" v="127"/>
        <pc:sldMkLst>
          <pc:docMk/>
          <pc:sldMk cId="1244690972" sldId="266"/>
        </pc:sldMkLst>
        <pc:spChg chg="mod">
          <ac:chgData name="LUIFERNEY ORTIZ PARRA" userId="S::luiferneyortiz@ucundinamarca.edu.co::311f1f2d-e9a2-4bc8-96ab-a2f2d284c8a5" providerId="AD" clId="Web-{801DA9E6-7920-854B-AC66-7A981BFFA688}" dt="2026-02-23T04:51:32.834" v="127"/>
          <ac:spMkLst>
            <pc:docMk/>
            <pc:sldMk cId="1244690972" sldId="266"/>
            <ac:spMk id="2" creationId="{706AB26A-9347-B3B6-D2BB-FC85EB68D7E7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51:32.834" v="127"/>
          <ac:spMkLst>
            <pc:docMk/>
            <pc:sldMk cId="1244690972" sldId="266"/>
            <ac:spMk id="3" creationId="{D20103AD-B011-612F-6C77-C2B4BA89FFC0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1:32.834" v="127"/>
          <ac:spMkLst>
            <pc:docMk/>
            <pc:sldMk cId="1244690972" sldId="266"/>
            <ac:spMk id="9" creationId="{B210AC1D-4063-4C6E-9528-FA9C4C0C18E6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1:32.834" v="127"/>
          <ac:spMkLst>
            <pc:docMk/>
            <pc:sldMk cId="1244690972" sldId="266"/>
            <ac:spMk id="11" creationId="{02F8C595-E68C-4306-AED8-DC7826A0A506}"/>
          </ac:spMkLst>
        </pc:spChg>
        <pc:picChg chg="add">
          <ac:chgData name="LUIFERNEY ORTIZ PARRA" userId="S::luiferneyortiz@ucundinamarca.edu.co::311f1f2d-e9a2-4bc8-96ab-a2f2d284c8a5" providerId="AD" clId="Web-{801DA9E6-7920-854B-AC66-7A981BFFA688}" dt="2026-02-23T04:51:32.834" v="127"/>
          <ac:picMkLst>
            <pc:docMk/>
            <pc:sldMk cId="1244690972" sldId="266"/>
            <ac:picMk id="5" creationId="{B3823D1A-4DAE-75E3-3945-8D29B858B260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801DA9E6-7920-854B-AC66-7A981BFFA688}" dt="2026-02-23T04:51:39.179" v="128"/>
        <pc:sldMkLst>
          <pc:docMk/>
          <pc:sldMk cId="3965327778" sldId="267"/>
        </pc:sldMkLst>
        <pc:spChg chg="mod">
          <ac:chgData name="LUIFERNEY ORTIZ PARRA" userId="S::luiferneyortiz@ucundinamarca.edu.co::311f1f2d-e9a2-4bc8-96ab-a2f2d284c8a5" providerId="AD" clId="Web-{801DA9E6-7920-854B-AC66-7A981BFFA688}" dt="2026-02-23T04:51:39.179" v="128"/>
          <ac:spMkLst>
            <pc:docMk/>
            <pc:sldMk cId="3965327778" sldId="267"/>
            <ac:spMk id="2" creationId="{D1FD72FE-77B5-B19C-5CF9-AF06EE39EA03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51:39.179" v="128"/>
          <ac:spMkLst>
            <pc:docMk/>
            <pc:sldMk cId="3965327778" sldId="267"/>
            <ac:spMk id="3" creationId="{02665E04-9823-DDB4-C2C5-B111E2083E94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1:39.179" v="128"/>
          <ac:spMkLst>
            <pc:docMk/>
            <pc:sldMk cId="3965327778" sldId="267"/>
            <ac:spMk id="9" creationId="{B210AC1D-4063-4C6E-9528-FA9C4C0C18E6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1:39.179" v="128"/>
          <ac:spMkLst>
            <pc:docMk/>
            <pc:sldMk cId="3965327778" sldId="267"/>
            <ac:spMk id="11" creationId="{02F8C595-E68C-4306-AED8-DC7826A0A506}"/>
          </ac:spMkLst>
        </pc:spChg>
        <pc:picChg chg="add">
          <ac:chgData name="LUIFERNEY ORTIZ PARRA" userId="S::luiferneyortiz@ucundinamarca.edu.co::311f1f2d-e9a2-4bc8-96ab-a2f2d284c8a5" providerId="AD" clId="Web-{801DA9E6-7920-854B-AC66-7A981BFFA688}" dt="2026-02-23T04:51:39.179" v="128"/>
          <ac:picMkLst>
            <pc:docMk/>
            <pc:sldMk cId="3965327778" sldId="267"/>
            <ac:picMk id="5" creationId="{B16EF0B5-06D3-4999-4D0E-67D3872BFC37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801DA9E6-7920-854B-AC66-7A981BFFA688}" dt="2026-02-23T04:51:45.101" v="129"/>
        <pc:sldMkLst>
          <pc:docMk/>
          <pc:sldMk cId="2601071897" sldId="268"/>
        </pc:sldMkLst>
        <pc:spChg chg="mod">
          <ac:chgData name="LUIFERNEY ORTIZ PARRA" userId="S::luiferneyortiz@ucundinamarca.edu.co::311f1f2d-e9a2-4bc8-96ab-a2f2d284c8a5" providerId="AD" clId="Web-{801DA9E6-7920-854B-AC66-7A981BFFA688}" dt="2026-02-23T04:51:45.101" v="129"/>
          <ac:spMkLst>
            <pc:docMk/>
            <pc:sldMk cId="2601071897" sldId="268"/>
            <ac:spMk id="2" creationId="{352C4BD7-02DB-599B-5DFB-ECCAA59CB922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51:45.101" v="129"/>
          <ac:spMkLst>
            <pc:docMk/>
            <pc:sldMk cId="2601071897" sldId="268"/>
            <ac:spMk id="3" creationId="{BB1E3A8A-0F2B-ADF3-540A-B0F6CCC9E389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1:45.101" v="129"/>
          <ac:spMkLst>
            <pc:docMk/>
            <pc:sldMk cId="2601071897" sldId="268"/>
            <ac:spMk id="9" creationId="{B210AC1D-4063-4C6E-9528-FA9C4C0C18E6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1:45.101" v="129"/>
          <ac:spMkLst>
            <pc:docMk/>
            <pc:sldMk cId="2601071897" sldId="268"/>
            <ac:spMk id="11" creationId="{02F8C595-E68C-4306-AED8-DC7826A0A506}"/>
          </ac:spMkLst>
        </pc:spChg>
        <pc:picChg chg="add">
          <ac:chgData name="LUIFERNEY ORTIZ PARRA" userId="S::luiferneyortiz@ucundinamarca.edu.co::311f1f2d-e9a2-4bc8-96ab-a2f2d284c8a5" providerId="AD" clId="Web-{801DA9E6-7920-854B-AC66-7A981BFFA688}" dt="2026-02-23T04:51:45.101" v="129"/>
          <ac:picMkLst>
            <pc:docMk/>
            <pc:sldMk cId="2601071897" sldId="268"/>
            <ac:picMk id="5" creationId="{0F22039A-6E2A-FF66-99B3-FB7308517402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801DA9E6-7920-854B-AC66-7A981BFFA688}" dt="2026-02-23T04:52:19.682" v="131"/>
        <pc:sldMkLst>
          <pc:docMk/>
          <pc:sldMk cId="2941078116" sldId="269"/>
        </pc:sldMkLst>
        <pc:spChg chg="mod">
          <ac:chgData name="LUIFERNEY ORTIZ PARRA" userId="S::luiferneyortiz@ucundinamarca.edu.co::311f1f2d-e9a2-4bc8-96ab-a2f2d284c8a5" providerId="AD" clId="Web-{801DA9E6-7920-854B-AC66-7A981BFFA688}" dt="2026-02-23T04:52:19.682" v="131"/>
          <ac:spMkLst>
            <pc:docMk/>
            <pc:sldMk cId="2941078116" sldId="269"/>
            <ac:spMk id="2" creationId="{6528DA8D-5845-8CB8-F73A-110DCA317DE0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52:19.682" v="131"/>
          <ac:spMkLst>
            <pc:docMk/>
            <pc:sldMk cId="2941078116" sldId="269"/>
            <ac:spMk id="3" creationId="{0718A993-1608-EC5B-A450-EF27A76395DA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2:19.682" v="131"/>
          <ac:spMkLst>
            <pc:docMk/>
            <pc:sldMk cId="2941078116" sldId="269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2:19.682" v="131"/>
          <ac:spMkLst>
            <pc:docMk/>
            <pc:sldMk cId="2941078116" sldId="269"/>
            <ac:spMk id="11" creationId="{E81BF4F6-F2CF-4984-9D14-D6966D92F99F}"/>
          </ac:spMkLst>
        </pc:spChg>
        <pc:picChg chg="add mod">
          <ac:chgData name="LUIFERNEY ORTIZ PARRA" userId="S::luiferneyortiz@ucundinamarca.edu.co::311f1f2d-e9a2-4bc8-96ab-a2f2d284c8a5" providerId="AD" clId="Web-{801DA9E6-7920-854B-AC66-7A981BFFA688}" dt="2026-02-23T04:52:19.682" v="131"/>
          <ac:picMkLst>
            <pc:docMk/>
            <pc:sldMk cId="2941078116" sldId="269"/>
            <ac:picMk id="4" creationId="{C99AC919-7B1A-59ED-9211-972234DA9576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801DA9E6-7920-854B-AC66-7A981BFFA688}" dt="2026-02-23T04:52:43.528" v="134"/>
        <pc:sldMkLst>
          <pc:docMk/>
          <pc:sldMk cId="3708739261" sldId="270"/>
        </pc:sldMkLst>
        <pc:spChg chg="mod">
          <ac:chgData name="LUIFERNEY ORTIZ PARRA" userId="S::luiferneyortiz@ucundinamarca.edu.co::311f1f2d-e9a2-4bc8-96ab-a2f2d284c8a5" providerId="AD" clId="Web-{801DA9E6-7920-854B-AC66-7A981BFFA688}" dt="2026-02-23T04:52:43.528" v="134"/>
          <ac:spMkLst>
            <pc:docMk/>
            <pc:sldMk cId="3708739261" sldId="270"/>
            <ac:spMk id="2" creationId="{1280A5C2-1732-A8EA-60BF-80234D2DD997}"/>
          </ac:spMkLst>
        </pc:spChg>
        <pc:spChg chg="add del mod">
          <ac:chgData name="LUIFERNEY ORTIZ PARRA" userId="S::luiferneyortiz@ucundinamarca.edu.co::311f1f2d-e9a2-4bc8-96ab-a2f2d284c8a5" providerId="AD" clId="Web-{801DA9E6-7920-854B-AC66-7A981BFFA688}" dt="2026-02-23T04:52:43.528" v="134"/>
          <ac:spMkLst>
            <pc:docMk/>
            <pc:sldMk cId="3708739261" sldId="270"/>
            <ac:spMk id="3" creationId="{44E0C343-D20D-1C77-D30C-9A932CB2021A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2:43.528" v="134"/>
          <ac:spMkLst>
            <pc:docMk/>
            <pc:sldMk cId="3708739261" sldId="270"/>
            <ac:spMk id="8" creationId="{B6CDA21F-E7AF-4C75-8395-33F58D5B0E45}"/>
          </ac:spMkLst>
        </pc:spChg>
        <pc:spChg chg="add del">
          <ac:chgData name="LUIFERNEY ORTIZ PARRA" userId="S::luiferneyortiz@ucundinamarca.edu.co::311f1f2d-e9a2-4bc8-96ab-a2f2d284c8a5" providerId="AD" clId="Web-{801DA9E6-7920-854B-AC66-7A981BFFA688}" dt="2026-02-23T04:52:28.448" v="133"/>
          <ac:spMkLst>
            <pc:docMk/>
            <pc:sldMk cId="3708739261" sldId="270"/>
            <ac:spMk id="10" creationId="{E51BA4DF-2BD4-4EC2-B1DB-B27C8AC71864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2:43.528" v="134"/>
          <ac:spMkLst>
            <pc:docMk/>
            <pc:sldMk cId="3708739261" sldId="270"/>
            <ac:spMk id="15" creationId="{D5B0017B-2ECA-49AF-B397-DC140825DF8D}"/>
          </ac:spMkLst>
        </pc:spChg>
        <pc:grpChg chg="add">
          <ac:chgData name="LUIFERNEY ORTIZ PARRA" userId="S::luiferneyortiz@ucundinamarca.edu.co::311f1f2d-e9a2-4bc8-96ab-a2f2d284c8a5" providerId="AD" clId="Web-{801DA9E6-7920-854B-AC66-7A981BFFA688}" dt="2026-02-23T04:52:43.528" v="134"/>
          <ac:grpSpMkLst>
            <pc:docMk/>
            <pc:sldMk cId="3708739261" sldId="270"/>
            <ac:grpSpMk id="7" creationId="{AE1C45F0-260A-458C-96ED-C1F6D2151219}"/>
          </ac:grpSpMkLst>
        </pc:grpChg>
        <pc:graphicFrameChg chg="add del">
          <ac:chgData name="LUIFERNEY ORTIZ PARRA" userId="S::luiferneyortiz@ucundinamarca.edu.co::311f1f2d-e9a2-4bc8-96ab-a2f2d284c8a5" providerId="AD" clId="Web-{801DA9E6-7920-854B-AC66-7A981BFFA688}" dt="2026-02-23T04:52:28.448" v="133"/>
          <ac:graphicFrameMkLst>
            <pc:docMk/>
            <pc:sldMk cId="3708739261" sldId="270"/>
            <ac:graphicFrameMk id="5" creationId="{DD66BFFA-04A9-A4B4-BB62-BC3427E94E9A}"/>
          </ac:graphicFrameMkLst>
        </pc:graphicFrameChg>
        <pc:picChg chg="add del">
          <ac:chgData name="LUIFERNEY ORTIZ PARRA" userId="S::luiferneyortiz@ucundinamarca.edu.co::311f1f2d-e9a2-4bc8-96ab-a2f2d284c8a5" providerId="AD" clId="Web-{801DA9E6-7920-854B-AC66-7A981BFFA688}" dt="2026-02-23T04:52:28.448" v="133"/>
          <ac:picMkLst>
            <pc:docMk/>
            <pc:sldMk cId="3708739261" sldId="270"/>
            <ac:picMk id="6" creationId="{0AFBCC38-C59D-9ED2-7D0A-6C8152344076}"/>
          </ac:picMkLst>
        </pc:picChg>
        <pc:cxnChg chg="add">
          <ac:chgData name="LUIFERNEY ORTIZ PARRA" userId="S::luiferneyortiz@ucundinamarca.edu.co::311f1f2d-e9a2-4bc8-96ab-a2f2d284c8a5" providerId="AD" clId="Web-{801DA9E6-7920-854B-AC66-7A981BFFA688}" dt="2026-02-23T04:52:43.528" v="134"/>
          <ac:cxnSpMkLst>
            <pc:docMk/>
            <pc:sldMk cId="3708739261" sldId="270"/>
            <ac:cxnSpMk id="17" creationId="{6CF1BAF6-AD41-4082-B212-8A1F9A2E8779}"/>
          </ac:cxnSpMkLst>
        </pc:cxnChg>
      </pc:sldChg>
      <pc:sldChg chg="addSp modSp new mod setBg">
        <pc:chgData name="LUIFERNEY ORTIZ PARRA" userId="S::luiferneyortiz@ucundinamarca.edu.co::311f1f2d-e9a2-4bc8-96ab-a2f2d284c8a5" providerId="AD" clId="Web-{801DA9E6-7920-854B-AC66-7A981BFFA688}" dt="2026-02-23T04:52:48.341" v="135"/>
        <pc:sldMkLst>
          <pc:docMk/>
          <pc:sldMk cId="1943913766" sldId="271"/>
        </pc:sldMkLst>
        <pc:spChg chg="mod">
          <ac:chgData name="LUIFERNEY ORTIZ PARRA" userId="S::luiferneyortiz@ucundinamarca.edu.co::311f1f2d-e9a2-4bc8-96ab-a2f2d284c8a5" providerId="AD" clId="Web-{801DA9E6-7920-854B-AC66-7A981BFFA688}" dt="2026-02-23T04:52:48.341" v="135"/>
          <ac:spMkLst>
            <pc:docMk/>
            <pc:sldMk cId="1943913766" sldId="271"/>
            <ac:spMk id="2" creationId="{78EF38A4-ED89-F635-DBC1-6639F81AA05D}"/>
          </ac:spMkLst>
        </pc:spChg>
        <pc:spChg chg="mod">
          <ac:chgData name="LUIFERNEY ORTIZ PARRA" userId="S::luiferneyortiz@ucundinamarca.edu.co::311f1f2d-e9a2-4bc8-96ab-a2f2d284c8a5" providerId="AD" clId="Web-{801DA9E6-7920-854B-AC66-7A981BFFA688}" dt="2026-02-23T04:52:48.341" v="135"/>
          <ac:spMkLst>
            <pc:docMk/>
            <pc:sldMk cId="1943913766" sldId="271"/>
            <ac:spMk id="3" creationId="{46F3CD47-9ACF-9E92-1747-C54D9FCE155C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2:48.341" v="135"/>
          <ac:spMkLst>
            <pc:docMk/>
            <pc:sldMk cId="1943913766" sldId="271"/>
            <ac:spMk id="9" creationId="{B210AC1D-4063-4C6E-9528-FA9C4C0C18E6}"/>
          </ac:spMkLst>
        </pc:spChg>
        <pc:spChg chg="add">
          <ac:chgData name="LUIFERNEY ORTIZ PARRA" userId="S::luiferneyortiz@ucundinamarca.edu.co::311f1f2d-e9a2-4bc8-96ab-a2f2d284c8a5" providerId="AD" clId="Web-{801DA9E6-7920-854B-AC66-7A981BFFA688}" dt="2026-02-23T04:52:48.341" v="135"/>
          <ac:spMkLst>
            <pc:docMk/>
            <pc:sldMk cId="1943913766" sldId="271"/>
            <ac:spMk id="11" creationId="{02F8C595-E68C-4306-AED8-DC7826A0A506}"/>
          </ac:spMkLst>
        </pc:spChg>
        <pc:picChg chg="add">
          <ac:chgData name="LUIFERNEY ORTIZ PARRA" userId="S::luiferneyortiz@ucundinamarca.edu.co::311f1f2d-e9a2-4bc8-96ab-a2f2d284c8a5" providerId="AD" clId="Web-{801DA9E6-7920-854B-AC66-7A981BFFA688}" dt="2026-02-23T04:52:48.341" v="135"/>
          <ac:picMkLst>
            <pc:docMk/>
            <pc:sldMk cId="1943913766" sldId="271"/>
            <ac:picMk id="5" creationId="{98DD2C21-F5E3-0087-7FB2-8F3781B6E1A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74C64C-0CDB-4B88-9C19-AAC968F3E4C4}" type="doc">
      <dgm:prSet loTypeId="urn:microsoft.com/office/officeart/2005/8/layout/vList2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8E58635-F0AB-4580-864B-2E78E3EAD86A}">
      <dgm:prSet/>
      <dgm:spPr/>
      <dgm:t>
        <a:bodyPr/>
        <a:lstStyle/>
        <a:p>
          <a:r>
            <a:rPr lang="es-ES"/>
            <a:t>En 2001, un grupo de desarrolladores se reunió en Utah.</a:t>
          </a:r>
          <a:endParaRPr lang="en-US"/>
        </a:p>
      </dgm:t>
    </dgm:pt>
    <dgm:pt modelId="{4A9DB1C7-320B-4462-B1C5-779FAFACB3A9}" type="parTrans" cxnId="{DF0B2BFF-61AE-43FF-8D9E-066EE36C71C3}">
      <dgm:prSet/>
      <dgm:spPr/>
      <dgm:t>
        <a:bodyPr/>
        <a:lstStyle/>
        <a:p>
          <a:endParaRPr lang="en-US"/>
        </a:p>
      </dgm:t>
    </dgm:pt>
    <dgm:pt modelId="{85E6B228-D62A-42F8-908C-85D1D8EC2180}" type="sibTrans" cxnId="{DF0B2BFF-61AE-43FF-8D9E-066EE36C71C3}">
      <dgm:prSet/>
      <dgm:spPr/>
      <dgm:t>
        <a:bodyPr/>
        <a:lstStyle/>
        <a:p>
          <a:endParaRPr lang="en-US"/>
        </a:p>
      </dgm:t>
    </dgm:pt>
    <dgm:pt modelId="{36D57A01-E72B-43E0-A380-0E310D5DEE77}">
      <dgm:prSet/>
      <dgm:spPr/>
      <dgm:t>
        <a:bodyPr/>
        <a:lstStyle/>
        <a:p>
          <a:r>
            <a:rPr lang="es-ES"/>
            <a:t>Allí nació el </a:t>
          </a:r>
          <a:r>
            <a:rPr lang="es-ES" b="1"/>
            <a:t>Manifiesto Ágil</a:t>
          </a:r>
          <a:r>
            <a:rPr lang="es-ES"/>
            <a:t>.</a:t>
          </a:r>
          <a:endParaRPr lang="en-US"/>
        </a:p>
      </dgm:t>
    </dgm:pt>
    <dgm:pt modelId="{A145C56F-D00D-4C84-A365-FC91D0FFF9D2}" type="parTrans" cxnId="{7128FFD6-3847-427A-B6D3-C8FDEABF612D}">
      <dgm:prSet/>
      <dgm:spPr/>
      <dgm:t>
        <a:bodyPr/>
        <a:lstStyle/>
        <a:p>
          <a:endParaRPr lang="en-US"/>
        </a:p>
      </dgm:t>
    </dgm:pt>
    <dgm:pt modelId="{F2E880F1-D264-4C59-AB9A-B317B8D332B0}" type="sibTrans" cxnId="{7128FFD6-3847-427A-B6D3-C8FDEABF612D}">
      <dgm:prSet/>
      <dgm:spPr/>
      <dgm:t>
        <a:bodyPr/>
        <a:lstStyle/>
        <a:p>
          <a:endParaRPr lang="en-US"/>
        </a:p>
      </dgm:t>
    </dgm:pt>
    <dgm:pt modelId="{CB36F890-32AD-4FDD-8CF4-D7F466A9D888}">
      <dgm:prSet/>
      <dgm:spPr/>
      <dgm:t>
        <a:bodyPr/>
        <a:lstStyle/>
        <a:p>
          <a:r>
            <a:rPr lang="es-ES"/>
            <a:t>No fue una moda.</a:t>
          </a:r>
          <a:br>
            <a:rPr lang="es-ES"/>
          </a:br>
          <a:r>
            <a:rPr lang="es-ES"/>
            <a:t> Fue una reacción.</a:t>
          </a:r>
          <a:endParaRPr lang="en-US"/>
        </a:p>
      </dgm:t>
    </dgm:pt>
    <dgm:pt modelId="{6D453CC4-F939-46CC-B787-EB47287F3E23}" type="parTrans" cxnId="{E4EF65F3-3986-4893-B314-52CFEB41E910}">
      <dgm:prSet/>
      <dgm:spPr/>
      <dgm:t>
        <a:bodyPr/>
        <a:lstStyle/>
        <a:p>
          <a:endParaRPr lang="en-US"/>
        </a:p>
      </dgm:t>
    </dgm:pt>
    <dgm:pt modelId="{7F079085-8381-4816-B682-B914719061B6}" type="sibTrans" cxnId="{E4EF65F3-3986-4893-B314-52CFEB41E910}">
      <dgm:prSet/>
      <dgm:spPr/>
      <dgm:t>
        <a:bodyPr/>
        <a:lstStyle/>
        <a:p>
          <a:endParaRPr lang="en-US"/>
        </a:p>
      </dgm:t>
    </dgm:pt>
    <dgm:pt modelId="{B632A441-8A59-41DF-A976-25CBE74EC830}" type="pres">
      <dgm:prSet presAssocID="{DA74C64C-0CDB-4B88-9C19-AAC968F3E4C4}" presName="linear" presStyleCnt="0">
        <dgm:presLayoutVars>
          <dgm:animLvl val="lvl"/>
          <dgm:resizeHandles val="exact"/>
        </dgm:presLayoutVars>
      </dgm:prSet>
      <dgm:spPr/>
    </dgm:pt>
    <dgm:pt modelId="{63F57725-8E6B-42C3-932E-3517B85415F5}" type="pres">
      <dgm:prSet presAssocID="{88E58635-F0AB-4580-864B-2E78E3EAD86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40F3C38-F6BF-455B-870B-E8D7D65E155E}" type="pres">
      <dgm:prSet presAssocID="{85E6B228-D62A-42F8-908C-85D1D8EC2180}" presName="spacer" presStyleCnt="0"/>
      <dgm:spPr/>
    </dgm:pt>
    <dgm:pt modelId="{21CBA865-9B62-4BDC-8D8E-A0DFDA45FE41}" type="pres">
      <dgm:prSet presAssocID="{36D57A01-E72B-43E0-A380-0E310D5DEE7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FC8DB09-DD3B-4C7C-B241-0588931454CC}" type="pres">
      <dgm:prSet presAssocID="{F2E880F1-D264-4C59-AB9A-B317B8D332B0}" presName="spacer" presStyleCnt="0"/>
      <dgm:spPr/>
    </dgm:pt>
    <dgm:pt modelId="{CB0569E1-9429-4109-BDC2-1659D41C9E8C}" type="pres">
      <dgm:prSet presAssocID="{CB36F890-32AD-4FDD-8CF4-D7F466A9D88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7671831-B63E-43AE-A899-F00F5544ADA7}" type="presOf" srcId="{36D57A01-E72B-43E0-A380-0E310D5DEE77}" destId="{21CBA865-9B62-4BDC-8D8E-A0DFDA45FE41}" srcOrd="0" destOrd="0" presId="urn:microsoft.com/office/officeart/2005/8/layout/vList2"/>
    <dgm:cxn modelId="{51FB3960-D0AB-4E63-AEA2-6A3AB28F4176}" type="presOf" srcId="{DA74C64C-0CDB-4B88-9C19-AAC968F3E4C4}" destId="{B632A441-8A59-41DF-A976-25CBE74EC830}" srcOrd="0" destOrd="0" presId="urn:microsoft.com/office/officeart/2005/8/layout/vList2"/>
    <dgm:cxn modelId="{044A376D-F399-442C-B8E7-5CC33D450651}" type="presOf" srcId="{88E58635-F0AB-4580-864B-2E78E3EAD86A}" destId="{63F57725-8E6B-42C3-932E-3517B85415F5}" srcOrd="0" destOrd="0" presId="urn:microsoft.com/office/officeart/2005/8/layout/vList2"/>
    <dgm:cxn modelId="{A009EF52-58DA-4C5F-A585-26A5E4B94030}" type="presOf" srcId="{CB36F890-32AD-4FDD-8CF4-D7F466A9D888}" destId="{CB0569E1-9429-4109-BDC2-1659D41C9E8C}" srcOrd="0" destOrd="0" presId="urn:microsoft.com/office/officeart/2005/8/layout/vList2"/>
    <dgm:cxn modelId="{7128FFD6-3847-427A-B6D3-C8FDEABF612D}" srcId="{DA74C64C-0CDB-4B88-9C19-AAC968F3E4C4}" destId="{36D57A01-E72B-43E0-A380-0E310D5DEE77}" srcOrd="1" destOrd="0" parTransId="{A145C56F-D00D-4C84-A365-FC91D0FFF9D2}" sibTransId="{F2E880F1-D264-4C59-AB9A-B317B8D332B0}"/>
    <dgm:cxn modelId="{E4EF65F3-3986-4893-B314-52CFEB41E910}" srcId="{DA74C64C-0CDB-4B88-9C19-AAC968F3E4C4}" destId="{CB36F890-32AD-4FDD-8CF4-D7F466A9D888}" srcOrd="2" destOrd="0" parTransId="{6D453CC4-F939-46CC-B787-EB47287F3E23}" sibTransId="{7F079085-8381-4816-B682-B914719061B6}"/>
    <dgm:cxn modelId="{DF0B2BFF-61AE-43FF-8D9E-066EE36C71C3}" srcId="{DA74C64C-0CDB-4B88-9C19-AAC968F3E4C4}" destId="{88E58635-F0AB-4580-864B-2E78E3EAD86A}" srcOrd="0" destOrd="0" parTransId="{4A9DB1C7-320B-4462-B1C5-779FAFACB3A9}" sibTransId="{85E6B228-D62A-42F8-908C-85D1D8EC2180}"/>
    <dgm:cxn modelId="{2199C69C-3006-4EA1-A929-24F1CD3BDDA4}" type="presParOf" srcId="{B632A441-8A59-41DF-A976-25CBE74EC830}" destId="{63F57725-8E6B-42C3-932E-3517B85415F5}" srcOrd="0" destOrd="0" presId="urn:microsoft.com/office/officeart/2005/8/layout/vList2"/>
    <dgm:cxn modelId="{4E8CD02B-5897-457F-A993-0FDE5934319F}" type="presParOf" srcId="{B632A441-8A59-41DF-A976-25CBE74EC830}" destId="{E40F3C38-F6BF-455B-870B-E8D7D65E155E}" srcOrd="1" destOrd="0" presId="urn:microsoft.com/office/officeart/2005/8/layout/vList2"/>
    <dgm:cxn modelId="{37B3FA6B-1A8D-4E78-A5CE-106B0425A2E6}" type="presParOf" srcId="{B632A441-8A59-41DF-A976-25CBE74EC830}" destId="{21CBA865-9B62-4BDC-8D8E-A0DFDA45FE41}" srcOrd="2" destOrd="0" presId="urn:microsoft.com/office/officeart/2005/8/layout/vList2"/>
    <dgm:cxn modelId="{76983ABA-B49D-4462-B00E-8D5D6D2EF3C1}" type="presParOf" srcId="{B632A441-8A59-41DF-A976-25CBE74EC830}" destId="{5FC8DB09-DD3B-4C7C-B241-0588931454CC}" srcOrd="3" destOrd="0" presId="urn:microsoft.com/office/officeart/2005/8/layout/vList2"/>
    <dgm:cxn modelId="{8D1BADB3-7A04-4FD9-9E77-20630E47C296}" type="presParOf" srcId="{B632A441-8A59-41DF-A976-25CBE74EC830}" destId="{CB0569E1-9429-4109-BDC2-1659D41C9E8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F57725-8E6B-42C3-932E-3517B85415F5}">
      <dsp:nvSpPr>
        <dsp:cNvPr id="0" name=""/>
        <dsp:cNvSpPr/>
      </dsp:nvSpPr>
      <dsp:spPr>
        <a:xfrm>
          <a:off x="0" y="38658"/>
          <a:ext cx="6798539" cy="11536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En 2001, un grupo de desarrolladores se reunió en Utah.</a:t>
          </a:r>
          <a:endParaRPr lang="en-US" sz="2900" kern="1200"/>
        </a:p>
      </dsp:txBody>
      <dsp:txXfrm>
        <a:off x="56315" y="94973"/>
        <a:ext cx="6685909" cy="1040990"/>
      </dsp:txXfrm>
    </dsp:sp>
    <dsp:sp modelId="{21CBA865-9B62-4BDC-8D8E-A0DFDA45FE41}">
      <dsp:nvSpPr>
        <dsp:cNvPr id="0" name=""/>
        <dsp:cNvSpPr/>
      </dsp:nvSpPr>
      <dsp:spPr>
        <a:xfrm>
          <a:off x="0" y="1275798"/>
          <a:ext cx="6798539" cy="115362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Allí nació el </a:t>
          </a:r>
          <a:r>
            <a:rPr lang="es-ES" sz="2900" b="1" kern="1200"/>
            <a:t>Manifiesto Ágil</a:t>
          </a:r>
          <a:r>
            <a:rPr lang="es-ES" sz="2900" kern="1200"/>
            <a:t>.</a:t>
          </a:r>
          <a:endParaRPr lang="en-US" sz="2900" kern="1200"/>
        </a:p>
      </dsp:txBody>
      <dsp:txXfrm>
        <a:off x="56315" y="1332113"/>
        <a:ext cx="6685909" cy="1040990"/>
      </dsp:txXfrm>
    </dsp:sp>
    <dsp:sp modelId="{CB0569E1-9429-4109-BDC2-1659D41C9E8C}">
      <dsp:nvSpPr>
        <dsp:cNvPr id="0" name=""/>
        <dsp:cNvSpPr/>
      </dsp:nvSpPr>
      <dsp:spPr>
        <a:xfrm>
          <a:off x="0" y="2512938"/>
          <a:ext cx="6798539" cy="11536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No fue una moda.</a:t>
          </a:r>
          <a:br>
            <a:rPr lang="es-ES" sz="2900" kern="1200"/>
          </a:br>
          <a:r>
            <a:rPr lang="es-ES" sz="2900" kern="1200"/>
            <a:t> Fue una reacción.</a:t>
          </a:r>
          <a:endParaRPr lang="en-US" sz="2900" kern="1200"/>
        </a:p>
      </dsp:txBody>
      <dsp:txXfrm>
        <a:off x="56315" y="2569253"/>
        <a:ext cx="6685909" cy="1040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500+ Imágenes de software [HD] | Descargar imágenes gratis en Unsplash">
            <a:extLst>
              <a:ext uri="{FF2B5EF4-FFF2-40B4-BE49-F238E27FC236}">
                <a16:creationId xmlns:a16="http://schemas.microsoft.com/office/drawing/2014/main" id="{8F94C324-C457-26BE-D74D-0096AD1BD3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32" r="205" b="-1"/>
          <a:stretch>
            <a:fillRect/>
          </a:stretch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s-ES" sz="4800"/>
              <a:t>Ingeniería de Software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s-ES" sz="2000">
                <a:ea typeface="+mn-lt"/>
                <a:cs typeface="+mn-lt"/>
              </a:rPr>
              <a:t>El Punto de Ruptura: ¿Por Qué Cambió la Industria?</a:t>
            </a:r>
          </a:p>
          <a:p>
            <a:pPr algn="l"/>
            <a:r>
              <a:rPr lang="es-ES" sz="2000"/>
              <a:t>Ingenierio Luiferney Ortiz Parra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F85090-BEF8-9759-6224-6A91BF984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Mensaje del día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998CFE-0BDE-34BF-47C6-DD523C25A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 sz="2000">
                <a:ea typeface="+mn-lt"/>
                <a:cs typeface="+mn-lt"/>
              </a:rPr>
              <a:t>“Los modelos no fallan cuando todo es estable.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Fallan cuando el mundo cambia más rápido que ellos.”</a:t>
            </a:r>
          </a:p>
        </p:txBody>
      </p:sp>
      <p:pic>
        <p:nvPicPr>
          <p:cNvPr id="4" name="Imagen 3" descr="Chat comunicación mensaje hablar - Icono gratis PNG, SVG">
            <a:extLst>
              <a:ext uri="{FF2B5EF4-FFF2-40B4-BE49-F238E27FC236}">
                <a16:creationId xmlns:a16="http://schemas.microsoft.com/office/drawing/2014/main" id="{43E05879-0B3A-002A-14CA-ED75EE1F9B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37" r="978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32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331455-A87C-AEAB-9A0D-6D92613B9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Recordemos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05169D-59BB-07C9-F7A2-CD7989CE6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Hemos visto: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Modelo en cascada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Dependencias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Configuración rígida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Acoplamiento temprano</a:t>
            </a:r>
            <a:endParaRPr lang="es-ES" sz="2000"/>
          </a:p>
          <a:p>
            <a:pPr indent="0">
              <a:buNone/>
            </a:pPr>
            <a:endParaRPr lang="es-ES" sz="2000"/>
          </a:p>
        </p:txBody>
      </p:sp>
      <p:pic>
        <p:nvPicPr>
          <p:cNvPr id="5" name="Picture 4" descr="Cascada de torrentes de agua">
            <a:extLst>
              <a:ext uri="{FF2B5EF4-FFF2-40B4-BE49-F238E27FC236}">
                <a16:creationId xmlns:a16="http://schemas.microsoft.com/office/drawing/2014/main" id="{E90F52F1-4615-D2EB-A542-B968000D90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65" r="28339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3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18AA09-7784-E957-81A1-6F6CB5E13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El Contexto de los 90s</a:t>
            </a:r>
          </a:p>
        </p:txBody>
      </p:sp>
      <p:pic>
        <p:nvPicPr>
          <p:cNvPr id="5" name="Picture 4" descr="Lupa resalta un rendimiento económico decreciente">
            <a:extLst>
              <a:ext uri="{FF2B5EF4-FFF2-40B4-BE49-F238E27FC236}">
                <a16:creationId xmlns:a16="http://schemas.microsoft.com/office/drawing/2014/main" id="{8F141183-A819-4DD9-D3EB-699293967D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30" r="13523" b="-4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4B1A2B-C05D-8B98-4113-46E20EC5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En los años 80 y 90: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Proyectos largos (1–3 años)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Mucha documentación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Cambios costosos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Equipos grandes y jerárquicos</a:t>
            </a:r>
            <a:endParaRPr lang="es-ES" sz="2000"/>
          </a:p>
          <a:p>
            <a:pPr>
              <a:buFont typeface="Arial"/>
              <a:buChar char="•"/>
            </a:pPr>
            <a:endParaRPr lang="es-ES" sz="2000">
              <a:ea typeface="+mn-lt"/>
              <a:cs typeface="+mn-lt"/>
            </a:endParaRPr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Pero el mundo empezó a cambiar.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190133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0E303F-54DA-08CF-BE5A-503B7EE27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El Problema Real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698D49-7E7E-773E-FB33-FA2BF56E1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Internet aceleró todo: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Nuevos competidores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Cambios constantes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Clientes más exigentes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Actualizaciones frecuentes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El modelo tradicional no estaba diseñado para esto.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99687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jas en estanterías en un almacén">
            <a:extLst>
              <a:ext uri="{FF2B5EF4-FFF2-40B4-BE49-F238E27FC236}">
                <a16:creationId xmlns:a16="http://schemas.microsoft.com/office/drawing/2014/main" id="{83540386-197F-FF7B-2063-FCFD986595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82" r="16039" b="-3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C0C69F-E7C7-EE6D-0D30-8BBC71DE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¿Qué estaba fallando?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8E2125-DD77-C051-36B5-5CD96132B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Entregas tardías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Software que no respondía a nuevas necesidades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Costos altísimos de cambio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Frustración en equipos y clientes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Pregunta: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¿Tiene sentido congelar requisitos cuando el mercado cambia cada mes?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341262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CD13E2-F87C-0ADC-1B8F-768EA66F5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El Punto de Quiebre</a:t>
            </a:r>
            <a:endParaRPr lang="es-ES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8F075C-843C-AA56-716A-64BCC0496D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93" r="24487" b="-2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FC85EE9-FC7E-D074-BA12-FDE397D259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031796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7415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7441AA-9CBE-0647-646B-C4E3B67B4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¿Qué proponía el Manifiesto?</a:t>
            </a:r>
            <a:endParaRPr lang="es-ES" sz="4000"/>
          </a:p>
        </p:txBody>
      </p:sp>
      <p:pic>
        <p:nvPicPr>
          <p:cNvPr id="5" name="Picture 4" descr="Diseño abstracto con líneas y símbolos financieros">
            <a:extLst>
              <a:ext uri="{FF2B5EF4-FFF2-40B4-BE49-F238E27FC236}">
                <a16:creationId xmlns:a16="http://schemas.microsoft.com/office/drawing/2014/main" id="{A9F270A2-0713-F031-DC6F-B4E77D46E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89" r="23711" b="3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FB9FDF-1803-9BD6-8D2B-39EA1C2EE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Valorar más: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Individuos e interacciones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Software funcionando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Colaboración con el cliente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Respuesta ante el cambio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Sin eliminar lo anterior, pero cambiando el foco.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1936851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78FD93-9D26-61B7-F910-EC31C7145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Cambio de Mentalidad</a:t>
            </a:r>
            <a:endParaRPr lang="es-ES" sz="4000"/>
          </a:p>
        </p:txBody>
      </p:sp>
      <p:pic>
        <p:nvPicPr>
          <p:cNvPr id="5" name="Picture 4" descr="Vista superior de cubos conectados con líneas negras">
            <a:extLst>
              <a:ext uri="{FF2B5EF4-FFF2-40B4-BE49-F238E27FC236}">
                <a16:creationId xmlns:a16="http://schemas.microsoft.com/office/drawing/2014/main" id="{3BE4B64E-ED84-8512-92E5-B0FDA6D219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19" r="11516" b="3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286185-4D8A-A358-7D0F-FBC62FA5A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Tradicional: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Planificar → Construir → Entregar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Ágil: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Construir pequeño → Evaluar → Ajustar → Repetir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El cambio no es técnico.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Es cultural.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112979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8C6934-FEA1-963E-9568-1CAF1FDB1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¿Qué rompió el modelo tradicional?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620703-9BA2-C629-B992-705C6DE87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Cambios constantes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Incertidumbre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Necesidad de entregas rápidas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Competencia global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1BC55-E348-C9D7-FB14-5AB3888EE1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55" r="28718" b="625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69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6AB26A-9347-B3B6-D2BB-FC85EB68D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Comparación Visual</a:t>
            </a:r>
            <a:endParaRPr lang="es-ES" sz="4000"/>
          </a:p>
        </p:txBody>
      </p:sp>
      <p:pic>
        <p:nvPicPr>
          <p:cNvPr id="5" name="Picture 4" descr="Juguete de una persona roja frente a dos líneas de figuras blancas">
            <a:extLst>
              <a:ext uri="{FF2B5EF4-FFF2-40B4-BE49-F238E27FC236}">
                <a16:creationId xmlns:a16="http://schemas.microsoft.com/office/drawing/2014/main" id="{B3823D1A-4DAE-75E3-3945-8D29B858B2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86" r="18966" b="5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0103AD-B011-612F-6C77-C2B4BA89F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700">
                <a:ea typeface="+mn-lt"/>
                <a:cs typeface="+mn-lt"/>
              </a:rPr>
              <a:t>Modelo Tradicional: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Predicción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Control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Secuencial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Cambio costoso</a:t>
            </a:r>
          </a:p>
          <a:p>
            <a:pPr marL="0" indent="0">
              <a:buNone/>
            </a:pPr>
            <a:r>
              <a:rPr lang="es-ES" sz="1700">
                <a:ea typeface="+mn-lt"/>
                <a:cs typeface="+mn-lt"/>
              </a:rPr>
              <a:t>Modelo Ágil: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Adaptación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Iteración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Retroalimentación continua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Cambio esperado</a:t>
            </a:r>
            <a:endParaRPr lang="es-ES" sz="1700"/>
          </a:p>
          <a:p>
            <a:pPr marL="0" indent="0">
              <a:buNone/>
            </a:pPr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1244690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FD72FE-77B5-B19C-5CF9-AF06EE39E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Conexión con Arquitectura</a:t>
            </a:r>
            <a:endParaRPr lang="es-ES" sz="4000"/>
          </a:p>
        </p:txBody>
      </p:sp>
      <p:pic>
        <p:nvPicPr>
          <p:cNvPr id="5" name="Picture 4" descr="Patrones 3D ondulados">
            <a:extLst>
              <a:ext uri="{FF2B5EF4-FFF2-40B4-BE49-F238E27FC236}">
                <a16:creationId xmlns:a16="http://schemas.microsoft.com/office/drawing/2014/main" id="{B16EF0B5-06D3-4999-4D0E-67D3872B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3" r="34090" b="-4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665E04-9823-DDB4-C2C5-B111E2083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Aquí empieza algo importante: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Si el cambio es constante…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La arquitectura debe permitir cambiar.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Pregunta: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¿Puede existir agilidad con acoplamiento fuerte?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965327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2C4BD7-02DB-599B-5DFB-ECCAA59CB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Discusión en Equipos</a:t>
            </a:r>
            <a:endParaRPr lang="es-ES" sz="4000"/>
          </a:p>
        </p:txBody>
      </p:sp>
      <p:pic>
        <p:nvPicPr>
          <p:cNvPr id="5" name="Picture 4" descr="Silueta de puesta de sol de un andamio en un sitio en construcción">
            <a:extLst>
              <a:ext uri="{FF2B5EF4-FFF2-40B4-BE49-F238E27FC236}">
                <a16:creationId xmlns:a16="http://schemas.microsoft.com/office/drawing/2014/main" id="{0F22039A-6E2A-FF66-99B3-FB73085174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89" r="14081" b="3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1E3A8A-0F2B-ADF3-540A-B0F6CCC9E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Analicen su proyecto: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¿Qué pasaría si mañana cambia el requerimiento principal?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¿Su arquitectura soporta cambios?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¿Dónde serían más vulnerables?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601071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28DA8D-5845-8CB8-F73A-110DCA317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Reflexión Técnica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18A993-1608-EC5B-A450-EF27A7639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No se trata de elegir “cascada vs ágil”.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Se trata de entender: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Contexto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Nivel de incertidumbre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Velocidad del mercado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Tipo de producto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4" name="Imagen 3" descr="La Importancia De La Reflexión En El Crecimiento Personal | Centre Sukha">
            <a:extLst>
              <a:ext uri="{FF2B5EF4-FFF2-40B4-BE49-F238E27FC236}">
                <a16:creationId xmlns:a16="http://schemas.microsoft.com/office/drawing/2014/main" id="{C99AC919-7B1A-59ED-9211-972234DA95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01" r="-2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078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80A5C2-1732-A8EA-60BF-80234D2DD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>
                <a:ea typeface="+mj-lt"/>
                <a:cs typeface="+mj-lt"/>
              </a:rPr>
              <a:t>Puente hacia la siguiente clase</a:t>
            </a:r>
            <a:endParaRPr lang="es-ES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E0C343-D20D-1C77-D30C-9A932CB20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200">
                <a:ea typeface="+mn-lt"/>
                <a:cs typeface="+mn-lt"/>
              </a:rPr>
              <a:t>Si el mundo cambió…</a:t>
            </a:r>
            <a:endParaRPr lang="es-ES" sz="2200"/>
          </a:p>
          <a:p>
            <a:pPr>
              <a:buNone/>
            </a:pPr>
            <a:r>
              <a:rPr lang="es-ES" sz="2200">
                <a:ea typeface="+mn-lt"/>
                <a:cs typeface="+mn-lt"/>
              </a:rPr>
              <a:t>¿Cómo debería diseñarse el software moderno?</a:t>
            </a:r>
            <a:endParaRPr lang="es-ES" sz="2200"/>
          </a:p>
          <a:p>
            <a:pPr>
              <a:buNone/>
            </a:pPr>
            <a:r>
              <a:rPr lang="es-ES" sz="2200">
                <a:ea typeface="+mn-lt"/>
                <a:cs typeface="+mn-lt"/>
              </a:rPr>
              <a:t>Aquí es donde entran principios como: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Separación de configuración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Reducción de acoplamiento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Escalabilidad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Entornos desacoplados</a:t>
            </a:r>
            <a:endParaRPr lang="es-ES" sz="2200"/>
          </a:p>
          <a:p>
            <a:pPr marL="0" indent="0">
              <a:buNone/>
            </a:pPr>
            <a:endParaRPr lang="es-ES" sz="2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739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EF38A4-ED89-F635-DBC1-6639F81A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Reflexión Final</a:t>
            </a:r>
            <a:endParaRPr lang="es-ES" sz="4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DD2C21-F5E3-0087-7FB2-8F3781B6E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56" r="23169" b="6250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F3CD47-9ACF-9E92-1747-C54D9FCE1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El fracaso de muchos proyectos no fue técnico.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Fue estratégico.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El problema no era programar mal.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Era diseñar como si el mundo no fuera a cambiar.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19439137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Tema de Office</vt:lpstr>
      <vt:lpstr>Ingeniería de Software</vt:lpstr>
      <vt:lpstr>Mensaje del día</vt:lpstr>
      <vt:lpstr>Recordemos</vt:lpstr>
      <vt:lpstr>El Contexto de los 90s</vt:lpstr>
      <vt:lpstr>El Problema Real</vt:lpstr>
      <vt:lpstr>¿Qué estaba fallando?</vt:lpstr>
      <vt:lpstr>El Punto de Quiebre</vt:lpstr>
      <vt:lpstr>¿Qué proponía el Manifiesto?</vt:lpstr>
      <vt:lpstr>Cambio de Mentalidad</vt:lpstr>
      <vt:lpstr>¿Qué rompió el modelo tradicional?</vt:lpstr>
      <vt:lpstr>Comparación Visual</vt:lpstr>
      <vt:lpstr>Conexión con Arquitectura</vt:lpstr>
      <vt:lpstr>Discusión en Equipos</vt:lpstr>
      <vt:lpstr>Reflexión Técnica</vt:lpstr>
      <vt:lpstr>Puente hacia la siguiente clase</vt:lpstr>
      <vt:lpstr>Reflexión Final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60</cp:revision>
  <dcterms:created xsi:type="dcterms:W3CDTF">2026-02-23T04:43:15Z</dcterms:created>
  <dcterms:modified xsi:type="dcterms:W3CDTF">2026-02-23T04:52:57Z</dcterms:modified>
</cp:coreProperties>
</file>