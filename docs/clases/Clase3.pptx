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FBA24-E4AC-86B9-ACA5-823E5A2EA311}" v="140" dt="2026-02-05T00:27:36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YAMILE RACHEZ ROMERO" userId="S::orachez@ucundinamarca.edu.co::cbb4b6fc-8f4b-4bfd-80d5-5cc54e478ab1" providerId="AD" clId="Web-{F7AFBA24-E4AC-86B9-ACA5-823E5A2EA311}"/>
    <pc:docChg chg="addSld modSld">
      <pc:chgData name="OLGA YAMILE RACHEZ ROMERO" userId="S::orachez@ucundinamarca.edu.co::cbb4b6fc-8f4b-4bfd-80d5-5cc54e478ab1" providerId="AD" clId="Web-{F7AFBA24-E4AC-86B9-ACA5-823E5A2EA311}" dt="2026-02-05T00:27:48.055" v="147"/>
      <pc:docMkLst>
        <pc:docMk/>
      </pc:docMkLst>
      <pc:sldChg chg="addSp delSp modSp mod setBg setClrOvrMap">
        <pc:chgData name="OLGA YAMILE RACHEZ ROMERO" userId="S::orachez@ucundinamarca.edu.co::cbb4b6fc-8f4b-4bfd-80d5-5cc54e478ab1" providerId="AD" clId="Web-{F7AFBA24-E4AC-86B9-ACA5-823E5A2EA311}" dt="2026-02-04T23:17:48.467" v="116"/>
        <pc:sldMkLst>
          <pc:docMk/>
          <pc:sldMk cId="2406273178" sldId="256"/>
        </pc:sldMkLst>
        <pc:spChg chg="mod">
          <ac:chgData name="OLGA YAMILE RACHEZ ROMERO" userId="S::orachez@ucundinamarca.edu.co::cbb4b6fc-8f4b-4bfd-80d5-5cc54e478ab1" providerId="AD" clId="Web-{F7AFBA24-E4AC-86B9-ACA5-823E5A2EA311}" dt="2026-02-04T23:17:48.467" v="11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4T23:17:48.467" v="116"/>
          <ac:spMkLst>
            <pc:docMk/>
            <pc:sldMk cId="2406273178" sldId="256"/>
            <ac:spMk id="3" creationId="{00000000-0000-0000-0000-000000000000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7:48.420" v="115"/>
          <ac:spMkLst>
            <pc:docMk/>
            <pc:sldMk cId="2406273178" sldId="256"/>
            <ac:spMk id="9" creationId="{4D4677D2-D5AC-4CF9-9EED-2B89D0A1C212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7:48.420" v="115"/>
          <ac:spMkLst>
            <pc:docMk/>
            <pc:sldMk cId="2406273178" sldId="256"/>
            <ac:spMk id="11" creationId="{C6D54F7E-825A-4BBA-815F-35CCA8B97786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7:48.467" v="116"/>
          <ac:spMkLst>
            <pc:docMk/>
            <pc:sldMk cId="2406273178" sldId="256"/>
            <ac:spMk id="13" creationId="{71B2258F-86CA-4D4D-8270-BC05FCDEBFB3}"/>
          </ac:spMkLst>
        </pc:spChg>
        <pc:picChg chg="add mod ord">
          <ac:chgData name="OLGA YAMILE RACHEZ ROMERO" userId="S::orachez@ucundinamarca.edu.co::cbb4b6fc-8f4b-4bfd-80d5-5cc54e478ab1" providerId="AD" clId="Web-{F7AFBA24-E4AC-86B9-ACA5-823E5A2EA311}" dt="2026-02-04T23:17:48.467" v="116"/>
          <ac:picMkLst>
            <pc:docMk/>
            <pc:sldMk cId="2406273178" sldId="256"/>
            <ac:picMk id="4" creationId="{2662F376-3B35-C2F1-580D-17110D043E19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7AFBA24-E4AC-86B9-ACA5-823E5A2EA311}" dt="2026-02-04T23:18:05.546" v="117"/>
        <pc:sldMkLst>
          <pc:docMk/>
          <pc:sldMk cId="2933270828" sldId="257"/>
        </pc:sldMkLst>
        <pc:spChg chg="mod">
          <ac:chgData name="OLGA YAMILE RACHEZ ROMERO" userId="S::orachez@ucundinamarca.edu.co::cbb4b6fc-8f4b-4bfd-80d5-5cc54e478ab1" providerId="AD" clId="Web-{F7AFBA24-E4AC-86B9-ACA5-823E5A2EA311}" dt="2026-02-04T23:18:05.546" v="117"/>
          <ac:spMkLst>
            <pc:docMk/>
            <pc:sldMk cId="2933270828" sldId="257"/>
            <ac:spMk id="2" creationId="{76492348-8E82-5197-756A-D52EAE88A243}"/>
          </ac:spMkLst>
        </pc:spChg>
        <pc:spChg chg="del mod">
          <ac:chgData name="OLGA YAMILE RACHEZ ROMERO" userId="S::orachez@ucundinamarca.edu.co::cbb4b6fc-8f4b-4bfd-80d5-5cc54e478ab1" providerId="AD" clId="Web-{F7AFBA24-E4AC-86B9-ACA5-823E5A2EA311}" dt="2026-02-04T23:18:05.546" v="117"/>
          <ac:spMkLst>
            <pc:docMk/>
            <pc:sldMk cId="2933270828" sldId="257"/>
            <ac:spMk id="3" creationId="{A06705A5-DB85-FF84-8DB4-D4E96112D67E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05.546" v="117"/>
          <ac:spMkLst>
            <pc:docMk/>
            <pc:sldMk cId="2933270828" sldId="257"/>
            <ac:spMk id="9" creationId="{2659FDB4-FCBE-4A89-B46D-43D4FA54464D}"/>
          </ac:spMkLst>
        </pc:spChg>
        <pc:graphicFrameChg chg="add">
          <ac:chgData name="OLGA YAMILE RACHEZ ROMERO" userId="S::orachez@ucundinamarca.edu.co::cbb4b6fc-8f4b-4bfd-80d5-5cc54e478ab1" providerId="AD" clId="Web-{F7AFBA24-E4AC-86B9-ACA5-823E5A2EA311}" dt="2026-02-04T23:18:05.546" v="117"/>
          <ac:graphicFrameMkLst>
            <pc:docMk/>
            <pc:sldMk cId="2933270828" sldId="257"/>
            <ac:graphicFrameMk id="5" creationId="{2B265FA2-25F7-F480-02EE-E7C830951CE1}"/>
          </ac:graphicFrameMkLst>
        </pc:graphicFrameChg>
        <pc:cxnChg chg="add">
          <ac:chgData name="OLGA YAMILE RACHEZ ROMERO" userId="S::orachez@ucundinamarca.edu.co::cbb4b6fc-8f4b-4bfd-80d5-5cc54e478ab1" providerId="AD" clId="Web-{F7AFBA24-E4AC-86B9-ACA5-823E5A2EA311}" dt="2026-02-04T23:18:05.546" v="117"/>
          <ac:cxnSpMkLst>
            <pc:docMk/>
            <pc:sldMk cId="2933270828" sldId="257"/>
            <ac:cxnSpMk id="11" creationId="{C8F51B3F-8331-4E4A-AE96-D47B1006EEAD}"/>
          </ac:cxnSpMkLst>
        </pc:cxn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4T23:18:20.609" v="118"/>
        <pc:sldMkLst>
          <pc:docMk/>
          <pc:sldMk cId="3232801015" sldId="258"/>
        </pc:sldMkLst>
        <pc:spChg chg="mod">
          <ac:chgData name="OLGA YAMILE RACHEZ ROMERO" userId="S::orachez@ucundinamarca.edu.co::cbb4b6fc-8f4b-4bfd-80d5-5cc54e478ab1" providerId="AD" clId="Web-{F7AFBA24-E4AC-86B9-ACA5-823E5A2EA311}" dt="2026-02-04T23:18:20.609" v="118"/>
          <ac:spMkLst>
            <pc:docMk/>
            <pc:sldMk cId="3232801015" sldId="258"/>
            <ac:spMk id="2" creationId="{E8835EAF-BE58-7611-D1D6-6B6E889178A3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4T23:18:20.609" v="118"/>
          <ac:spMkLst>
            <pc:docMk/>
            <pc:sldMk cId="3232801015" sldId="258"/>
            <ac:spMk id="3" creationId="{620AA339-FBC9-08E3-B24B-82B5D7B11F44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20.609" v="118"/>
          <ac:spMkLst>
            <pc:docMk/>
            <pc:sldMk cId="3232801015" sldId="258"/>
            <ac:spMk id="9" creationId="{C0763A76-9F1C-4FC5-82B7-DD475DA461B2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20.609" v="118"/>
          <ac:spMkLst>
            <pc:docMk/>
            <pc:sldMk cId="3232801015" sldId="258"/>
            <ac:spMk id="11" creationId="{E81BF4F6-F2CF-4984-9D14-D6966D92F99F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4T23:18:20.609" v="118"/>
          <ac:picMkLst>
            <pc:docMk/>
            <pc:sldMk cId="3232801015" sldId="258"/>
            <ac:picMk id="5" creationId="{8ED695C6-261C-3D53-B014-92FD5C0B64E2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7AFBA24-E4AC-86B9-ACA5-823E5A2EA311}" dt="2026-02-04T23:19:16.251" v="126" actId="20577"/>
        <pc:sldMkLst>
          <pc:docMk/>
          <pc:sldMk cId="3987716688" sldId="259"/>
        </pc:sldMkLst>
        <pc:spChg chg="mo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2" creationId="{0C2A3CBB-8071-7F71-FE2C-4CF1C4B217FE}"/>
          </ac:spMkLst>
        </pc:spChg>
        <pc:spChg chg="add del mo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3" creationId="{50811999-1456-3CBA-0FA6-D25333B2E3DF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6" creationId="{BACC6370-2D7E-4714-9D71-7542949D7D5D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7" creationId="{256B2C21-A230-48C0-8DF1-C46611373C44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8" creationId="{3847E18C-932D-4C95-AABA-FEC7C9499AD7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9" creationId="{BACC6370-2D7E-4714-9D71-7542949D7D5D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10" creationId="{3150CB11-0C61-439E-910F-5787759E72A0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11" creationId="{256B2C21-A230-48C0-8DF1-C46611373C44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12" creationId="{43F8A58B-5155-44CE-A5FF-7647B47D0A7A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13" creationId="{3847E18C-932D-4C95-AABA-FEC7C9499AD7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8:58.141" v="121"/>
          <ac:spMkLst>
            <pc:docMk/>
            <pc:sldMk cId="3987716688" sldId="259"/>
            <ac:spMk id="14" creationId="{443F2ACA-E6D6-4028-82DD-F03C262D5DE6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15" creationId="{3150CB11-0C61-439E-910F-5787759E72A0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17" creationId="{43F8A58B-5155-44CE-A5FF-7647B47D0A7A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4T23:18:46.625" v="120"/>
          <ac:spMkLst>
            <pc:docMk/>
            <pc:sldMk cId="3987716688" sldId="259"/>
            <ac:spMk id="19" creationId="{443F2ACA-E6D6-4028-82DD-F03C262D5DE6}"/>
          </ac:spMkLst>
        </pc:spChg>
        <pc:spChg chg="add del mod">
          <ac:chgData name="OLGA YAMILE RACHEZ ROMERO" userId="S::orachez@ucundinamarca.edu.co::cbb4b6fc-8f4b-4bfd-80d5-5cc54e478ab1" providerId="AD" clId="Web-{F7AFBA24-E4AC-86B9-ACA5-823E5A2EA311}" dt="2026-02-04T23:19:07.735" v="123"/>
          <ac:spMkLst>
            <pc:docMk/>
            <pc:sldMk cId="3987716688" sldId="259"/>
            <ac:spMk id="34" creationId="{6330D299-E033-1634-BF2F-845B1F6FF592}"/>
          </ac:spMkLst>
        </pc:spChg>
        <pc:graphicFrameChg chg="add del">
          <ac:chgData name="OLGA YAMILE RACHEZ ROMERO" userId="S::orachez@ucundinamarca.edu.co::cbb4b6fc-8f4b-4bfd-80d5-5cc54e478ab1" providerId="AD" clId="Web-{F7AFBA24-E4AC-86B9-ACA5-823E5A2EA311}" dt="2026-02-04T23:18:46.625" v="120"/>
          <ac:graphicFrameMkLst>
            <pc:docMk/>
            <pc:sldMk cId="3987716688" sldId="259"/>
            <ac:graphicFrameMk id="5" creationId="{7468222F-2FD5-7D9B-AB2D-117361D8F80A}"/>
          </ac:graphicFrameMkLst>
        </pc:graphicFrameChg>
        <pc:graphicFrameChg chg="add del modGraphic">
          <ac:chgData name="OLGA YAMILE RACHEZ ROMERO" userId="S::orachez@ucundinamarca.edu.co::cbb4b6fc-8f4b-4bfd-80d5-5cc54e478ab1" providerId="AD" clId="Web-{F7AFBA24-E4AC-86B9-ACA5-823E5A2EA311}" dt="2026-02-04T23:19:16.251" v="126" actId="20577"/>
          <ac:graphicFrameMkLst>
            <pc:docMk/>
            <pc:sldMk cId="3987716688" sldId="259"/>
            <ac:graphicFrameMk id="16" creationId="{7468222F-2FD5-7D9B-AB2D-117361D8F80A}"/>
          </ac:graphicFrameMkLst>
        </pc:graphicFrame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4T23:19:29.642" v="127"/>
        <pc:sldMkLst>
          <pc:docMk/>
          <pc:sldMk cId="3596868112" sldId="260"/>
        </pc:sldMkLst>
        <pc:spChg chg="mod">
          <ac:chgData name="OLGA YAMILE RACHEZ ROMERO" userId="S::orachez@ucundinamarca.edu.co::cbb4b6fc-8f4b-4bfd-80d5-5cc54e478ab1" providerId="AD" clId="Web-{F7AFBA24-E4AC-86B9-ACA5-823E5A2EA311}" dt="2026-02-04T23:19:29.642" v="127"/>
          <ac:spMkLst>
            <pc:docMk/>
            <pc:sldMk cId="3596868112" sldId="260"/>
            <ac:spMk id="2" creationId="{48778EAE-34E1-148E-D260-9DB083C13FD5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4T23:19:29.642" v="127"/>
          <ac:spMkLst>
            <pc:docMk/>
            <pc:sldMk cId="3596868112" sldId="260"/>
            <ac:spMk id="3" creationId="{10F12C52-FF13-4C82-4F7F-573A34D0B9FE}"/>
          </ac:spMkLst>
        </pc:spChg>
        <pc:grpChg chg="add">
          <ac:chgData name="OLGA YAMILE RACHEZ ROMERO" userId="S::orachez@ucundinamarca.edu.co::cbb4b6fc-8f4b-4bfd-80d5-5cc54e478ab1" providerId="AD" clId="Web-{F7AFBA24-E4AC-86B9-ACA5-823E5A2EA311}" dt="2026-02-04T23:19:29.642" v="127"/>
          <ac:grpSpMkLst>
            <pc:docMk/>
            <pc:sldMk cId="3596868112" sldId="260"/>
            <ac:grpSpMk id="9" creationId="{5EFBDE31-BB3E-6CFC-23CD-B5976DA38438}"/>
          </ac:grpSpMkLst>
        </pc:grpChg>
        <pc:picChg chg="add">
          <ac:chgData name="OLGA YAMILE RACHEZ ROMERO" userId="S::orachez@ucundinamarca.edu.co::cbb4b6fc-8f4b-4bfd-80d5-5cc54e478ab1" providerId="AD" clId="Web-{F7AFBA24-E4AC-86B9-ACA5-823E5A2EA311}" dt="2026-02-04T23:19:29.642" v="127"/>
          <ac:picMkLst>
            <pc:docMk/>
            <pc:sldMk cId="3596868112" sldId="260"/>
            <ac:picMk id="5" creationId="{3FB6FCD5-0268-AB9F-ED29-AAB0FE653364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4T23:19:43.752" v="128"/>
        <pc:sldMkLst>
          <pc:docMk/>
          <pc:sldMk cId="3467140806" sldId="261"/>
        </pc:sldMkLst>
        <pc:spChg chg="mod">
          <ac:chgData name="OLGA YAMILE RACHEZ ROMERO" userId="S::orachez@ucundinamarca.edu.co::cbb4b6fc-8f4b-4bfd-80d5-5cc54e478ab1" providerId="AD" clId="Web-{F7AFBA24-E4AC-86B9-ACA5-823E5A2EA311}" dt="2026-02-04T23:19:43.752" v="128"/>
          <ac:spMkLst>
            <pc:docMk/>
            <pc:sldMk cId="3467140806" sldId="261"/>
            <ac:spMk id="2" creationId="{57D99313-640F-CD8C-65B0-C040D1873AC1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4T23:19:43.752" v="128"/>
          <ac:spMkLst>
            <pc:docMk/>
            <pc:sldMk cId="3467140806" sldId="261"/>
            <ac:spMk id="3" creationId="{C43B170D-3C35-E24E-96EE-90D9F1DAD219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9:43.752" v="128"/>
          <ac:spMkLst>
            <pc:docMk/>
            <pc:sldMk cId="3467140806" sldId="261"/>
            <ac:spMk id="9" creationId="{3ECBE1F1-D69B-4AFA-ABD5-8E41720EF6DE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19:43.752" v="128"/>
          <ac:spMkLst>
            <pc:docMk/>
            <pc:sldMk cId="3467140806" sldId="261"/>
            <ac:spMk id="11" creationId="{603A6265-E10C-4B85-9C20-E75FCAF9CC63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4T23:19:43.752" v="128"/>
          <ac:picMkLst>
            <pc:docMk/>
            <pc:sldMk cId="3467140806" sldId="261"/>
            <ac:picMk id="5" creationId="{8AA7507D-E62F-E994-40C2-323C54FD08A2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7AFBA24-E4AC-86B9-ACA5-823E5A2EA311}" dt="2026-02-04T23:21:56.505" v="132" actId="14100"/>
        <pc:sldMkLst>
          <pc:docMk/>
          <pc:sldMk cId="1152209643" sldId="262"/>
        </pc:sldMkLst>
        <pc:spChg chg="mo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2" creationId="{3935E173-825E-72BD-0DC6-BDE2EF855249}"/>
          </ac:spMkLst>
        </pc:spChg>
        <pc:spChg chg="add del mod">
          <ac:chgData name="OLGA YAMILE RACHEZ ROMERO" userId="S::orachez@ucundinamarca.edu.co::cbb4b6fc-8f4b-4bfd-80d5-5cc54e478ab1" providerId="AD" clId="Web-{F7AFBA24-E4AC-86B9-ACA5-823E5A2EA311}" dt="2026-02-04T23:21:56.505" v="132" actId="14100"/>
          <ac:spMkLst>
            <pc:docMk/>
            <pc:sldMk cId="1152209643" sldId="262"/>
            <ac:spMk id="3" creationId="{48706964-3B57-22F0-7ABE-6BCC2AD663AC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8" creationId="{DEE2AD96-B495-4E06-9291-B71706F728CB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10" creationId="{53CF6D67-C5A8-4ADD-9E8E-1E38CA1D3166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12" creationId="{86909FA0-B515-4681-B7A8-FA281D133B94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14" creationId="{21C9FE86-FCC3-4A31-AA1C-C882262B7FE7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16" creationId="{7D96243B-ECED-4B71-8E06-AE9A285EAD20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1:49.349" v="131"/>
          <ac:spMkLst>
            <pc:docMk/>
            <pc:sldMk cId="1152209643" sldId="262"/>
            <ac:spMk id="18" creationId="{A09989E4-EFDC-4A90-A633-E0525FB4139E}"/>
          </ac:spMkLst>
        </pc:spChg>
        <pc:graphicFrameChg chg="add del">
          <ac:chgData name="OLGA YAMILE RACHEZ ROMERO" userId="S::orachez@ucundinamarca.edu.co::cbb4b6fc-8f4b-4bfd-80d5-5cc54e478ab1" providerId="AD" clId="Web-{F7AFBA24-E4AC-86B9-ACA5-823E5A2EA311}" dt="2026-02-04T23:20:09.378" v="130"/>
          <ac:graphicFrameMkLst>
            <pc:docMk/>
            <pc:sldMk cId="1152209643" sldId="262"/>
            <ac:graphicFrameMk id="5" creationId="{02B3423E-D97E-FB0A-0A63-35AB157EF38B}"/>
          </ac:graphicFrameMkLst>
        </pc:graphicFrame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4T23:22:13.615" v="133"/>
        <pc:sldMkLst>
          <pc:docMk/>
          <pc:sldMk cId="81092816" sldId="263"/>
        </pc:sldMkLst>
        <pc:spChg chg="mod">
          <ac:chgData name="OLGA YAMILE RACHEZ ROMERO" userId="S::orachez@ucundinamarca.edu.co::cbb4b6fc-8f4b-4bfd-80d5-5cc54e478ab1" providerId="AD" clId="Web-{F7AFBA24-E4AC-86B9-ACA5-823E5A2EA311}" dt="2026-02-04T23:22:13.615" v="133"/>
          <ac:spMkLst>
            <pc:docMk/>
            <pc:sldMk cId="81092816" sldId="263"/>
            <ac:spMk id="2" creationId="{A2924C8D-A769-EA3A-DB88-75AF8BEE9BF8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4T23:22:13.615" v="133"/>
          <ac:spMkLst>
            <pc:docMk/>
            <pc:sldMk cId="81092816" sldId="263"/>
            <ac:spMk id="3" creationId="{9A33988E-4A5A-6851-11A9-5D3E9D44D420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4T23:22:13.615" v="133"/>
          <ac:spMkLst>
            <pc:docMk/>
            <pc:sldMk cId="81092816" sldId="263"/>
            <ac:spMk id="9" creationId="{9F7D5CDA-D291-4307-BF55-1381FED29634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4T23:22:13.615" v="133"/>
          <ac:picMkLst>
            <pc:docMk/>
            <pc:sldMk cId="81092816" sldId="263"/>
            <ac:picMk id="5" creationId="{E216DD5B-39D4-1292-FA78-086E1B512A9B}"/>
          </ac:picMkLst>
        </pc:picChg>
      </pc:sldChg>
      <pc:sldChg chg="addSp delSp modSp new">
        <pc:chgData name="OLGA YAMILE RACHEZ ROMERO" userId="S::orachez@ucundinamarca.edu.co::cbb4b6fc-8f4b-4bfd-80d5-5cc54e478ab1" providerId="AD" clId="Web-{F7AFBA24-E4AC-86B9-ACA5-823E5A2EA311}" dt="2026-02-04T23:22:43.256" v="137" actId="20577"/>
        <pc:sldMkLst>
          <pc:docMk/>
          <pc:sldMk cId="2015544237" sldId="264"/>
        </pc:sldMkLst>
        <pc:spChg chg="mod">
          <ac:chgData name="OLGA YAMILE RACHEZ ROMERO" userId="S::orachez@ucundinamarca.edu.co::cbb4b6fc-8f4b-4bfd-80d5-5cc54e478ab1" providerId="AD" clId="Web-{F7AFBA24-E4AC-86B9-ACA5-823E5A2EA311}" dt="2026-02-04T22:36:32.322" v="71" actId="20577"/>
          <ac:spMkLst>
            <pc:docMk/>
            <pc:sldMk cId="2015544237" sldId="264"/>
            <ac:spMk id="2" creationId="{90248DEF-7189-9360-F5DA-A6F463BF38BC}"/>
          </ac:spMkLst>
        </pc:spChg>
        <pc:spChg chg="del mod">
          <ac:chgData name="OLGA YAMILE RACHEZ ROMERO" userId="S::orachez@ucundinamarca.edu.co::cbb4b6fc-8f4b-4bfd-80d5-5cc54e478ab1" providerId="AD" clId="Web-{F7AFBA24-E4AC-86B9-ACA5-823E5A2EA311}" dt="2026-02-04T23:22:28.271" v="134"/>
          <ac:spMkLst>
            <pc:docMk/>
            <pc:sldMk cId="2015544237" sldId="264"/>
            <ac:spMk id="3" creationId="{D372C302-5809-F944-BD4F-C4E2E31CA933}"/>
          </ac:spMkLst>
        </pc:spChg>
        <pc:graphicFrameChg chg="add modGraphic">
          <ac:chgData name="OLGA YAMILE RACHEZ ROMERO" userId="S::orachez@ucundinamarca.edu.co::cbb4b6fc-8f4b-4bfd-80d5-5cc54e478ab1" providerId="AD" clId="Web-{F7AFBA24-E4AC-86B9-ACA5-823E5A2EA311}" dt="2026-02-04T23:22:43.256" v="137" actId="20577"/>
          <ac:graphicFrameMkLst>
            <pc:docMk/>
            <pc:sldMk cId="2015544237" sldId="264"/>
            <ac:graphicFrameMk id="5" creationId="{848ADBBB-FFB3-B778-159C-FB1172FE2367}"/>
          </ac:graphicFrameMkLst>
        </pc:graphicFrame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5T00:23:42.012" v="138"/>
        <pc:sldMkLst>
          <pc:docMk/>
          <pc:sldMk cId="2467463196" sldId="265"/>
        </pc:sldMkLst>
        <pc:spChg chg="mod">
          <ac:chgData name="OLGA YAMILE RACHEZ ROMERO" userId="S::orachez@ucundinamarca.edu.co::cbb4b6fc-8f4b-4bfd-80d5-5cc54e478ab1" providerId="AD" clId="Web-{F7AFBA24-E4AC-86B9-ACA5-823E5A2EA311}" dt="2026-02-05T00:23:42.012" v="138"/>
          <ac:spMkLst>
            <pc:docMk/>
            <pc:sldMk cId="2467463196" sldId="265"/>
            <ac:spMk id="2" creationId="{8D683C3D-11A2-624C-E884-087147542B5F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5T00:23:42.012" v="138"/>
          <ac:spMkLst>
            <pc:docMk/>
            <pc:sldMk cId="2467463196" sldId="265"/>
            <ac:spMk id="3" creationId="{3162175A-42A0-3291-0249-00DACAAD2A59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3:42.012" v="138"/>
          <ac:spMkLst>
            <pc:docMk/>
            <pc:sldMk cId="2467463196" sldId="265"/>
            <ac:spMk id="8" creationId="{3AD318CC-E2A8-4E27-9548-A047A78999B1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3:42.012" v="138"/>
          <ac:spMkLst>
            <pc:docMk/>
            <pc:sldMk cId="2467463196" sldId="265"/>
            <ac:spMk id="14" creationId="{2C1BBA94-3F40-40AA-8BB9-E69E25E537C1}"/>
          </ac:spMkLst>
        </pc:spChg>
        <pc:grpChg chg="add">
          <ac:chgData name="OLGA YAMILE RACHEZ ROMERO" userId="S::orachez@ucundinamarca.edu.co::cbb4b6fc-8f4b-4bfd-80d5-5cc54e478ab1" providerId="AD" clId="Web-{F7AFBA24-E4AC-86B9-ACA5-823E5A2EA311}" dt="2026-02-05T00:23:42.012" v="138"/>
          <ac:grpSpMkLst>
            <pc:docMk/>
            <pc:sldMk cId="2467463196" sldId="265"/>
            <ac:grpSpMk id="10" creationId="{B14B560F-9DD7-4302-A60B-EBD3EF59B073}"/>
          </ac:grpSpMkLst>
        </pc:grp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5T00:24:05.498" v="139"/>
        <pc:sldMkLst>
          <pc:docMk/>
          <pc:sldMk cId="1220190336" sldId="266"/>
        </pc:sldMkLst>
        <pc:spChg chg="mod">
          <ac:chgData name="OLGA YAMILE RACHEZ ROMERO" userId="S::orachez@ucundinamarca.edu.co::cbb4b6fc-8f4b-4bfd-80d5-5cc54e478ab1" providerId="AD" clId="Web-{F7AFBA24-E4AC-86B9-ACA5-823E5A2EA311}" dt="2026-02-05T00:24:05.498" v="139"/>
          <ac:spMkLst>
            <pc:docMk/>
            <pc:sldMk cId="1220190336" sldId="266"/>
            <ac:spMk id="2" creationId="{A0F05359-EE62-D42F-63CF-6681221D6EF7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5T00:24:05.498" v="139"/>
          <ac:spMkLst>
            <pc:docMk/>
            <pc:sldMk cId="1220190336" sldId="266"/>
            <ac:spMk id="3" creationId="{762E6BBF-67AE-9F57-51B1-793B5F8B9E07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4:05.498" v="139"/>
          <ac:spMkLst>
            <pc:docMk/>
            <pc:sldMk cId="1220190336" sldId="266"/>
            <ac:spMk id="9" creationId="{C0763A76-9F1C-4FC5-82B7-DD475DA461B2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4:05.498" v="139"/>
          <ac:spMkLst>
            <pc:docMk/>
            <pc:sldMk cId="1220190336" sldId="266"/>
            <ac:spMk id="11" creationId="{E81BF4F6-F2CF-4984-9D14-D6966D92F99F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5T00:24:05.498" v="139"/>
          <ac:picMkLst>
            <pc:docMk/>
            <pc:sldMk cId="1220190336" sldId="266"/>
            <ac:picMk id="5" creationId="{8EB9BD7C-A057-D121-EC5A-C24E02422FAD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5T00:24:14.592" v="140"/>
        <pc:sldMkLst>
          <pc:docMk/>
          <pc:sldMk cId="1577167855" sldId="267"/>
        </pc:sldMkLst>
        <pc:spChg chg="mod">
          <ac:chgData name="OLGA YAMILE RACHEZ ROMERO" userId="S::orachez@ucundinamarca.edu.co::cbb4b6fc-8f4b-4bfd-80d5-5cc54e478ab1" providerId="AD" clId="Web-{F7AFBA24-E4AC-86B9-ACA5-823E5A2EA311}" dt="2026-02-05T00:24:14.592" v="140"/>
          <ac:spMkLst>
            <pc:docMk/>
            <pc:sldMk cId="1577167855" sldId="267"/>
            <ac:spMk id="2" creationId="{8B29B062-A349-754B-2787-10BC7BCABCE6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5T00:24:14.592" v="140"/>
          <ac:spMkLst>
            <pc:docMk/>
            <pc:sldMk cId="1577167855" sldId="267"/>
            <ac:spMk id="3" creationId="{7576B551-0120-7CAF-90C3-8B4BAB6BDA77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4:14.592" v="140"/>
          <ac:spMkLst>
            <pc:docMk/>
            <pc:sldMk cId="1577167855" sldId="267"/>
            <ac:spMk id="9" creationId="{9F7D5CDA-D291-4307-BF55-1381FED29634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5T00:24:14.592" v="140"/>
          <ac:picMkLst>
            <pc:docMk/>
            <pc:sldMk cId="1577167855" sldId="267"/>
            <ac:picMk id="5" creationId="{126C135A-E52F-0A1A-3BAE-637FD07FE5B8}"/>
          </ac:picMkLst>
        </pc:picChg>
      </pc:sldChg>
      <pc:sldChg chg="addSp modSp new mod setBg">
        <pc:chgData name="OLGA YAMILE RACHEZ ROMERO" userId="S::orachez@ucundinamarca.edu.co::cbb4b6fc-8f4b-4bfd-80d5-5cc54e478ab1" providerId="AD" clId="Web-{F7AFBA24-E4AC-86B9-ACA5-823E5A2EA311}" dt="2026-02-05T00:24:26.609" v="141"/>
        <pc:sldMkLst>
          <pc:docMk/>
          <pc:sldMk cId="1943704122" sldId="268"/>
        </pc:sldMkLst>
        <pc:spChg chg="mod">
          <ac:chgData name="OLGA YAMILE RACHEZ ROMERO" userId="S::orachez@ucundinamarca.edu.co::cbb4b6fc-8f4b-4bfd-80d5-5cc54e478ab1" providerId="AD" clId="Web-{F7AFBA24-E4AC-86B9-ACA5-823E5A2EA311}" dt="2026-02-05T00:24:26.609" v="141"/>
          <ac:spMkLst>
            <pc:docMk/>
            <pc:sldMk cId="1943704122" sldId="268"/>
            <ac:spMk id="2" creationId="{2CFE7DD1-59B9-F2B6-70B2-7B3D51EBB3B3}"/>
          </ac:spMkLst>
        </pc:spChg>
        <pc:spChg chg="mod">
          <ac:chgData name="OLGA YAMILE RACHEZ ROMERO" userId="S::orachez@ucundinamarca.edu.co::cbb4b6fc-8f4b-4bfd-80d5-5cc54e478ab1" providerId="AD" clId="Web-{F7AFBA24-E4AC-86B9-ACA5-823E5A2EA311}" dt="2026-02-05T00:24:26.609" v="141"/>
          <ac:spMkLst>
            <pc:docMk/>
            <pc:sldMk cId="1943704122" sldId="268"/>
            <ac:spMk id="3" creationId="{D751E43B-1258-156D-2BB4-B6FBAE950160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4:26.609" v="141"/>
          <ac:spMkLst>
            <pc:docMk/>
            <pc:sldMk cId="1943704122" sldId="268"/>
            <ac:spMk id="9" creationId="{C0763A76-9F1C-4FC5-82B7-DD475DA461B2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4:26.609" v="141"/>
          <ac:spMkLst>
            <pc:docMk/>
            <pc:sldMk cId="1943704122" sldId="268"/>
            <ac:spMk id="11" creationId="{E81BF4F6-F2CF-4984-9D14-D6966D92F99F}"/>
          </ac:spMkLst>
        </pc:spChg>
        <pc:picChg chg="add">
          <ac:chgData name="OLGA YAMILE RACHEZ ROMERO" userId="S::orachez@ucundinamarca.edu.co::cbb4b6fc-8f4b-4bfd-80d5-5cc54e478ab1" providerId="AD" clId="Web-{F7AFBA24-E4AC-86B9-ACA5-823E5A2EA311}" dt="2026-02-05T00:24:26.609" v="141"/>
          <ac:picMkLst>
            <pc:docMk/>
            <pc:sldMk cId="1943704122" sldId="268"/>
            <ac:picMk id="5" creationId="{A3DF8A7B-600A-978B-F34E-DBC68966514D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7AFBA24-E4AC-86B9-ACA5-823E5A2EA311}" dt="2026-02-05T00:27:09.429" v="144" actId="20577"/>
        <pc:sldMkLst>
          <pc:docMk/>
          <pc:sldMk cId="2768444575" sldId="269"/>
        </pc:sldMkLst>
        <pc:spChg chg="mod">
          <ac:chgData name="OLGA YAMILE RACHEZ ROMERO" userId="S::orachez@ucundinamarca.edu.co::cbb4b6fc-8f4b-4bfd-80d5-5cc54e478ab1" providerId="AD" clId="Web-{F7AFBA24-E4AC-86B9-ACA5-823E5A2EA311}" dt="2026-02-05T00:26:14.927" v="142"/>
          <ac:spMkLst>
            <pc:docMk/>
            <pc:sldMk cId="2768444575" sldId="269"/>
            <ac:spMk id="2" creationId="{D98716DF-8FD0-F207-D006-D6E152C1A484}"/>
          </ac:spMkLst>
        </pc:spChg>
        <pc:spChg chg="del mod">
          <ac:chgData name="OLGA YAMILE RACHEZ ROMERO" userId="S::orachez@ucundinamarca.edu.co::cbb4b6fc-8f4b-4bfd-80d5-5cc54e478ab1" providerId="AD" clId="Web-{F7AFBA24-E4AC-86B9-ACA5-823E5A2EA311}" dt="2026-02-05T00:26:14.927" v="142"/>
          <ac:spMkLst>
            <pc:docMk/>
            <pc:sldMk cId="2768444575" sldId="269"/>
            <ac:spMk id="3" creationId="{EC93F688-5EE6-BD88-F5CE-81CFEECBDF17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6:14.927" v="142"/>
          <ac:spMkLst>
            <pc:docMk/>
            <pc:sldMk cId="2768444575" sldId="269"/>
            <ac:spMk id="10" creationId="{B50AB553-2A96-4A92-96F2-93548E096954}"/>
          </ac:spMkLst>
        </pc:spChg>
        <pc:graphicFrameChg chg="add modGraphic">
          <ac:chgData name="OLGA YAMILE RACHEZ ROMERO" userId="S::orachez@ucundinamarca.edu.co::cbb4b6fc-8f4b-4bfd-80d5-5cc54e478ab1" providerId="AD" clId="Web-{F7AFBA24-E4AC-86B9-ACA5-823E5A2EA311}" dt="2026-02-05T00:27:09.429" v="144" actId="20577"/>
          <ac:graphicFrameMkLst>
            <pc:docMk/>
            <pc:sldMk cId="2768444575" sldId="269"/>
            <ac:graphicFrameMk id="5" creationId="{39B762FD-3DFF-C07B-DB66-1C007E6BC869}"/>
          </ac:graphicFrameMkLst>
        </pc:graphicFrameChg>
        <pc:picChg chg="add">
          <ac:chgData name="OLGA YAMILE RACHEZ ROMERO" userId="S::orachez@ucundinamarca.edu.co::cbb4b6fc-8f4b-4bfd-80d5-5cc54e478ab1" providerId="AD" clId="Web-{F7AFBA24-E4AC-86B9-ACA5-823E5A2EA311}" dt="2026-02-05T00:26:14.927" v="142"/>
          <ac:picMkLst>
            <pc:docMk/>
            <pc:sldMk cId="2768444575" sldId="269"/>
            <ac:picMk id="6" creationId="{85226C54-902D-6713-EBE3-2B04AD93F6DF}"/>
          </ac:picMkLst>
        </pc:picChg>
      </pc:sldChg>
      <pc:sldChg chg="addSp delSp modSp new mod setBg">
        <pc:chgData name="OLGA YAMILE RACHEZ ROMERO" userId="S::orachez@ucundinamarca.edu.co::cbb4b6fc-8f4b-4bfd-80d5-5cc54e478ab1" providerId="AD" clId="Web-{F7AFBA24-E4AC-86B9-ACA5-823E5A2EA311}" dt="2026-02-05T00:27:48.055" v="147"/>
        <pc:sldMkLst>
          <pc:docMk/>
          <pc:sldMk cId="3823687789" sldId="270"/>
        </pc:sldMkLst>
        <pc:spChg chg="mod">
          <ac:chgData name="OLGA YAMILE RACHEZ ROMERO" userId="S::orachez@ucundinamarca.edu.co::cbb4b6fc-8f4b-4bfd-80d5-5cc54e478ab1" providerId="AD" clId="Web-{F7AFBA24-E4AC-86B9-ACA5-823E5A2EA311}" dt="2026-02-05T00:27:48.055" v="147"/>
          <ac:spMkLst>
            <pc:docMk/>
            <pc:sldMk cId="3823687789" sldId="270"/>
            <ac:spMk id="2" creationId="{C66B9F15-2ADF-5ED8-3E26-031A74B60ED4}"/>
          </ac:spMkLst>
        </pc:spChg>
        <pc:spChg chg="add del mod">
          <ac:chgData name="OLGA YAMILE RACHEZ ROMERO" userId="S::orachez@ucundinamarca.edu.co::cbb4b6fc-8f4b-4bfd-80d5-5cc54e478ab1" providerId="AD" clId="Web-{F7AFBA24-E4AC-86B9-ACA5-823E5A2EA311}" dt="2026-02-05T00:27:48.055" v="147"/>
          <ac:spMkLst>
            <pc:docMk/>
            <pc:sldMk cId="3823687789" sldId="270"/>
            <ac:spMk id="3" creationId="{C9197EA4-F8B8-6482-9410-A71B8DD75281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7:48.055" v="147"/>
          <ac:spMkLst>
            <pc:docMk/>
            <pc:sldMk cId="3823687789" sldId="270"/>
            <ac:spMk id="8" creationId="{081EA652-8C6A-4E69-BEB9-170809474553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5T00:27:36.258" v="146"/>
          <ac:spMkLst>
            <pc:docMk/>
            <pc:sldMk cId="3823687789" sldId="270"/>
            <ac:spMk id="9" creationId="{9DBC8166-481C-4473-95F5-9A5B9073B7F1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7:48.055" v="147"/>
          <ac:spMkLst>
            <pc:docMk/>
            <pc:sldMk cId="3823687789" sldId="270"/>
            <ac:spMk id="10" creationId="{5298780A-33B9-4EA2-8F67-DE68AD62841B}"/>
          </ac:spMkLst>
        </pc:spChg>
        <pc:spChg chg="add del">
          <ac:chgData name="OLGA YAMILE RACHEZ ROMERO" userId="S::orachez@ucundinamarca.edu.co::cbb4b6fc-8f4b-4bfd-80d5-5cc54e478ab1" providerId="AD" clId="Web-{F7AFBA24-E4AC-86B9-ACA5-823E5A2EA311}" dt="2026-02-05T00:27:36.258" v="146"/>
          <ac:spMkLst>
            <pc:docMk/>
            <pc:sldMk cId="3823687789" sldId="270"/>
            <ac:spMk id="11" creationId="{A5A5CE6E-90AF-4D43-A014-1F9EC83EB93D}"/>
          </ac:spMkLst>
        </pc:spChg>
        <pc:spChg chg="add">
          <ac:chgData name="OLGA YAMILE RACHEZ ROMERO" userId="S::orachez@ucundinamarca.edu.co::cbb4b6fc-8f4b-4bfd-80d5-5cc54e478ab1" providerId="AD" clId="Web-{F7AFBA24-E4AC-86B9-ACA5-823E5A2EA311}" dt="2026-02-05T00:27:48.055" v="147"/>
          <ac:spMkLst>
            <pc:docMk/>
            <pc:sldMk cId="3823687789" sldId="270"/>
            <ac:spMk id="12" creationId="{7F488E8B-4E1E-4402-8935-D4E6C02615C7}"/>
          </ac:spMkLst>
        </pc:spChg>
        <pc:graphicFrameChg chg="add del">
          <ac:chgData name="OLGA YAMILE RACHEZ ROMERO" userId="S::orachez@ucundinamarca.edu.co::cbb4b6fc-8f4b-4bfd-80d5-5cc54e478ab1" providerId="AD" clId="Web-{F7AFBA24-E4AC-86B9-ACA5-823E5A2EA311}" dt="2026-02-05T00:27:36.258" v="146"/>
          <ac:graphicFrameMkLst>
            <pc:docMk/>
            <pc:sldMk cId="3823687789" sldId="270"/>
            <ac:graphicFrameMk id="5" creationId="{1B459877-0C0E-4C51-9874-5FB94854815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EA0847-3E0A-4DB3-A988-704688120C0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4A0F62-76D2-4DA0-AE4B-2B12690F7B3E}">
      <dgm:prSet/>
      <dgm:spPr/>
      <dgm:t>
        <a:bodyPr/>
        <a:lstStyle/>
        <a:p>
          <a:r>
            <a:rPr lang="en-US"/>
            <a:t>Comprender qué es el pensamiento sistémico</a:t>
          </a:r>
        </a:p>
      </dgm:t>
    </dgm:pt>
    <dgm:pt modelId="{4D494319-0183-4A3B-A72C-D912C1BFB51C}" type="parTrans" cxnId="{D9E926E6-27F2-4C1D-9CC6-0D75EEA1CED9}">
      <dgm:prSet/>
      <dgm:spPr/>
      <dgm:t>
        <a:bodyPr/>
        <a:lstStyle/>
        <a:p>
          <a:endParaRPr lang="en-US"/>
        </a:p>
      </dgm:t>
    </dgm:pt>
    <dgm:pt modelId="{A08D9F79-A847-4AFD-B361-394531A9C48B}" type="sibTrans" cxnId="{D9E926E6-27F2-4C1D-9CC6-0D75EEA1CED9}">
      <dgm:prSet/>
      <dgm:spPr/>
      <dgm:t>
        <a:bodyPr/>
        <a:lstStyle/>
        <a:p>
          <a:endParaRPr lang="en-US"/>
        </a:p>
      </dgm:t>
    </dgm:pt>
    <dgm:pt modelId="{92F0AFB7-0CC2-49C7-9966-6FA07B3BBB08}">
      <dgm:prSet/>
      <dgm:spPr/>
      <dgm:t>
        <a:bodyPr/>
        <a:lstStyle/>
        <a:p>
          <a:r>
            <a:rPr lang="en-US"/>
            <a:t>Analizar problemas reales más allá del software</a:t>
          </a:r>
        </a:p>
      </dgm:t>
    </dgm:pt>
    <dgm:pt modelId="{782C6003-A269-4F84-A9AD-ACC643831848}" type="parTrans" cxnId="{A5B91187-22E5-480D-A56B-09471EECD9D9}">
      <dgm:prSet/>
      <dgm:spPr/>
      <dgm:t>
        <a:bodyPr/>
        <a:lstStyle/>
        <a:p>
          <a:endParaRPr lang="en-US"/>
        </a:p>
      </dgm:t>
    </dgm:pt>
    <dgm:pt modelId="{7B1A92A7-60E4-461A-AD90-156E7A5B909B}" type="sibTrans" cxnId="{A5B91187-22E5-480D-A56B-09471EECD9D9}">
      <dgm:prSet/>
      <dgm:spPr/>
      <dgm:t>
        <a:bodyPr/>
        <a:lstStyle/>
        <a:p>
          <a:endParaRPr lang="en-US"/>
        </a:p>
      </dgm:t>
    </dgm:pt>
    <dgm:pt modelId="{784BB8E8-D2E6-4DF9-9858-DC318D268652}">
      <dgm:prSet/>
      <dgm:spPr/>
      <dgm:t>
        <a:bodyPr/>
        <a:lstStyle/>
        <a:p>
          <a:r>
            <a:rPr lang="en-US"/>
            <a:t>Identificar actores, procesos y restricciones</a:t>
          </a:r>
        </a:p>
      </dgm:t>
    </dgm:pt>
    <dgm:pt modelId="{5E620429-01C3-4544-B914-672AAE66449C}" type="parTrans" cxnId="{5AD44382-BCD3-48CE-8A69-6F91D0C77B3A}">
      <dgm:prSet/>
      <dgm:spPr/>
      <dgm:t>
        <a:bodyPr/>
        <a:lstStyle/>
        <a:p>
          <a:endParaRPr lang="en-US"/>
        </a:p>
      </dgm:t>
    </dgm:pt>
    <dgm:pt modelId="{080C9990-7913-4B68-9EF4-05663564CF64}" type="sibTrans" cxnId="{5AD44382-BCD3-48CE-8A69-6F91D0C77B3A}">
      <dgm:prSet/>
      <dgm:spPr/>
      <dgm:t>
        <a:bodyPr/>
        <a:lstStyle/>
        <a:p>
          <a:endParaRPr lang="en-US"/>
        </a:p>
      </dgm:t>
    </dgm:pt>
    <dgm:pt modelId="{6E65D144-0427-4B0B-A17D-8B297D24277D}">
      <dgm:prSet/>
      <dgm:spPr/>
      <dgm:t>
        <a:bodyPr/>
        <a:lstStyle/>
        <a:p>
          <a:r>
            <a:rPr lang="en-US"/>
            <a:t>Entender que el software es parte de un sistema mayor</a:t>
          </a:r>
        </a:p>
      </dgm:t>
    </dgm:pt>
    <dgm:pt modelId="{28249554-0F1F-42CA-925A-3EB362FDC547}" type="parTrans" cxnId="{BBA13CC9-0B9A-4EE1-8468-4AB25FB02D4B}">
      <dgm:prSet/>
      <dgm:spPr/>
      <dgm:t>
        <a:bodyPr/>
        <a:lstStyle/>
        <a:p>
          <a:endParaRPr lang="en-US"/>
        </a:p>
      </dgm:t>
    </dgm:pt>
    <dgm:pt modelId="{AA0F19B9-276E-4016-B8CB-CA3E5A262881}" type="sibTrans" cxnId="{BBA13CC9-0B9A-4EE1-8468-4AB25FB02D4B}">
      <dgm:prSet/>
      <dgm:spPr/>
      <dgm:t>
        <a:bodyPr/>
        <a:lstStyle/>
        <a:p>
          <a:endParaRPr lang="en-US"/>
        </a:p>
      </dgm:t>
    </dgm:pt>
    <dgm:pt modelId="{2E3D0F70-5F65-4A31-A10A-D5B85598FB61}" type="pres">
      <dgm:prSet presAssocID="{C8EA0847-3E0A-4DB3-A988-704688120C07}" presName="root" presStyleCnt="0">
        <dgm:presLayoutVars>
          <dgm:dir/>
          <dgm:resizeHandles val="exact"/>
        </dgm:presLayoutVars>
      </dgm:prSet>
      <dgm:spPr/>
    </dgm:pt>
    <dgm:pt modelId="{FEB867D2-CBCF-411B-A04D-3F5ACA61BE30}" type="pres">
      <dgm:prSet presAssocID="{7F4A0F62-76D2-4DA0-AE4B-2B12690F7B3E}" presName="compNode" presStyleCnt="0"/>
      <dgm:spPr/>
    </dgm:pt>
    <dgm:pt modelId="{ACCB4155-A80A-44EA-87FC-7506B3A5E365}" type="pres">
      <dgm:prSet presAssocID="{7F4A0F62-76D2-4DA0-AE4B-2B12690F7B3E}" presName="bgRect" presStyleLbl="bgShp" presStyleIdx="0" presStyleCnt="4"/>
      <dgm:spPr/>
    </dgm:pt>
    <dgm:pt modelId="{4493129A-2390-4523-983F-B85F3A473FDA}" type="pres">
      <dgm:prSet presAssocID="{7F4A0F62-76D2-4DA0-AE4B-2B12690F7B3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46E1654-7E08-47C9-A991-6C4B9820C875}" type="pres">
      <dgm:prSet presAssocID="{7F4A0F62-76D2-4DA0-AE4B-2B12690F7B3E}" presName="spaceRect" presStyleCnt="0"/>
      <dgm:spPr/>
    </dgm:pt>
    <dgm:pt modelId="{1EED2E55-9FBE-4C96-A46B-86BCFE221AD2}" type="pres">
      <dgm:prSet presAssocID="{7F4A0F62-76D2-4DA0-AE4B-2B12690F7B3E}" presName="parTx" presStyleLbl="revTx" presStyleIdx="0" presStyleCnt="4">
        <dgm:presLayoutVars>
          <dgm:chMax val="0"/>
          <dgm:chPref val="0"/>
        </dgm:presLayoutVars>
      </dgm:prSet>
      <dgm:spPr/>
    </dgm:pt>
    <dgm:pt modelId="{774A45CE-635F-4C3E-BE25-36324626C9AF}" type="pres">
      <dgm:prSet presAssocID="{A08D9F79-A847-4AFD-B361-394531A9C48B}" presName="sibTrans" presStyleCnt="0"/>
      <dgm:spPr/>
    </dgm:pt>
    <dgm:pt modelId="{2D73CAEA-26A7-404B-8CB9-6F2D5F89CBFB}" type="pres">
      <dgm:prSet presAssocID="{92F0AFB7-0CC2-49C7-9966-6FA07B3BBB08}" presName="compNode" presStyleCnt="0"/>
      <dgm:spPr/>
    </dgm:pt>
    <dgm:pt modelId="{2A19D0B6-0656-4540-BF26-2F8F3DD22F2E}" type="pres">
      <dgm:prSet presAssocID="{92F0AFB7-0CC2-49C7-9966-6FA07B3BBB08}" presName="bgRect" presStyleLbl="bgShp" presStyleIdx="1" presStyleCnt="4"/>
      <dgm:spPr/>
    </dgm:pt>
    <dgm:pt modelId="{84569AB5-6BF1-4B8F-9ADA-59B53D5C2571}" type="pres">
      <dgm:prSet presAssocID="{92F0AFB7-0CC2-49C7-9966-6FA07B3BBB0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EBD3A8E1-055F-4A3E-83EB-E60C2F47D2EF}" type="pres">
      <dgm:prSet presAssocID="{92F0AFB7-0CC2-49C7-9966-6FA07B3BBB08}" presName="spaceRect" presStyleCnt="0"/>
      <dgm:spPr/>
    </dgm:pt>
    <dgm:pt modelId="{F4928A49-2645-463F-9492-FA72E5D60225}" type="pres">
      <dgm:prSet presAssocID="{92F0AFB7-0CC2-49C7-9966-6FA07B3BBB08}" presName="parTx" presStyleLbl="revTx" presStyleIdx="1" presStyleCnt="4">
        <dgm:presLayoutVars>
          <dgm:chMax val="0"/>
          <dgm:chPref val="0"/>
        </dgm:presLayoutVars>
      </dgm:prSet>
      <dgm:spPr/>
    </dgm:pt>
    <dgm:pt modelId="{E661779E-265D-4E12-B9C7-758DC3B306F3}" type="pres">
      <dgm:prSet presAssocID="{7B1A92A7-60E4-461A-AD90-156E7A5B909B}" presName="sibTrans" presStyleCnt="0"/>
      <dgm:spPr/>
    </dgm:pt>
    <dgm:pt modelId="{2DC1339F-D94C-47C0-B691-35B6F88BEAF5}" type="pres">
      <dgm:prSet presAssocID="{784BB8E8-D2E6-4DF9-9858-DC318D268652}" presName="compNode" presStyleCnt="0"/>
      <dgm:spPr/>
    </dgm:pt>
    <dgm:pt modelId="{011CC499-0D83-492D-B72F-648973828EE3}" type="pres">
      <dgm:prSet presAssocID="{784BB8E8-D2E6-4DF9-9858-DC318D268652}" presName="bgRect" presStyleLbl="bgShp" presStyleIdx="2" presStyleCnt="4"/>
      <dgm:spPr/>
    </dgm:pt>
    <dgm:pt modelId="{020B7EBA-42DB-4824-BBC1-A76C1A8E8402}" type="pres">
      <dgm:prSet presAssocID="{784BB8E8-D2E6-4DF9-9858-DC318D26865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9A3801-D7F8-49FD-9AE9-E3702F9C448F}" type="pres">
      <dgm:prSet presAssocID="{784BB8E8-D2E6-4DF9-9858-DC318D268652}" presName="spaceRect" presStyleCnt="0"/>
      <dgm:spPr/>
    </dgm:pt>
    <dgm:pt modelId="{AE4D59EF-B29A-44BF-A983-8BE1C693A2FF}" type="pres">
      <dgm:prSet presAssocID="{784BB8E8-D2E6-4DF9-9858-DC318D268652}" presName="parTx" presStyleLbl="revTx" presStyleIdx="2" presStyleCnt="4">
        <dgm:presLayoutVars>
          <dgm:chMax val="0"/>
          <dgm:chPref val="0"/>
        </dgm:presLayoutVars>
      </dgm:prSet>
      <dgm:spPr/>
    </dgm:pt>
    <dgm:pt modelId="{5B0515CC-87F0-4636-A7CC-B73ADEA5A131}" type="pres">
      <dgm:prSet presAssocID="{080C9990-7913-4B68-9EF4-05663564CF64}" presName="sibTrans" presStyleCnt="0"/>
      <dgm:spPr/>
    </dgm:pt>
    <dgm:pt modelId="{810BF371-977D-4A48-BEB4-EFA609877AAC}" type="pres">
      <dgm:prSet presAssocID="{6E65D144-0427-4B0B-A17D-8B297D24277D}" presName="compNode" presStyleCnt="0"/>
      <dgm:spPr/>
    </dgm:pt>
    <dgm:pt modelId="{37968114-68E8-4B95-9A39-C2CEAE93934A}" type="pres">
      <dgm:prSet presAssocID="{6E65D144-0427-4B0B-A17D-8B297D24277D}" presName="bgRect" presStyleLbl="bgShp" presStyleIdx="3" presStyleCnt="4"/>
      <dgm:spPr/>
    </dgm:pt>
    <dgm:pt modelId="{4D3CCB78-F97C-4EC0-A24E-96E088AC7AB7}" type="pres">
      <dgm:prSet presAssocID="{6E65D144-0427-4B0B-A17D-8B297D24277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349E7D4-6876-4F45-AE03-08430A6C0E26}" type="pres">
      <dgm:prSet presAssocID="{6E65D144-0427-4B0B-A17D-8B297D24277D}" presName="spaceRect" presStyleCnt="0"/>
      <dgm:spPr/>
    </dgm:pt>
    <dgm:pt modelId="{CDF81A17-A74F-44E5-8843-3618DB8313E5}" type="pres">
      <dgm:prSet presAssocID="{6E65D144-0427-4B0B-A17D-8B297D24277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CF60B1E-1FB7-43C9-B5BC-C02F73DC1169}" type="presOf" srcId="{784BB8E8-D2E6-4DF9-9858-DC318D268652}" destId="{AE4D59EF-B29A-44BF-A983-8BE1C693A2FF}" srcOrd="0" destOrd="0" presId="urn:microsoft.com/office/officeart/2018/2/layout/IconVerticalSolidList"/>
    <dgm:cxn modelId="{011C572A-AB4B-4E6C-8D3E-7FC08E20BC82}" type="presOf" srcId="{92F0AFB7-0CC2-49C7-9966-6FA07B3BBB08}" destId="{F4928A49-2645-463F-9492-FA72E5D60225}" srcOrd="0" destOrd="0" presId="urn:microsoft.com/office/officeart/2018/2/layout/IconVerticalSolidList"/>
    <dgm:cxn modelId="{A4DA436D-9221-47F9-8B3D-285AA506908A}" type="presOf" srcId="{6E65D144-0427-4B0B-A17D-8B297D24277D}" destId="{CDF81A17-A74F-44E5-8843-3618DB8313E5}" srcOrd="0" destOrd="0" presId="urn:microsoft.com/office/officeart/2018/2/layout/IconVerticalSolidList"/>
    <dgm:cxn modelId="{5AD44382-BCD3-48CE-8A69-6F91D0C77B3A}" srcId="{C8EA0847-3E0A-4DB3-A988-704688120C07}" destId="{784BB8E8-D2E6-4DF9-9858-DC318D268652}" srcOrd="2" destOrd="0" parTransId="{5E620429-01C3-4544-B914-672AAE66449C}" sibTransId="{080C9990-7913-4B68-9EF4-05663564CF64}"/>
    <dgm:cxn modelId="{A5B91187-22E5-480D-A56B-09471EECD9D9}" srcId="{C8EA0847-3E0A-4DB3-A988-704688120C07}" destId="{92F0AFB7-0CC2-49C7-9966-6FA07B3BBB08}" srcOrd="1" destOrd="0" parTransId="{782C6003-A269-4F84-A9AD-ACC643831848}" sibTransId="{7B1A92A7-60E4-461A-AD90-156E7A5B909B}"/>
    <dgm:cxn modelId="{1EB0FABC-EC26-48CF-A77B-74E55F23DD53}" type="presOf" srcId="{7F4A0F62-76D2-4DA0-AE4B-2B12690F7B3E}" destId="{1EED2E55-9FBE-4C96-A46B-86BCFE221AD2}" srcOrd="0" destOrd="0" presId="urn:microsoft.com/office/officeart/2018/2/layout/IconVerticalSolidList"/>
    <dgm:cxn modelId="{BBA13CC9-0B9A-4EE1-8468-4AB25FB02D4B}" srcId="{C8EA0847-3E0A-4DB3-A988-704688120C07}" destId="{6E65D144-0427-4B0B-A17D-8B297D24277D}" srcOrd="3" destOrd="0" parTransId="{28249554-0F1F-42CA-925A-3EB362FDC547}" sibTransId="{AA0F19B9-276E-4016-B8CB-CA3E5A262881}"/>
    <dgm:cxn modelId="{D9E926E6-27F2-4C1D-9CC6-0D75EEA1CED9}" srcId="{C8EA0847-3E0A-4DB3-A988-704688120C07}" destId="{7F4A0F62-76D2-4DA0-AE4B-2B12690F7B3E}" srcOrd="0" destOrd="0" parTransId="{4D494319-0183-4A3B-A72C-D912C1BFB51C}" sibTransId="{A08D9F79-A847-4AFD-B361-394531A9C48B}"/>
    <dgm:cxn modelId="{997EF2F9-8AE3-451A-BE57-E6B18147F57D}" type="presOf" srcId="{C8EA0847-3E0A-4DB3-A988-704688120C07}" destId="{2E3D0F70-5F65-4A31-A10A-D5B85598FB61}" srcOrd="0" destOrd="0" presId="urn:microsoft.com/office/officeart/2018/2/layout/IconVerticalSolidList"/>
    <dgm:cxn modelId="{A4AF9C5E-B089-4A0A-BB83-0B14FF0BB09C}" type="presParOf" srcId="{2E3D0F70-5F65-4A31-A10A-D5B85598FB61}" destId="{FEB867D2-CBCF-411B-A04D-3F5ACA61BE30}" srcOrd="0" destOrd="0" presId="urn:microsoft.com/office/officeart/2018/2/layout/IconVerticalSolidList"/>
    <dgm:cxn modelId="{C23268BA-507E-4E53-BF8E-734DF40C776E}" type="presParOf" srcId="{FEB867D2-CBCF-411B-A04D-3F5ACA61BE30}" destId="{ACCB4155-A80A-44EA-87FC-7506B3A5E365}" srcOrd="0" destOrd="0" presId="urn:microsoft.com/office/officeart/2018/2/layout/IconVerticalSolidList"/>
    <dgm:cxn modelId="{08E31EBB-0097-452B-8C27-91826ACF242B}" type="presParOf" srcId="{FEB867D2-CBCF-411B-A04D-3F5ACA61BE30}" destId="{4493129A-2390-4523-983F-B85F3A473FDA}" srcOrd="1" destOrd="0" presId="urn:microsoft.com/office/officeart/2018/2/layout/IconVerticalSolidList"/>
    <dgm:cxn modelId="{D50327F0-D879-43B2-9276-893478C9098C}" type="presParOf" srcId="{FEB867D2-CBCF-411B-A04D-3F5ACA61BE30}" destId="{046E1654-7E08-47C9-A991-6C4B9820C875}" srcOrd="2" destOrd="0" presId="urn:microsoft.com/office/officeart/2018/2/layout/IconVerticalSolidList"/>
    <dgm:cxn modelId="{0E7057D4-19C1-4831-A5D3-33F9E6503A04}" type="presParOf" srcId="{FEB867D2-CBCF-411B-A04D-3F5ACA61BE30}" destId="{1EED2E55-9FBE-4C96-A46B-86BCFE221AD2}" srcOrd="3" destOrd="0" presId="urn:microsoft.com/office/officeart/2018/2/layout/IconVerticalSolidList"/>
    <dgm:cxn modelId="{07336652-57B2-4232-A4DC-A29E247EE32D}" type="presParOf" srcId="{2E3D0F70-5F65-4A31-A10A-D5B85598FB61}" destId="{774A45CE-635F-4C3E-BE25-36324626C9AF}" srcOrd="1" destOrd="0" presId="urn:microsoft.com/office/officeart/2018/2/layout/IconVerticalSolidList"/>
    <dgm:cxn modelId="{FC3B99E2-020A-4988-AE67-BFD4892AF714}" type="presParOf" srcId="{2E3D0F70-5F65-4A31-A10A-D5B85598FB61}" destId="{2D73CAEA-26A7-404B-8CB9-6F2D5F89CBFB}" srcOrd="2" destOrd="0" presId="urn:microsoft.com/office/officeart/2018/2/layout/IconVerticalSolidList"/>
    <dgm:cxn modelId="{E95D6661-7403-40C2-AA80-C28F06F44303}" type="presParOf" srcId="{2D73CAEA-26A7-404B-8CB9-6F2D5F89CBFB}" destId="{2A19D0B6-0656-4540-BF26-2F8F3DD22F2E}" srcOrd="0" destOrd="0" presId="urn:microsoft.com/office/officeart/2018/2/layout/IconVerticalSolidList"/>
    <dgm:cxn modelId="{79DCAC3B-7F40-47DA-A362-CC20C1B6F935}" type="presParOf" srcId="{2D73CAEA-26A7-404B-8CB9-6F2D5F89CBFB}" destId="{84569AB5-6BF1-4B8F-9ADA-59B53D5C2571}" srcOrd="1" destOrd="0" presId="urn:microsoft.com/office/officeart/2018/2/layout/IconVerticalSolidList"/>
    <dgm:cxn modelId="{5A7D4F53-9B53-49A4-9DAB-C08214A3BC6E}" type="presParOf" srcId="{2D73CAEA-26A7-404B-8CB9-6F2D5F89CBFB}" destId="{EBD3A8E1-055F-4A3E-83EB-E60C2F47D2EF}" srcOrd="2" destOrd="0" presId="urn:microsoft.com/office/officeart/2018/2/layout/IconVerticalSolidList"/>
    <dgm:cxn modelId="{DC8DBE65-115B-4B26-87BA-A2037F638481}" type="presParOf" srcId="{2D73CAEA-26A7-404B-8CB9-6F2D5F89CBFB}" destId="{F4928A49-2645-463F-9492-FA72E5D60225}" srcOrd="3" destOrd="0" presId="urn:microsoft.com/office/officeart/2018/2/layout/IconVerticalSolidList"/>
    <dgm:cxn modelId="{282BCF11-7203-4032-A88A-13ED702CD842}" type="presParOf" srcId="{2E3D0F70-5F65-4A31-A10A-D5B85598FB61}" destId="{E661779E-265D-4E12-B9C7-758DC3B306F3}" srcOrd="3" destOrd="0" presId="urn:microsoft.com/office/officeart/2018/2/layout/IconVerticalSolidList"/>
    <dgm:cxn modelId="{0F276C07-F1F4-4127-98F1-9518D9824533}" type="presParOf" srcId="{2E3D0F70-5F65-4A31-A10A-D5B85598FB61}" destId="{2DC1339F-D94C-47C0-B691-35B6F88BEAF5}" srcOrd="4" destOrd="0" presId="urn:microsoft.com/office/officeart/2018/2/layout/IconVerticalSolidList"/>
    <dgm:cxn modelId="{32DD8033-30AD-4DDE-978D-998783FFD04F}" type="presParOf" srcId="{2DC1339F-D94C-47C0-B691-35B6F88BEAF5}" destId="{011CC499-0D83-492D-B72F-648973828EE3}" srcOrd="0" destOrd="0" presId="urn:microsoft.com/office/officeart/2018/2/layout/IconVerticalSolidList"/>
    <dgm:cxn modelId="{D5C78998-CEDD-4EAF-89E6-8BA1FE2C53DD}" type="presParOf" srcId="{2DC1339F-D94C-47C0-B691-35B6F88BEAF5}" destId="{020B7EBA-42DB-4824-BBC1-A76C1A8E8402}" srcOrd="1" destOrd="0" presId="urn:microsoft.com/office/officeart/2018/2/layout/IconVerticalSolidList"/>
    <dgm:cxn modelId="{A611A908-327F-4597-921E-0E91C8762E34}" type="presParOf" srcId="{2DC1339F-D94C-47C0-B691-35B6F88BEAF5}" destId="{299A3801-D7F8-49FD-9AE9-E3702F9C448F}" srcOrd="2" destOrd="0" presId="urn:microsoft.com/office/officeart/2018/2/layout/IconVerticalSolidList"/>
    <dgm:cxn modelId="{FF32DD8E-8BD3-4F21-89B9-E49E0BCC3507}" type="presParOf" srcId="{2DC1339F-D94C-47C0-B691-35B6F88BEAF5}" destId="{AE4D59EF-B29A-44BF-A983-8BE1C693A2FF}" srcOrd="3" destOrd="0" presId="urn:microsoft.com/office/officeart/2018/2/layout/IconVerticalSolidList"/>
    <dgm:cxn modelId="{6789A376-4A0E-47B7-A969-19A9258A79E0}" type="presParOf" srcId="{2E3D0F70-5F65-4A31-A10A-D5B85598FB61}" destId="{5B0515CC-87F0-4636-A7CC-B73ADEA5A131}" srcOrd="5" destOrd="0" presId="urn:microsoft.com/office/officeart/2018/2/layout/IconVerticalSolidList"/>
    <dgm:cxn modelId="{A6A417F6-7FC2-4ECA-BEC3-77D987E290D1}" type="presParOf" srcId="{2E3D0F70-5F65-4A31-A10A-D5B85598FB61}" destId="{810BF371-977D-4A48-BEB4-EFA609877AAC}" srcOrd="6" destOrd="0" presId="urn:microsoft.com/office/officeart/2018/2/layout/IconVerticalSolidList"/>
    <dgm:cxn modelId="{DD12F4FE-C92E-4A26-BF04-AA7F43A04222}" type="presParOf" srcId="{810BF371-977D-4A48-BEB4-EFA609877AAC}" destId="{37968114-68E8-4B95-9A39-C2CEAE93934A}" srcOrd="0" destOrd="0" presId="urn:microsoft.com/office/officeart/2018/2/layout/IconVerticalSolidList"/>
    <dgm:cxn modelId="{769AAB76-0077-4725-B39B-751A106D4400}" type="presParOf" srcId="{810BF371-977D-4A48-BEB4-EFA609877AAC}" destId="{4D3CCB78-F97C-4EC0-A24E-96E088AC7AB7}" srcOrd="1" destOrd="0" presId="urn:microsoft.com/office/officeart/2018/2/layout/IconVerticalSolidList"/>
    <dgm:cxn modelId="{4F5467CD-74DB-4F3A-8391-895D6152AD1E}" type="presParOf" srcId="{810BF371-977D-4A48-BEB4-EFA609877AAC}" destId="{F349E7D4-6876-4F45-AE03-08430A6C0E26}" srcOrd="2" destOrd="0" presId="urn:microsoft.com/office/officeart/2018/2/layout/IconVerticalSolidList"/>
    <dgm:cxn modelId="{CF48E395-52DA-44A8-AB89-ECA768DA2F91}" type="presParOf" srcId="{810BF371-977D-4A48-BEB4-EFA609877AAC}" destId="{CDF81A17-A74F-44E5-8843-3618DB8313E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90040F-121D-44B0-A9DF-A6A2287A9AE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5C9883-A318-499D-B826-3EFA9ABAB834}">
      <dgm:prSet/>
      <dgm:spPr/>
      <dgm:t>
        <a:bodyPr/>
        <a:lstStyle/>
        <a:p>
          <a:r>
            <a:rPr lang="en-US" dirty="0" err="1"/>
            <a:t>Creencia</a:t>
          </a:r>
          <a:r>
            <a:rPr lang="en-US" dirty="0"/>
            <a:t> </a:t>
          </a:r>
          <a:r>
            <a:rPr lang="en-US" dirty="0" err="1"/>
            <a:t>frecuente</a:t>
          </a:r>
          <a:r>
            <a:rPr lang="en-US" dirty="0"/>
            <a:t>:</a:t>
          </a:r>
        </a:p>
      </dgm:t>
    </dgm:pt>
    <dgm:pt modelId="{57B2C17D-D070-4027-854C-A3023A269ECE}" type="parTrans" cxnId="{831CD31D-D86F-49B3-917C-6BAA5D948172}">
      <dgm:prSet/>
      <dgm:spPr/>
      <dgm:t>
        <a:bodyPr/>
        <a:lstStyle/>
        <a:p>
          <a:endParaRPr lang="en-US"/>
        </a:p>
      </dgm:t>
    </dgm:pt>
    <dgm:pt modelId="{020F2725-0950-45B0-B8DC-C774E3CE10D0}" type="sibTrans" cxnId="{831CD31D-D86F-49B3-917C-6BAA5D948172}">
      <dgm:prSet/>
      <dgm:spPr/>
      <dgm:t>
        <a:bodyPr/>
        <a:lstStyle/>
        <a:p>
          <a:endParaRPr lang="en-US"/>
        </a:p>
      </dgm:t>
    </dgm:pt>
    <dgm:pt modelId="{03E6EE92-8257-4174-94DE-928BD3C7F529}">
      <dgm:prSet/>
      <dgm:spPr/>
      <dgm:t>
        <a:bodyPr/>
        <a:lstStyle/>
        <a:p>
          <a:r>
            <a:rPr lang="en-US" dirty="0"/>
            <a:t>“El </a:t>
          </a:r>
          <a:r>
            <a:rPr lang="en-US" dirty="0" err="1"/>
            <a:t>problema</a:t>
          </a:r>
          <a:r>
            <a:rPr lang="en-US" dirty="0"/>
            <a:t> es </a:t>
          </a:r>
          <a:r>
            <a:rPr lang="en-US" dirty="0" err="1"/>
            <a:t>hacer</a:t>
          </a:r>
          <a:r>
            <a:rPr lang="en-US" dirty="0"/>
            <a:t> la </a:t>
          </a:r>
          <a:r>
            <a:rPr lang="en-US" dirty="0" err="1"/>
            <a:t>aplicación</a:t>
          </a:r>
          <a:r>
            <a:rPr lang="en-US" dirty="0"/>
            <a:t>”</a:t>
          </a:r>
        </a:p>
      </dgm:t>
    </dgm:pt>
    <dgm:pt modelId="{2D7770B6-DF9C-44F9-B455-F6B517970F6A}" type="parTrans" cxnId="{CB0B7B86-4C36-4B15-853C-0FB848E69949}">
      <dgm:prSet/>
      <dgm:spPr/>
      <dgm:t>
        <a:bodyPr/>
        <a:lstStyle/>
        <a:p>
          <a:endParaRPr lang="en-US"/>
        </a:p>
      </dgm:t>
    </dgm:pt>
    <dgm:pt modelId="{0FF55959-532F-42C2-B8F3-A04531A5B6BB}" type="sibTrans" cxnId="{CB0B7B86-4C36-4B15-853C-0FB848E69949}">
      <dgm:prSet/>
      <dgm:spPr/>
      <dgm:t>
        <a:bodyPr/>
        <a:lstStyle/>
        <a:p>
          <a:endParaRPr lang="en-US"/>
        </a:p>
      </dgm:t>
    </dgm:pt>
    <dgm:pt modelId="{13CDBBC7-52A1-4C18-B08D-6E14D82430CA}">
      <dgm:prSet/>
      <dgm:spPr/>
      <dgm:t>
        <a:bodyPr/>
        <a:lstStyle/>
        <a:p>
          <a:r>
            <a:rPr lang="en-US" dirty="0"/>
            <a:t>El </a:t>
          </a:r>
          <a:r>
            <a:rPr lang="en-US" dirty="0" err="1"/>
            <a:t>problema</a:t>
          </a:r>
          <a:r>
            <a:rPr lang="en-US" dirty="0"/>
            <a:t> es:</a:t>
          </a:r>
        </a:p>
      </dgm:t>
    </dgm:pt>
    <dgm:pt modelId="{6F0E4F24-8610-4EE0-BA25-37B7E17E753F}" type="parTrans" cxnId="{085C11DF-E249-4BC7-A7BE-65506D5E118D}">
      <dgm:prSet/>
      <dgm:spPr/>
      <dgm:t>
        <a:bodyPr/>
        <a:lstStyle/>
        <a:p>
          <a:endParaRPr lang="en-US"/>
        </a:p>
      </dgm:t>
    </dgm:pt>
    <dgm:pt modelId="{3E71EE01-239B-428F-9DB2-A4AC1ADEF0BC}" type="sibTrans" cxnId="{085C11DF-E249-4BC7-A7BE-65506D5E118D}">
      <dgm:prSet/>
      <dgm:spPr/>
      <dgm:t>
        <a:bodyPr/>
        <a:lstStyle/>
        <a:p>
          <a:endParaRPr lang="en-US"/>
        </a:p>
      </dgm:t>
    </dgm:pt>
    <dgm:pt modelId="{CDE04FBF-3D20-4ADA-A49F-764B623DCEFB}">
      <dgm:prSet/>
      <dgm:spPr/>
      <dgm:t>
        <a:bodyPr/>
        <a:lstStyle/>
        <a:p>
          <a:r>
            <a:rPr lang="en-US" dirty="0" err="1"/>
            <a:t>Organizacional</a:t>
          </a:r>
          <a:endParaRPr lang="en-US" dirty="0"/>
        </a:p>
      </dgm:t>
    </dgm:pt>
    <dgm:pt modelId="{7771D086-E898-4850-B9C0-60DE107E1D3C}" type="parTrans" cxnId="{9483388B-6889-4624-9104-53D0D2A60CE1}">
      <dgm:prSet/>
      <dgm:spPr/>
      <dgm:t>
        <a:bodyPr/>
        <a:lstStyle/>
        <a:p>
          <a:endParaRPr lang="en-US"/>
        </a:p>
      </dgm:t>
    </dgm:pt>
    <dgm:pt modelId="{9EBFAD3B-34FF-47DE-B621-833589E3948A}" type="sibTrans" cxnId="{9483388B-6889-4624-9104-53D0D2A60CE1}">
      <dgm:prSet/>
      <dgm:spPr/>
      <dgm:t>
        <a:bodyPr/>
        <a:lstStyle/>
        <a:p>
          <a:endParaRPr lang="en-US"/>
        </a:p>
      </dgm:t>
    </dgm:pt>
    <dgm:pt modelId="{5E446EA6-A32B-4672-8664-C746493E3DE8}">
      <dgm:prSet/>
      <dgm:spPr/>
      <dgm:t>
        <a:bodyPr/>
        <a:lstStyle/>
        <a:p>
          <a:r>
            <a:rPr lang="en-US" dirty="0" err="1"/>
            <a:t>Operativo</a:t>
          </a:r>
          <a:endParaRPr lang="en-US" dirty="0"/>
        </a:p>
      </dgm:t>
    </dgm:pt>
    <dgm:pt modelId="{B562719F-907E-48A4-9FBB-EAEBDA1D5AA3}" type="parTrans" cxnId="{0B8F1313-4D18-443E-BE82-686824AB6399}">
      <dgm:prSet/>
      <dgm:spPr/>
      <dgm:t>
        <a:bodyPr/>
        <a:lstStyle/>
        <a:p>
          <a:endParaRPr lang="en-US"/>
        </a:p>
      </dgm:t>
    </dgm:pt>
    <dgm:pt modelId="{1D5468F9-BC14-44C0-8276-738989DFC937}" type="sibTrans" cxnId="{0B8F1313-4D18-443E-BE82-686824AB6399}">
      <dgm:prSet/>
      <dgm:spPr/>
      <dgm:t>
        <a:bodyPr/>
        <a:lstStyle/>
        <a:p>
          <a:endParaRPr lang="en-US"/>
        </a:p>
      </dgm:t>
    </dgm:pt>
    <dgm:pt modelId="{7528EEEA-EEBF-4445-BFA3-937321671BD9}">
      <dgm:prSet/>
      <dgm:spPr/>
      <dgm:t>
        <a:bodyPr/>
        <a:lstStyle/>
        <a:p>
          <a:r>
            <a:rPr lang="en-US" dirty="0"/>
            <a:t>Humano</a:t>
          </a:r>
        </a:p>
      </dgm:t>
    </dgm:pt>
    <dgm:pt modelId="{82AC8114-6815-4F1C-B478-472C956012B9}" type="parTrans" cxnId="{A29E01D5-E2EA-4A5E-A416-4710AA1C1F1E}">
      <dgm:prSet/>
      <dgm:spPr/>
      <dgm:t>
        <a:bodyPr/>
        <a:lstStyle/>
        <a:p>
          <a:endParaRPr lang="en-US"/>
        </a:p>
      </dgm:t>
    </dgm:pt>
    <dgm:pt modelId="{9FBCC41B-60B6-4A2B-99C6-CD788F4C4FE9}" type="sibTrans" cxnId="{A29E01D5-E2EA-4A5E-A416-4710AA1C1F1E}">
      <dgm:prSet/>
      <dgm:spPr/>
      <dgm:t>
        <a:bodyPr/>
        <a:lstStyle/>
        <a:p>
          <a:endParaRPr lang="en-US"/>
        </a:p>
      </dgm:t>
    </dgm:pt>
    <dgm:pt modelId="{062BE9D0-7B70-4B74-BC0F-E90C1072147D}">
      <dgm:prSet/>
      <dgm:spPr/>
      <dgm:t>
        <a:bodyPr/>
        <a:lstStyle/>
        <a:p>
          <a:r>
            <a:rPr lang="en-US" dirty="0"/>
            <a:t>Técnico</a:t>
          </a:r>
        </a:p>
      </dgm:t>
    </dgm:pt>
    <dgm:pt modelId="{E8648427-250C-43BE-B9FE-A692717C0F1F}" type="parTrans" cxnId="{DCD63142-6CCC-4848-9992-09D6F871C20E}">
      <dgm:prSet/>
      <dgm:spPr/>
      <dgm:t>
        <a:bodyPr/>
        <a:lstStyle/>
        <a:p>
          <a:endParaRPr lang="en-US"/>
        </a:p>
      </dgm:t>
    </dgm:pt>
    <dgm:pt modelId="{D93A2E7F-4DBB-4D37-979E-F1ADC334C721}" type="sibTrans" cxnId="{DCD63142-6CCC-4848-9992-09D6F871C20E}">
      <dgm:prSet/>
      <dgm:spPr/>
      <dgm:t>
        <a:bodyPr/>
        <a:lstStyle/>
        <a:p>
          <a:endParaRPr lang="en-US"/>
        </a:p>
      </dgm:t>
    </dgm:pt>
    <dgm:pt modelId="{4D628365-7274-4C4A-8C60-0C9BA5C083FF}">
      <dgm:prSet/>
      <dgm:spPr/>
      <dgm:t>
        <a:bodyPr/>
        <a:lstStyle/>
        <a:p>
          <a:r>
            <a:rPr lang="en-US" dirty="0"/>
            <a:t>El software </a:t>
          </a:r>
          <a:r>
            <a:rPr lang="en-US" b="1" dirty="0"/>
            <a:t>solo </a:t>
          </a:r>
          <a:r>
            <a:rPr lang="en-US" b="1" dirty="0" err="1"/>
            <a:t>apoya</a:t>
          </a:r>
          <a:r>
            <a:rPr lang="en-US" b="1" dirty="0"/>
            <a:t> la </a:t>
          </a:r>
          <a:r>
            <a:rPr lang="en-US" b="1" dirty="0" err="1"/>
            <a:t>solución</a:t>
          </a:r>
          <a:endParaRPr lang="en-US" dirty="0" err="1"/>
        </a:p>
      </dgm:t>
    </dgm:pt>
    <dgm:pt modelId="{02614CB0-D951-42F9-9681-1DA8D9BF8CA3}" type="parTrans" cxnId="{E45BB6E8-B5DB-48A2-9A9F-4EF1F448E554}">
      <dgm:prSet/>
      <dgm:spPr/>
      <dgm:t>
        <a:bodyPr/>
        <a:lstStyle/>
        <a:p>
          <a:endParaRPr lang="en-US"/>
        </a:p>
      </dgm:t>
    </dgm:pt>
    <dgm:pt modelId="{2227016C-C09B-43AC-BE2E-5B12D4EC15F1}" type="sibTrans" cxnId="{E45BB6E8-B5DB-48A2-9A9F-4EF1F448E554}">
      <dgm:prSet/>
      <dgm:spPr/>
      <dgm:t>
        <a:bodyPr/>
        <a:lstStyle/>
        <a:p>
          <a:endParaRPr lang="en-US"/>
        </a:p>
      </dgm:t>
    </dgm:pt>
    <dgm:pt modelId="{29C11017-2D57-4300-9752-036EA623223E}" type="pres">
      <dgm:prSet presAssocID="{9190040F-121D-44B0-A9DF-A6A2287A9AED}" presName="linear" presStyleCnt="0">
        <dgm:presLayoutVars>
          <dgm:dir/>
          <dgm:animLvl val="lvl"/>
          <dgm:resizeHandles val="exact"/>
        </dgm:presLayoutVars>
      </dgm:prSet>
      <dgm:spPr/>
    </dgm:pt>
    <dgm:pt modelId="{DF6312D1-5B96-48A7-A476-D1BAA29004F7}" type="pres">
      <dgm:prSet presAssocID="{BE5C9883-A318-499D-B826-3EFA9ABAB834}" presName="parentLin" presStyleCnt="0"/>
      <dgm:spPr/>
    </dgm:pt>
    <dgm:pt modelId="{62A44052-9849-4D42-9ED5-421C45E1B5C9}" type="pres">
      <dgm:prSet presAssocID="{BE5C9883-A318-499D-B826-3EFA9ABAB834}" presName="parentLeftMargin" presStyleLbl="node1" presStyleIdx="0" presStyleCnt="4"/>
      <dgm:spPr/>
    </dgm:pt>
    <dgm:pt modelId="{90EACAFB-7C7D-49F5-9FFC-A091D828E09D}" type="pres">
      <dgm:prSet presAssocID="{BE5C9883-A318-499D-B826-3EFA9ABAB83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2F0D275-2A6D-480C-A7B0-DDD0218A2651}" type="pres">
      <dgm:prSet presAssocID="{BE5C9883-A318-499D-B826-3EFA9ABAB834}" presName="negativeSpace" presStyleCnt="0"/>
      <dgm:spPr/>
    </dgm:pt>
    <dgm:pt modelId="{FFC41794-57BE-439B-8C4C-BC3CAD370413}" type="pres">
      <dgm:prSet presAssocID="{BE5C9883-A318-499D-B826-3EFA9ABAB834}" presName="childText" presStyleLbl="conFgAcc1" presStyleIdx="0" presStyleCnt="4">
        <dgm:presLayoutVars>
          <dgm:bulletEnabled val="1"/>
        </dgm:presLayoutVars>
      </dgm:prSet>
      <dgm:spPr/>
    </dgm:pt>
    <dgm:pt modelId="{56E46843-4EEC-4BFE-BF1E-E4185FAEA71E}" type="pres">
      <dgm:prSet presAssocID="{020F2725-0950-45B0-B8DC-C774E3CE10D0}" presName="spaceBetweenRectangles" presStyleCnt="0"/>
      <dgm:spPr/>
    </dgm:pt>
    <dgm:pt modelId="{03307C7F-227D-4A4B-B382-7585FCD5E216}" type="pres">
      <dgm:prSet presAssocID="{03E6EE92-8257-4174-94DE-928BD3C7F529}" presName="parentLin" presStyleCnt="0"/>
      <dgm:spPr/>
    </dgm:pt>
    <dgm:pt modelId="{495C966B-DDEE-4603-A04A-F1878B1A372B}" type="pres">
      <dgm:prSet presAssocID="{03E6EE92-8257-4174-94DE-928BD3C7F529}" presName="parentLeftMargin" presStyleLbl="node1" presStyleIdx="0" presStyleCnt="4"/>
      <dgm:spPr/>
    </dgm:pt>
    <dgm:pt modelId="{96C21745-EE44-4A89-9351-87408EBB5B3A}" type="pres">
      <dgm:prSet presAssocID="{03E6EE92-8257-4174-94DE-928BD3C7F5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B5EDD7D-0D83-4113-9459-BD0B65FC1A3D}" type="pres">
      <dgm:prSet presAssocID="{03E6EE92-8257-4174-94DE-928BD3C7F529}" presName="negativeSpace" presStyleCnt="0"/>
      <dgm:spPr/>
    </dgm:pt>
    <dgm:pt modelId="{C3689C82-AF45-4DF7-9DE2-1DD47802F93F}" type="pres">
      <dgm:prSet presAssocID="{03E6EE92-8257-4174-94DE-928BD3C7F529}" presName="childText" presStyleLbl="conFgAcc1" presStyleIdx="1" presStyleCnt="4">
        <dgm:presLayoutVars>
          <dgm:bulletEnabled val="1"/>
        </dgm:presLayoutVars>
      </dgm:prSet>
      <dgm:spPr/>
    </dgm:pt>
    <dgm:pt modelId="{001BD072-28FA-4321-AD4F-901BB2E06212}" type="pres">
      <dgm:prSet presAssocID="{0FF55959-532F-42C2-B8F3-A04531A5B6BB}" presName="spaceBetweenRectangles" presStyleCnt="0"/>
      <dgm:spPr/>
    </dgm:pt>
    <dgm:pt modelId="{5C1DC4AD-227F-49D1-968E-032C6076A083}" type="pres">
      <dgm:prSet presAssocID="{13CDBBC7-52A1-4C18-B08D-6E14D82430CA}" presName="parentLin" presStyleCnt="0"/>
      <dgm:spPr/>
    </dgm:pt>
    <dgm:pt modelId="{5F7889A5-2EBA-400B-9204-A54CDAC2770F}" type="pres">
      <dgm:prSet presAssocID="{13CDBBC7-52A1-4C18-B08D-6E14D82430CA}" presName="parentLeftMargin" presStyleLbl="node1" presStyleIdx="1" presStyleCnt="4"/>
      <dgm:spPr/>
    </dgm:pt>
    <dgm:pt modelId="{7D2B99F5-4F47-49A0-822D-E9E4F43E8346}" type="pres">
      <dgm:prSet presAssocID="{13CDBBC7-52A1-4C18-B08D-6E14D82430C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3A69BA5-9ACB-4604-B053-99CF56B3D110}" type="pres">
      <dgm:prSet presAssocID="{13CDBBC7-52A1-4C18-B08D-6E14D82430CA}" presName="negativeSpace" presStyleCnt="0"/>
      <dgm:spPr/>
    </dgm:pt>
    <dgm:pt modelId="{D33910EA-39FD-4830-8D76-300FF87F17BB}" type="pres">
      <dgm:prSet presAssocID="{13CDBBC7-52A1-4C18-B08D-6E14D82430CA}" presName="childText" presStyleLbl="conFgAcc1" presStyleIdx="2" presStyleCnt="4">
        <dgm:presLayoutVars>
          <dgm:bulletEnabled val="1"/>
        </dgm:presLayoutVars>
      </dgm:prSet>
      <dgm:spPr/>
    </dgm:pt>
    <dgm:pt modelId="{5961263C-62EA-456C-B216-0F77E9DB2F9C}" type="pres">
      <dgm:prSet presAssocID="{3E71EE01-239B-428F-9DB2-A4AC1ADEF0BC}" presName="spaceBetweenRectangles" presStyleCnt="0"/>
      <dgm:spPr/>
    </dgm:pt>
    <dgm:pt modelId="{89C69E61-7655-4360-B359-2B84EDAB787E}" type="pres">
      <dgm:prSet presAssocID="{4D628365-7274-4C4A-8C60-0C9BA5C083FF}" presName="parentLin" presStyleCnt="0"/>
      <dgm:spPr/>
    </dgm:pt>
    <dgm:pt modelId="{EE1B4288-1890-4C48-B81C-474FA1656C61}" type="pres">
      <dgm:prSet presAssocID="{4D628365-7274-4C4A-8C60-0C9BA5C083FF}" presName="parentLeftMargin" presStyleLbl="node1" presStyleIdx="2" presStyleCnt="4"/>
      <dgm:spPr/>
    </dgm:pt>
    <dgm:pt modelId="{DCEA6BE9-2A7C-469D-9E4F-26B1782A4F7C}" type="pres">
      <dgm:prSet presAssocID="{4D628365-7274-4C4A-8C60-0C9BA5C083F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4889F6D-91FA-4456-A3A0-CC4AB7ADE533}" type="pres">
      <dgm:prSet presAssocID="{4D628365-7274-4C4A-8C60-0C9BA5C083FF}" presName="negativeSpace" presStyleCnt="0"/>
      <dgm:spPr/>
    </dgm:pt>
    <dgm:pt modelId="{7153312A-C81B-44FE-9BCE-4BB487332E0A}" type="pres">
      <dgm:prSet presAssocID="{4D628365-7274-4C4A-8C60-0C9BA5C083F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B8F1313-4D18-443E-BE82-686824AB6399}" srcId="{13CDBBC7-52A1-4C18-B08D-6E14D82430CA}" destId="{5E446EA6-A32B-4672-8664-C746493E3DE8}" srcOrd="1" destOrd="0" parTransId="{B562719F-907E-48A4-9FBB-EAEBDA1D5AA3}" sibTransId="{1D5468F9-BC14-44C0-8276-738989DFC937}"/>
    <dgm:cxn modelId="{6FEC901C-AA92-45C7-900B-3DC8D369425A}" type="presOf" srcId="{13CDBBC7-52A1-4C18-B08D-6E14D82430CA}" destId="{7D2B99F5-4F47-49A0-822D-E9E4F43E8346}" srcOrd="1" destOrd="0" presId="urn:microsoft.com/office/officeart/2005/8/layout/list1"/>
    <dgm:cxn modelId="{831CD31D-D86F-49B3-917C-6BAA5D948172}" srcId="{9190040F-121D-44B0-A9DF-A6A2287A9AED}" destId="{BE5C9883-A318-499D-B826-3EFA9ABAB834}" srcOrd="0" destOrd="0" parTransId="{57B2C17D-D070-4027-854C-A3023A269ECE}" sibTransId="{020F2725-0950-45B0-B8DC-C774E3CE10D0}"/>
    <dgm:cxn modelId="{24D84520-EC51-48FA-BCEF-A51CB15CE98B}" type="presOf" srcId="{4D628365-7274-4C4A-8C60-0C9BA5C083FF}" destId="{EE1B4288-1890-4C48-B81C-474FA1656C61}" srcOrd="0" destOrd="0" presId="urn:microsoft.com/office/officeart/2005/8/layout/list1"/>
    <dgm:cxn modelId="{6B74B720-A236-44D2-A74C-03B5F3EA9652}" type="presOf" srcId="{BE5C9883-A318-499D-B826-3EFA9ABAB834}" destId="{90EACAFB-7C7D-49F5-9FFC-A091D828E09D}" srcOrd="1" destOrd="0" presId="urn:microsoft.com/office/officeart/2005/8/layout/list1"/>
    <dgm:cxn modelId="{E03D2A25-873A-4B66-B91E-D2C02DD7B213}" type="presOf" srcId="{03E6EE92-8257-4174-94DE-928BD3C7F529}" destId="{96C21745-EE44-4A89-9351-87408EBB5B3A}" srcOrd="1" destOrd="0" presId="urn:microsoft.com/office/officeart/2005/8/layout/list1"/>
    <dgm:cxn modelId="{A8C8A632-822B-4661-9875-2D813052F656}" type="presOf" srcId="{5E446EA6-A32B-4672-8664-C746493E3DE8}" destId="{D33910EA-39FD-4830-8D76-300FF87F17BB}" srcOrd="0" destOrd="1" presId="urn:microsoft.com/office/officeart/2005/8/layout/list1"/>
    <dgm:cxn modelId="{61A1025E-675D-4412-B210-BFD38CF98AC4}" type="presOf" srcId="{CDE04FBF-3D20-4ADA-A49F-764B623DCEFB}" destId="{D33910EA-39FD-4830-8D76-300FF87F17BB}" srcOrd="0" destOrd="0" presId="urn:microsoft.com/office/officeart/2005/8/layout/list1"/>
    <dgm:cxn modelId="{05C86D41-C30D-4605-8CA3-EB8322FFCEFF}" type="presOf" srcId="{9190040F-121D-44B0-A9DF-A6A2287A9AED}" destId="{29C11017-2D57-4300-9752-036EA623223E}" srcOrd="0" destOrd="0" presId="urn:microsoft.com/office/officeart/2005/8/layout/list1"/>
    <dgm:cxn modelId="{DCD63142-6CCC-4848-9992-09D6F871C20E}" srcId="{13CDBBC7-52A1-4C18-B08D-6E14D82430CA}" destId="{062BE9D0-7B70-4B74-BC0F-E90C1072147D}" srcOrd="3" destOrd="0" parTransId="{E8648427-250C-43BE-B9FE-A692717C0F1F}" sibTransId="{D93A2E7F-4DBB-4D37-979E-F1ADC334C721}"/>
    <dgm:cxn modelId="{F13E3763-C67C-4E1C-ABFF-FB6EEACDA92C}" type="presOf" srcId="{03E6EE92-8257-4174-94DE-928BD3C7F529}" destId="{495C966B-DDEE-4603-A04A-F1878B1A372B}" srcOrd="0" destOrd="0" presId="urn:microsoft.com/office/officeart/2005/8/layout/list1"/>
    <dgm:cxn modelId="{125C2A6B-4B3D-46A3-9430-45C4481E5264}" type="presOf" srcId="{7528EEEA-EEBF-4445-BFA3-937321671BD9}" destId="{D33910EA-39FD-4830-8D76-300FF87F17BB}" srcOrd="0" destOrd="2" presId="urn:microsoft.com/office/officeart/2005/8/layout/list1"/>
    <dgm:cxn modelId="{3E6DFB74-B7A3-4D54-B66C-2AFE2C3FD5CA}" type="presOf" srcId="{13CDBBC7-52A1-4C18-B08D-6E14D82430CA}" destId="{5F7889A5-2EBA-400B-9204-A54CDAC2770F}" srcOrd="0" destOrd="0" presId="urn:microsoft.com/office/officeart/2005/8/layout/list1"/>
    <dgm:cxn modelId="{A8C65575-75B6-4EBE-823F-A201E3B4416D}" type="presOf" srcId="{BE5C9883-A318-499D-B826-3EFA9ABAB834}" destId="{62A44052-9849-4D42-9ED5-421C45E1B5C9}" srcOrd="0" destOrd="0" presId="urn:microsoft.com/office/officeart/2005/8/layout/list1"/>
    <dgm:cxn modelId="{CB0B7B86-4C36-4B15-853C-0FB848E69949}" srcId="{9190040F-121D-44B0-A9DF-A6A2287A9AED}" destId="{03E6EE92-8257-4174-94DE-928BD3C7F529}" srcOrd="1" destOrd="0" parTransId="{2D7770B6-DF9C-44F9-B455-F6B517970F6A}" sibTransId="{0FF55959-532F-42C2-B8F3-A04531A5B6BB}"/>
    <dgm:cxn modelId="{9483388B-6889-4624-9104-53D0D2A60CE1}" srcId="{13CDBBC7-52A1-4C18-B08D-6E14D82430CA}" destId="{CDE04FBF-3D20-4ADA-A49F-764B623DCEFB}" srcOrd="0" destOrd="0" parTransId="{7771D086-E898-4850-B9C0-60DE107E1D3C}" sibTransId="{9EBFAD3B-34FF-47DE-B621-833589E3948A}"/>
    <dgm:cxn modelId="{88335999-614F-409B-9605-494656338A42}" type="presOf" srcId="{4D628365-7274-4C4A-8C60-0C9BA5C083FF}" destId="{DCEA6BE9-2A7C-469D-9E4F-26B1782A4F7C}" srcOrd="1" destOrd="0" presId="urn:microsoft.com/office/officeart/2005/8/layout/list1"/>
    <dgm:cxn modelId="{A29E01D5-E2EA-4A5E-A416-4710AA1C1F1E}" srcId="{13CDBBC7-52A1-4C18-B08D-6E14D82430CA}" destId="{7528EEEA-EEBF-4445-BFA3-937321671BD9}" srcOrd="2" destOrd="0" parTransId="{82AC8114-6815-4F1C-B478-472C956012B9}" sibTransId="{9FBCC41B-60B6-4A2B-99C6-CD788F4C4FE9}"/>
    <dgm:cxn modelId="{085C11DF-E249-4BC7-A7BE-65506D5E118D}" srcId="{9190040F-121D-44B0-A9DF-A6A2287A9AED}" destId="{13CDBBC7-52A1-4C18-B08D-6E14D82430CA}" srcOrd="2" destOrd="0" parTransId="{6F0E4F24-8610-4EE0-BA25-37B7E17E753F}" sibTransId="{3E71EE01-239B-428F-9DB2-A4AC1ADEF0BC}"/>
    <dgm:cxn modelId="{E45BB6E8-B5DB-48A2-9A9F-4EF1F448E554}" srcId="{9190040F-121D-44B0-A9DF-A6A2287A9AED}" destId="{4D628365-7274-4C4A-8C60-0C9BA5C083FF}" srcOrd="3" destOrd="0" parTransId="{02614CB0-D951-42F9-9681-1DA8D9BF8CA3}" sibTransId="{2227016C-C09B-43AC-BE2E-5B12D4EC15F1}"/>
    <dgm:cxn modelId="{4F5C7DFA-2919-4A4E-92F5-283FC1643E0B}" type="presOf" srcId="{062BE9D0-7B70-4B74-BC0F-E90C1072147D}" destId="{D33910EA-39FD-4830-8D76-300FF87F17BB}" srcOrd="0" destOrd="3" presId="urn:microsoft.com/office/officeart/2005/8/layout/list1"/>
    <dgm:cxn modelId="{914D3211-DC6C-42D8-B912-0C55DCBD1D38}" type="presParOf" srcId="{29C11017-2D57-4300-9752-036EA623223E}" destId="{DF6312D1-5B96-48A7-A476-D1BAA29004F7}" srcOrd="0" destOrd="0" presId="urn:microsoft.com/office/officeart/2005/8/layout/list1"/>
    <dgm:cxn modelId="{42B13930-C8D3-4EBA-9C09-BC4F7553EEA7}" type="presParOf" srcId="{DF6312D1-5B96-48A7-A476-D1BAA29004F7}" destId="{62A44052-9849-4D42-9ED5-421C45E1B5C9}" srcOrd="0" destOrd="0" presId="urn:microsoft.com/office/officeart/2005/8/layout/list1"/>
    <dgm:cxn modelId="{A68A66C4-8EE2-43B9-86AC-42BF732776E0}" type="presParOf" srcId="{DF6312D1-5B96-48A7-A476-D1BAA29004F7}" destId="{90EACAFB-7C7D-49F5-9FFC-A091D828E09D}" srcOrd="1" destOrd="0" presId="urn:microsoft.com/office/officeart/2005/8/layout/list1"/>
    <dgm:cxn modelId="{3E575972-054C-441C-B6B7-3926ED51707A}" type="presParOf" srcId="{29C11017-2D57-4300-9752-036EA623223E}" destId="{F2F0D275-2A6D-480C-A7B0-DDD0218A2651}" srcOrd="1" destOrd="0" presId="urn:microsoft.com/office/officeart/2005/8/layout/list1"/>
    <dgm:cxn modelId="{5587AC03-B81A-4824-A0D0-ADC2CB384DD5}" type="presParOf" srcId="{29C11017-2D57-4300-9752-036EA623223E}" destId="{FFC41794-57BE-439B-8C4C-BC3CAD370413}" srcOrd="2" destOrd="0" presId="urn:microsoft.com/office/officeart/2005/8/layout/list1"/>
    <dgm:cxn modelId="{C150AC0C-9839-43DB-9B7C-076D474CD50D}" type="presParOf" srcId="{29C11017-2D57-4300-9752-036EA623223E}" destId="{56E46843-4EEC-4BFE-BF1E-E4185FAEA71E}" srcOrd="3" destOrd="0" presId="urn:microsoft.com/office/officeart/2005/8/layout/list1"/>
    <dgm:cxn modelId="{68C191C8-288A-4678-A6DE-BBACDE41A03F}" type="presParOf" srcId="{29C11017-2D57-4300-9752-036EA623223E}" destId="{03307C7F-227D-4A4B-B382-7585FCD5E216}" srcOrd="4" destOrd="0" presId="urn:microsoft.com/office/officeart/2005/8/layout/list1"/>
    <dgm:cxn modelId="{7B9EFC10-92EF-4234-928E-004D5E3BC858}" type="presParOf" srcId="{03307C7F-227D-4A4B-B382-7585FCD5E216}" destId="{495C966B-DDEE-4603-A04A-F1878B1A372B}" srcOrd="0" destOrd="0" presId="urn:microsoft.com/office/officeart/2005/8/layout/list1"/>
    <dgm:cxn modelId="{DEC54DBB-4B13-4632-9725-318F9D2B08B0}" type="presParOf" srcId="{03307C7F-227D-4A4B-B382-7585FCD5E216}" destId="{96C21745-EE44-4A89-9351-87408EBB5B3A}" srcOrd="1" destOrd="0" presId="urn:microsoft.com/office/officeart/2005/8/layout/list1"/>
    <dgm:cxn modelId="{9D1574DE-7529-475F-96F6-09EE0D7E464B}" type="presParOf" srcId="{29C11017-2D57-4300-9752-036EA623223E}" destId="{9B5EDD7D-0D83-4113-9459-BD0B65FC1A3D}" srcOrd="5" destOrd="0" presId="urn:microsoft.com/office/officeart/2005/8/layout/list1"/>
    <dgm:cxn modelId="{3FA451E5-3E22-4E43-BDAE-7353AF70F66F}" type="presParOf" srcId="{29C11017-2D57-4300-9752-036EA623223E}" destId="{C3689C82-AF45-4DF7-9DE2-1DD47802F93F}" srcOrd="6" destOrd="0" presId="urn:microsoft.com/office/officeart/2005/8/layout/list1"/>
    <dgm:cxn modelId="{3AC7D40E-DDEC-4007-A50F-AB1843FAA670}" type="presParOf" srcId="{29C11017-2D57-4300-9752-036EA623223E}" destId="{001BD072-28FA-4321-AD4F-901BB2E06212}" srcOrd="7" destOrd="0" presId="urn:microsoft.com/office/officeart/2005/8/layout/list1"/>
    <dgm:cxn modelId="{5886A09A-BE9F-4A9A-B193-98CEFE84BB51}" type="presParOf" srcId="{29C11017-2D57-4300-9752-036EA623223E}" destId="{5C1DC4AD-227F-49D1-968E-032C6076A083}" srcOrd="8" destOrd="0" presId="urn:microsoft.com/office/officeart/2005/8/layout/list1"/>
    <dgm:cxn modelId="{DB7B5A86-9626-45D2-96AE-1948CA0E82FD}" type="presParOf" srcId="{5C1DC4AD-227F-49D1-968E-032C6076A083}" destId="{5F7889A5-2EBA-400B-9204-A54CDAC2770F}" srcOrd="0" destOrd="0" presId="urn:microsoft.com/office/officeart/2005/8/layout/list1"/>
    <dgm:cxn modelId="{8D0B1760-C4D0-48CC-B6ED-4E9BCAB47AFF}" type="presParOf" srcId="{5C1DC4AD-227F-49D1-968E-032C6076A083}" destId="{7D2B99F5-4F47-49A0-822D-E9E4F43E8346}" srcOrd="1" destOrd="0" presId="urn:microsoft.com/office/officeart/2005/8/layout/list1"/>
    <dgm:cxn modelId="{E44D370B-561E-48E1-8BE9-9F76CE8BEA0B}" type="presParOf" srcId="{29C11017-2D57-4300-9752-036EA623223E}" destId="{33A69BA5-9ACB-4604-B053-99CF56B3D110}" srcOrd="9" destOrd="0" presId="urn:microsoft.com/office/officeart/2005/8/layout/list1"/>
    <dgm:cxn modelId="{0D248739-E3CC-411F-80D7-611338DE4F66}" type="presParOf" srcId="{29C11017-2D57-4300-9752-036EA623223E}" destId="{D33910EA-39FD-4830-8D76-300FF87F17BB}" srcOrd="10" destOrd="0" presId="urn:microsoft.com/office/officeart/2005/8/layout/list1"/>
    <dgm:cxn modelId="{13E05B8A-8ADD-46EB-B318-429D86D46BDF}" type="presParOf" srcId="{29C11017-2D57-4300-9752-036EA623223E}" destId="{5961263C-62EA-456C-B216-0F77E9DB2F9C}" srcOrd="11" destOrd="0" presId="urn:microsoft.com/office/officeart/2005/8/layout/list1"/>
    <dgm:cxn modelId="{B7DE04B9-C638-4608-BAD8-F95989D8E9CE}" type="presParOf" srcId="{29C11017-2D57-4300-9752-036EA623223E}" destId="{89C69E61-7655-4360-B359-2B84EDAB787E}" srcOrd="12" destOrd="0" presId="urn:microsoft.com/office/officeart/2005/8/layout/list1"/>
    <dgm:cxn modelId="{9FEF6A6E-A380-4B2F-841F-D461B04F822B}" type="presParOf" srcId="{89C69E61-7655-4360-B359-2B84EDAB787E}" destId="{EE1B4288-1890-4C48-B81C-474FA1656C61}" srcOrd="0" destOrd="0" presId="urn:microsoft.com/office/officeart/2005/8/layout/list1"/>
    <dgm:cxn modelId="{B6E93D21-B86D-4DE7-82A9-D2E40C0819C2}" type="presParOf" srcId="{89C69E61-7655-4360-B359-2B84EDAB787E}" destId="{DCEA6BE9-2A7C-469D-9E4F-26B1782A4F7C}" srcOrd="1" destOrd="0" presId="urn:microsoft.com/office/officeart/2005/8/layout/list1"/>
    <dgm:cxn modelId="{9F337779-8CEE-4B02-AFA2-FA372D0F4127}" type="presParOf" srcId="{29C11017-2D57-4300-9752-036EA623223E}" destId="{F4889F6D-91FA-4456-A3A0-CC4AB7ADE533}" srcOrd="13" destOrd="0" presId="urn:microsoft.com/office/officeart/2005/8/layout/list1"/>
    <dgm:cxn modelId="{FCFD174F-A29C-4A28-B8AB-4D2704EB9AB2}" type="presParOf" srcId="{29C11017-2D57-4300-9752-036EA623223E}" destId="{7153312A-C81B-44FE-9BCE-4BB487332E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816921-DB05-47B0-9144-5A42ADEA7B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9CB615-D77F-4FB7-912D-82C2AE823B8B}">
      <dgm:prSet/>
      <dgm:spPr/>
      <dgm:t>
        <a:bodyPr/>
        <a:lstStyle/>
        <a:p>
          <a:r>
            <a:rPr lang="en-US" dirty="0"/>
            <a:t>¿</a:t>
          </a:r>
          <a:r>
            <a:rPr lang="en-US" dirty="0" err="1"/>
            <a:t>Qué</a:t>
          </a:r>
          <a:r>
            <a:rPr lang="en-US" dirty="0"/>
            <a:t> </a:t>
          </a:r>
          <a:r>
            <a:rPr lang="en-US" dirty="0" err="1"/>
            <a:t>actividades</a:t>
          </a:r>
          <a:r>
            <a:rPr lang="en-US" dirty="0"/>
            <a:t> se </a:t>
          </a:r>
          <a:r>
            <a:rPr lang="en-US" dirty="0" err="1"/>
            <a:t>realizan</a:t>
          </a:r>
          <a:r>
            <a:rPr lang="en-US" dirty="0"/>
            <a:t> hoy?</a:t>
          </a:r>
        </a:p>
      </dgm:t>
    </dgm:pt>
    <dgm:pt modelId="{6D893694-BA2B-4BD3-A259-A5ED81B4DFAF}" type="parTrans" cxnId="{2F21084F-AC82-473F-B945-2CC1A3F16C02}">
      <dgm:prSet/>
      <dgm:spPr/>
      <dgm:t>
        <a:bodyPr/>
        <a:lstStyle/>
        <a:p>
          <a:endParaRPr lang="en-US"/>
        </a:p>
      </dgm:t>
    </dgm:pt>
    <dgm:pt modelId="{1E92B01F-3094-4AD7-87DC-81E3BEFA9680}" type="sibTrans" cxnId="{2F21084F-AC82-473F-B945-2CC1A3F16C02}">
      <dgm:prSet/>
      <dgm:spPr/>
      <dgm:t>
        <a:bodyPr/>
        <a:lstStyle/>
        <a:p>
          <a:endParaRPr lang="en-US"/>
        </a:p>
      </dgm:t>
    </dgm:pt>
    <dgm:pt modelId="{5AA01F43-DDA1-44CC-9AC7-B29D0D5A1FB5}">
      <dgm:prSet/>
      <dgm:spPr/>
      <dgm:t>
        <a:bodyPr/>
        <a:lstStyle/>
        <a:p>
          <a:r>
            <a:rPr lang="en-US" dirty="0"/>
            <a:t>¿</a:t>
          </a:r>
          <a:r>
            <a:rPr lang="en-US" dirty="0" err="1"/>
            <a:t>Dónde</a:t>
          </a:r>
          <a:r>
            <a:rPr lang="en-US" dirty="0"/>
            <a:t> hay </a:t>
          </a:r>
          <a:r>
            <a:rPr lang="en-US" dirty="0" err="1"/>
            <a:t>reprocesos</a:t>
          </a:r>
          <a:r>
            <a:rPr lang="en-US" dirty="0"/>
            <a:t>?</a:t>
          </a:r>
        </a:p>
      </dgm:t>
    </dgm:pt>
    <dgm:pt modelId="{7E107D3F-44E5-4B4A-82DB-FA424459D065}" type="parTrans" cxnId="{AC78D3B4-B11E-4E0F-98D6-BD5702978C78}">
      <dgm:prSet/>
      <dgm:spPr/>
      <dgm:t>
        <a:bodyPr/>
        <a:lstStyle/>
        <a:p>
          <a:endParaRPr lang="en-US"/>
        </a:p>
      </dgm:t>
    </dgm:pt>
    <dgm:pt modelId="{C55B25E5-3688-46B7-B088-8E480432E920}" type="sibTrans" cxnId="{AC78D3B4-B11E-4E0F-98D6-BD5702978C78}">
      <dgm:prSet/>
      <dgm:spPr/>
      <dgm:t>
        <a:bodyPr/>
        <a:lstStyle/>
        <a:p>
          <a:endParaRPr lang="en-US"/>
        </a:p>
      </dgm:t>
    </dgm:pt>
    <dgm:pt modelId="{BA518200-3869-40BA-A99E-D897BB860D68}">
      <dgm:prSet/>
      <dgm:spPr/>
      <dgm:t>
        <a:bodyPr/>
        <a:lstStyle/>
        <a:p>
          <a:r>
            <a:rPr lang="en-US" dirty="0"/>
            <a:t>¿</a:t>
          </a:r>
          <a:r>
            <a:rPr lang="en-US" dirty="0" err="1"/>
            <a:t>Dónde</a:t>
          </a:r>
          <a:r>
            <a:rPr lang="en-US" dirty="0"/>
            <a:t> hay </a:t>
          </a:r>
          <a:r>
            <a:rPr lang="en-US" dirty="0" err="1"/>
            <a:t>errores</a:t>
          </a:r>
          <a:r>
            <a:rPr lang="en-US" dirty="0"/>
            <a:t> </a:t>
          </a:r>
          <a:r>
            <a:rPr lang="en-US" dirty="0" err="1"/>
            <a:t>frecuentes</a:t>
          </a:r>
          <a:r>
            <a:rPr lang="en-US" dirty="0"/>
            <a:t>?</a:t>
          </a:r>
        </a:p>
      </dgm:t>
    </dgm:pt>
    <dgm:pt modelId="{1CE458A8-A18E-4524-B2E6-3353E359A883}" type="parTrans" cxnId="{37A01281-7573-41AF-9854-087433A3E23F}">
      <dgm:prSet/>
      <dgm:spPr/>
      <dgm:t>
        <a:bodyPr/>
        <a:lstStyle/>
        <a:p>
          <a:endParaRPr lang="en-US"/>
        </a:p>
      </dgm:t>
    </dgm:pt>
    <dgm:pt modelId="{894C9B75-5C48-4716-B508-90550A823317}" type="sibTrans" cxnId="{37A01281-7573-41AF-9854-087433A3E23F}">
      <dgm:prSet/>
      <dgm:spPr/>
      <dgm:t>
        <a:bodyPr/>
        <a:lstStyle/>
        <a:p>
          <a:endParaRPr lang="en-US"/>
        </a:p>
      </dgm:t>
    </dgm:pt>
    <dgm:pt modelId="{59CC9D5C-865F-4133-84B5-B0CF577B5304}">
      <dgm:prSet/>
      <dgm:spPr/>
      <dgm:t>
        <a:bodyPr/>
        <a:lstStyle/>
        <a:p>
          <a:r>
            <a:rPr lang="en-US" dirty="0"/>
            <a:t>El software </a:t>
          </a:r>
          <a:r>
            <a:rPr lang="en-US" b="1" dirty="0"/>
            <a:t>no </a:t>
          </a:r>
          <a:r>
            <a:rPr lang="en-US" b="1" dirty="0" err="1"/>
            <a:t>inventa</a:t>
          </a:r>
          <a:r>
            <a:rPr lang="en-US" b="1" dirty="0"/>
            <a:t> </a:t>
          </a:r>
          <a:r>
            <a:rPr lang="en-US" b="1" dirty="0" err="1"/>
            <a:t>procesos</a:t>
          </a:r>
          <a:r>
            <a:rPr lang="en-US" b="1" dirty="0"/>
            <a:t>, </a:t>
          </a:r>
          <a:r>
            <a:rPr lang="en-US" b="1" dirty="0" err="1"/>
            <a:t>los</a:t>
          </a:r>
          <a:r>
            <a:rPr lang="en-US" b="1" dirty="0"/>
            <a:t> </a:t>
          </a:r>
          <a:r>
            <a:rPr lang="en-US" b="1" dirty="0" err="1"/>
            <a:t>apoya</a:t>
          </a:r>
          <a:endParaRPr lang="en-US" dirty="0" err="1"/>
        </a:p>
      </dgm:t>
    </dgm:pt>
    <dgm:pt modelId="{C321E30D-B7F0-4AAB-ACDC-FA3683DB5316}" type="parTrans" cxnId="{069099FB-F823-456A-8305-6A6FB9648081}">
      <dgm:prSet/>
      <dgm:spPr/>
      <dgm:t>
        <a:bodyPr/>
        <a:lstStyle/>
        <a:p>
          <a:endParaRPr lang="en-US"/>
        </a:p>
      </dgm:t>
    </dgm:pt>
    <dgm:pt modelId="{E868A1D1-265E-4105-A0E2-89B953E5A314}" type="sibTrans" cxnId="{069099FB-F823-456A-8305-6A6FB9648081}">
      <dgm:prSet/>
      <dgm:spPr/>
      <dgm:t>
        <a:bodyPr/>
        <a:lstStyle/>
        <a:p>
          <a:endParaRPr lang="en-US"/>
        </a:p>
      </dgm:t>
    </dgm:pt>
    <dgm:pt modelId="{4912789C-AFA8-4A5C-BEDE-54E0D38C4A40}" type="pres">
      <dgm:prSet presAssocID="{91816921-DB05-47B0-9144-5A42ADEA7B6F}" presName="linear" presStyleCnt="0">
        <dgm:presLayoutVars>
          <dgm:animLvl val="lvl"/>
          <dgm:resizeHandles val="exact"/>
        </dgm:presLayoutVars>
      </dgm:prSet>
      <dgm:spPr/>
    </dgm:pt>
    <dgm:pt modelId="{1FB3D09F-7336-4015-AD01-EA68B1ECFE25}" type="pres">
      <dgm:prSet presAssocID="{489CB615-D77F-4FB7-912D-82C2AE823B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E7B97A-2AB3-45ED-8015-94EA4788FBF0}" type="pres">
      <dgm:prSet presAssocID="{1E92B01F-3094-4AD7-87DC-81E3BEFA9680}" presName="spacer" presStyleCnt="0"/>
      <dgm:spPr/>
    </dgm:pt>
    <dgm:pt modelId="{09C489D7-8D82-4C01-BF22-0C09E7987064}" type="pres">
      <dgm:prSet presAssocID="{5AA01F43-DDA1-44CC-9AC7-B29D0D5A1FB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499504-CAB3-47FF-988D-84866A3AA697}" type="pres">
      <dgm:prSet presAssocID="{C55B25E5-3688-46B7-B088-8E480432E920}" presName="spacer" presStyleCnt="0"/>
      <dgm:spPr/>
    </dgm:pt>
    <dgm:pt modelId="{B76B79E1-9079-4635-A3A4-BC43CBCAF609}" type="pres">
      <dgm:prSet presAssocID="{BA518200-3869-40BA-A99E-D897BB860D6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0B59495-75FF-4B22-BCE1-09522180E051}" type="pres">
      <dgm:prSet presAssocID="{894C9B75-5C48-4716-B508-90550A823317}" presName="spacer" presStyleCnt="0"/>
      <dgm:spPr/>
    </dgm:pt>
    <dgm:pt modelId="{9D8D83DF-E681-4804-B458-10C64AA50EE9}" type="pres">
      <dgm:prSet presAssocID="{59CC9D5C-865F-4133-84B5-B0CF577B530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F21084F-AC82-473F-B945-2CC1A3F16C02}" srcId="{91816921-DB05-47B0-9144-5A42ADEA7B6F}" destId="{489CB615-D77F-4FB7-912D-82C2AE823B8B}" srcOrd="0" destOrd="0" parTransId="{6D893694-BA2B-4BD3-A259-A5ED81B4DFAF}" sibTransId="{1E92B01F-3094-4AD7-87DC-81E3BEFA9680}"/>
    <dgm:cxn modelId="{FAA5A152-766D-4151-B70F-36CFB93F15A3}" type="presOf" srcId="{489CB615-D77F-4FB7-912D-82C2AE823B8B}" destId="{1FB3D09F-7336-4015-AD01-EA68B1ECFE25}" srcOrd="0" destOrd="0" presId="urn:microsoft.com/office/officeart/2005/8/layout/vList2"/>
    <dgm:cxn modelId="{37A01281-7573-41AF-9854-087433A3E23F}" srcId="{91816921-DB05-47B0-9144-5A42ADEA7B6F}" destId="{BA518200-3869-40BA-A99E-D897BB860D68}" srcOrd="2" destOrd="0" parTransId="{1CE458A8-A18E-4524-B2E6-3353E359A883}" sibTransId="{894C9B75-5C48-4716-B508-90550A823317}"/>
    <dgm:cxn modelId="{139C6DB0-4AF2-48AA-9B64-3B5DBFA1AB44}" type="presOf" srcId="{59CC9D5C-865F-4133-84B5-B0CF577B5304}" destId="{9D8D83DF-E681-4804-B458-10C64AA50EE9}" srcOrd="0" destOrd="0" presId="urn:microsoft.com/office/officeart/2005/8/layout/vList2"/>
    <dgm:cxn modelId="{AC78D3B4-B11E-4E0F-98D6-BD5702978C78}" srcId="{91816921-DB05-47B0-9144-5A42ADEA7B6F}" destId="{5AA01F43-DDA1-44CC-9AC7-B29D0D5A1FB5}" srcOrd="1" destOrd="0" parTransId="{7E107D3F-44E5-4B4A-82DB-FA424459D065}" sibTransId="{C55B25E5-3688-46B7-B088-8E480432E920}"/>
    <dgm:cxn modelId="{19A930D0-A070-45B9-AF9D-33A898681B8A}" type="presOf" srcId="{BA518200-3869-40BA-A99E-D897BB860D68}" destId="{B76B79E1-9079-4635-A3A4-BC43CBCAF609}" srcOrd="0" destOrd="0" presId="urn:microsoft.com/office/officeart/2005/8/layout/vList2"/>
    <dgm:cxn modelId="{99A290E3-2F04-4E69-B32C-37CD620609C8}" type="presOf" srcId="{5AA01F43-DDA1-44CC-9AC7-B29D0D5A1FB5}" destId="{09C489D7-8D82-4C01-BF22-0C09E7987064}" srcOrd="0" destOrd="0" presId="urn:microsoft.com/office/officeart/2005/8/layout/vList2"/>
    <dgm:cxn modelId="{069099FB-F823-456A-8305-6A6FB9648081}" srcId="{91816921-DB05-47B0-9144-5A42ADEA7B6F}" destId="{59CC9D5C-865F-4133-84B5-B0CF577B5304}" srcOrd="3" destOrd="0" parTransId="{C321E30D-B7F0-4AAB-ACDC-FA3683DB5316}" sibTransId="{E868A1D1-265E-4105-A0E2-89B953E5A314}"/>
    <dgm:cxn modelId="{3C71D6FF-3FFA-496F-9B83-0BA877CDA9C9}" type="presOf" srcId="{91816921-DB05-47B0-9144-5A42ADEA7B6F}" destId="{4912789C-AFA8-4A5C-BEDE-54E0D38C4A40}" srcOrd="0" destOrd="0" presId="urn:microsoft.com/office/officeart/2005/8/layout/vList2"/>
    <dgm:cxn modelId="{27AFE54D-5EE9-4B85-8676-AC0E0ABF07F5}" type="presParOf" srcId="{4912789C-AFA8-4A5C-BEDE-54E0D38C4A40}" destId="{1FB3D09F-7336-4015-AD01-EA68B1ECFE25}" srcOrd="0" destOrd="0" presId="urn:microsoft.com/office/officeart/2005/8/layout/vList2"/>
    <dgm:cxn modelId="{F81D1751-3EE7-46F5-A31C-9B37E8C4B5E8}" type="presParOf" srcId="{4912789C-AFA8-4A5C-BEDE-54E0D38C4A40}" destId="{92E7B97A-2AB3-45ED-8015-94EA4788FBF0}" srcOrd="1" destOrd="0" presId="urn:microsoft.com/office/officeart/2005/8/layout/vList2"/>
    <dgm:cxn modelId="{821CCB05-E17A-4C74-8A86-37768AE3812F}" type="presParOf" srcId="{4912789C-AFA8-4A5C-BEDE-54E0D38C4A40}" destId="{09C489D7-8D82-4C01-BF22-0C09E7987064}" srcOrd="2" destOrd="0" presId="urn:microsoft.com/office/officeart/2005/8/layout/vList2"/>
    <dgm:cxn modelId="{CEA37FC8-0BF5-4A71-A107-8AA9E5355124}" type="presParOf" srcId="{4912789C-AFA8-4A5C-BEDE-54E0D38C4A40}" destId="{25499504-CAB3-47FF-988D-84866A3AA697}" srcOrd="3" destOrd="0" presId="urn:microsoft.com/office/officeart/2005/8/layout/vList2"/>
    <dgm:cxn modelId="{47EFB99A-8FA7-4E20-A348-A3479E2F16BA}" type="presParOf" srcId="{4912789C-AFA8-4A5C-BEDE-54E0D38C4A40}" destId="{B76B79E1-9079-4635-A3A4-BC43CBCAF609}" srcOrd="4" destOrd="0" presId="urn:microsoft.com/office/officeart/2005/8/layout/vList2"/>
    <dgm:cxn modelId="{793153A9-20BA-44D2-A3C9-5A1CDD195B1A}" type="presParOf" srcId="{4912789C-AFA8-4A5C-BEDE-54E0D38C4A40}" destId="{80B59495-75FF-4B22-BCE1-09522180E051}" srcOrd="5" destOrd="0" presId="urn:microsoft.com/office/officeart/2005/8/layout/vList2"/>
    <dgm:cxn modelId="{E652FAF5-35DF-4DAE-B6F0-A6814066858E}" type="presParOf" srcId="{4912789C-AFA8-4A5C-BEDE-54E0D38C4A40}" destId="{9D8D83DF-E681-4804-B458-10C64AA50E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ABDF0A-9A2C-49A0-AC09-98EFDF5ACC74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5EB8F9-A219-4E4B-9F8F-B61361AF485E}">
      <dgm:prSet/>
      <dgm:spPr/>
      <dgm:t>
        <a:bodyPr/>
        <a:lstStyle/>
        <a:p>
          <a:r>
            <a:rPr lang="en-US" b="1" dirty="0" err="1"/>
            <a:t>Reflexión</a:t>
          </a:r>
          <a:r>
            <a:rPr lang="en-US" b="1" dirty="0"/>
            <a:t> </a:t>
          </a:r>
          <a:r>
            <a:rPr lang="en-US" b="1" dirty="0" err="1"/>
            <a:t>corta</a:t>
          </a:r>
          <a:r>
            <a:rPr lang="en-US" b="1" dirty="0"/>
            <a:t> (individual</a:t>
          </a:r>
          <a:r>
            <a:rPr lang="en-US" b="1" dirty="0">
              <a:latin typeface="Aptos Display" panose="020F0302020204030204"/>
            </a:rPr>
            <a:t>)</a:t>
          </a:r>
          <a:endParaRPr lang="en-US" dirty="0"/>
        </a:p>
      </dgm:t>
    </dgm:pt>
    <dgm:pt modelId="{48B2FF3D-2672-4CE4-BF6C-2CF8193E1A41}" type="parTrans" cxnId="{7274D955-2A4B-40F2-8D89-4818E4E6AC6A}">
      <dgm:prSet/>
      <dgm:spPr/>
      <dgm:t>
        <a:bodyPr/>
        <a:lstStyle/>
        <a:p>
          <a:endParaRPr lang="en-US"/>
        </a:p>
      </dgm:t>
    </dgm:pt>
    <dgm:pt modelId="{C56D4462-1355-4E01-8E4C-6C446D7E26B0}" type="sibTrans" cxnId="{7274D955-2A4B-40F2-8D89-4818E4E6AC6A}">
      <dgm:prSet/>
      <dgm:spPr/>
      <dgm:t>
        <a:bodyPr/>
        <a:lstStyle/>
        <a:p>
          <a:endParaRPr lang="en-US"/>
        </a:p>
      </dgm:t>
    </dgm:pt>
    <dgm:pt modelId="{4526A5B0-D3CB-48E0-931F-8D1E9ADF8A78}">
      <dgm:prSet/>
      <dgm:spPr/>
      <dgm:t>
        <a:bodyPr/>
        <a:lstStyle/>
        <a:p>
          <a:r>
            <a:rPr lang="en-US" dirty="0"/>
            <a:t>Describe un </a:t>
          </a:r>
          <a:r>
            <a:rPr lang="en-US" dirty="0" err="1"/>
            <a:t>problema</a:t>
          </a:r>
          <a:r>
            <a:rPr lang="en-US" dirty="0"/>
            <a:t> real </a:t>
          </a:r>
          <a:r>
            <a:rPr lang="en-US" dirty="0" err="1"/>
            <a:t>que</a:t>
          </a:r>
          <a:r>
            <a:rPr lang="en-US" dirty="0"/>
            <a:t> </a:t>
          </a:r>
          <a:r>
            <a:rPr lang="en-US" dirty="0" err="1"/>
            <a:t>podría</a:t>
          </a:r>
          <a:r>
            <a:rPr lang="en-US" dirty="0"/>
            <a:t> </a:t>
          </a:r>
          <a:r>
            <a:rPr lang="en-US" dirty="0" err="1"/>
            <a:t>resolverse</a:t>
          </a:r>
          <a:r>
            <a:rPr lang="en-US" dirty="0"/>
            <a:t> </a:t>
          </a:r>
          <a:r>
            <a:rPr lang="en-US" dirty="0" err="1"/>
            <a:t>parcialmente</a:t>
          </a:r>
          <a:r>
            <a:rPr lang="en-US" dirty="0"/>
            <a:t> con software</a:t>
          </a:r>
        </a:p>
      </dgm:t>
    </dgm:pt>
    <dgm:pt modelId="{EDA112BD-F28E-4C8A-B76D-85B70181B5B6}" type="parTrans" cxnId="{835069DA-C072-4BD1-935D-77E9EDB3734C}">
      <dgm:prSet/>
      <dgm:spPr/>
      <dgm:t>
        <a:bodyPr/>
        <a:lstStyle/>
        <a:p>
          <a:endParaRPr lang="en-US"/>
        </a:p>
      </dgm:t>
    </dgm:pt>
    <dgm:pt modelId="{BBC74408-8C9E-4C6E-9555-1C56242CCEB7}" type="sibTrans" cxnId="{835069DA-C072-4BD1-935D-77E9EDB3734C}">
      <dgm:prSet/>
      <dgm:spPr/>
      <dgm:t>
        <a:bodyPr/>
        <a:lstStyle/>
        <a:p>
          <a:endParaRPr lang="en-US"/>
        </a:p>
      </dgm:t>
    </dgm:pt>
    <dgm:pt modelId="{78B3C299-F1B3-40A0-B82E-6BF824D62E6B}">
      <dgm:prSet/>
      <dgm:spPr/>
      <dgm:t>
        <a:bodyPr/>
        <a:lstStyle/>
        <a:p>
          <a:r>
            <a:rPr lang="en-US" dirty="0" err="1"/>
            <a:t>Explica</a:t>
          </a:r>
          <a:r>
            <a:rPr lang="en-US" dirty="0"/>
            <a:t> </a:t>
          </a:r>
          <a:r>
            <a:rPr lang="en-US" dirty="0" err="1"/>
            <a:t>por</a:t>
          </a:r>
          <a:r>
            <a:rPr lang="en-US" dirty="0"/>
            <a:t> </a:t>
          </a:r>
          <a:r>
            <a:rPr lang="en-US" dirty="0" err="1"/>
            <a:t>qué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software no es la </a:t>
          </a:r>
          <a:r>
            <a:rPr lang="en-US" dirty="0" err="1"/>
            <a:t>única</a:t>
          </a:r>
          <a:r>
            <a:rPr lang="en-US" dirty="0"/>
            <a:t> </a:t>
          </a:r>
          <a:r>
            <a:rPr lang="en-US" dirty="0" err="1"/>
            <a:t>solución</a:t>
          </a:r>
        </a:p>
      </dgm:t>
    </dgm:pt>
    <dgm:pt modelId="{51AE949F-9EBC-4CC9-8B3E-5DBA3F6DAA9A}" type="parTrans" cxnId="{082965C9-F791-448D-A7BC-6CBFC1C2C5E1}">
      <dgm:prSet/>
      <dgm:spPr/>
      <dgm:t>
        <a:bodyPr/>
        <a:lstStyle/>
        <a:p>
          <a:endParaRPr lang="en-US"/>
        </a:p>
      </dgm:t>
    </dgm:pt>
    <dgm:pt modelId="{F06EEB90-2E17-43FA-A8C0-CEA5B1E0DC36}" type="sibTrans" cxnId="{082965C9-F791-448D-A7BC-6CBFC1C2C5E1}">
      <dgm:prSet/>
      <dgm:spPr/>
      <dgm:t>
        <a:bodyPr/>
        <a:lstStyle/>
        <a:p>
          <a:endParaRPr lang="en-US"/>
        </a:p>
      </dgm:t>
    </dgm:pt>
    <dgm:pt modelId="{C980CC5B-B6BC-4238-BE7F-FB2FA04606A0}" type="pres">
      <dgm:prSet presAssocID="{14ABDF0A-9A2C-49A0-AC09-98EFDF5ACC7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3A7565-15B7-4264-921D-8C6F70AC2E63}" type="pres">
      <dgm:prSet presAssocID="{1A5EB8F9-A219-4E4B-9F8F-B61361AF485E}" presName="hierRoot1" presStyleCnt="0"/>
      <dgm:spPr/>
    </dgm:pt>
    <dgm:pt modelId="{055DFBB5-1EAB-4628-8C6C-DBA939BF75DB}" type="pres">
      <dgm:prSet presAssocID="{1A5EB8F9-A219-4E4B-9F8F-B61361AF485E}" presName="composite" presStyleCnt="0"/>
      <dgm:spPr/>
    </dgm:pt>
    <dgm:pt modelId="{6C21A6E7-7FC1-4FB5-AB1D-D6971E28469D}" type="pres">
      <dgm:prSet presAssocID="{1A5EB8F9-A219-4E4B-9F8F-B61361AF485E}" presName="background" presStyleLbl="node0" presStyleIdx="0" presStyleCnt="3"/>
      <dgm:spPr/>
    </dgm:pt>
    <dgm:pt modelId="{F34BC469-46AC-4A99-ACF7-28BDE7C96682}" type="pres">
      <dgm:prSet presAssocID="{1A5EB8F9-A219-4E4B-9F8F-B61361AF485E}" presName="text" presStyleLbl="fgAcc0" presStyleIdx="0" presStyleCnt="3">
        <dgm:presLayoutVars>
          <dgm:chPref val="3"/>
        </dgm:presLayoutVars>
      </dgm:prSet>
      <dgm:spPr/>
    </dgm:pt>
    <dgm:pt modelId="{3801A2C3-8F55-44BD-A5E1-9111D9979780}" type="pres">
      <dgm:prSet presAssocID="{1A5EB8F9-A219-4E4B-9F8F-B61361AF485E}" presName="hierChild2" presStyleCnt="0"/>
      <dgm:spPr/>
    </dgm:pt>
    <dgm:pt modelId="{D288A287-9BBD-42D9-BC33-9782D51D14FE}" type="pres">
      <dgm:prSet presAssocID="{4526A5B0-D3CB-48E0-931F-8D1E9ADF8A78}" presName="hierRoot1" presStyleCnt="0"/>
      <dgm:spPr/>
    </dgm:pt>
    <dgm:pt modelId="{C84A20F5-A97D-4216-BC9B-B6B77D829FB3}" type="pres">
      <dgm:prSet presAssocID="{4526A5B0-D3CB-48E0-931F-8D1E9ADF8A78}" presName="composite" presStyleCnt="0"/>
      <dgm:spPr/>
    </dgm:pt>
    <dgm:pt modelId="{08D7E178-D986-4D26-8CFF-35BC2B298EC8}" type="pres">
      <dgm:prSet presAssocID="{4526A5B0-D3CB-48E0-931F-8D1E9ADF8A78}" presName="background" presStyleLbl="node0" presStyleIdx="1" presStyleCnt="3"/>
      <dgm:spPr/>
    </dgm:pt>
    <dgm:pt modelId="{DB6735AC-8684-4543-86B8-4FA8530E6BC8}" type="pres">
      <dgm:prSet presAssocID="{4526A5B0-D3CB-48E0-931F-8D1E9ADF8A78}" presName="text" presStyleLbl="fgAcc0" presStyleIdx="1" presStyleCnt="3">
        <dgm:presLayoutVars>
          <dgm:chPref val="3"/>
        </dgm:presLayoutVars>
      </dgm:prSet>
      <dgm:spPr/>
    </dgm:pt>
    <dgm:pt modelId="{9D435BC5-7B8E-4593-84F1-6279232EFB8B}" type="pres">
      <dgm:prSet presAssocID="{4526A5B0-D3CB-48E0-931F-8D1E9ADF8A78}" presName="hierChild2" presStyleCnt="0"/>
      <dgm:spPr/>
    </dgm:pt>
    <dgm:pt modelId="{232C163D-43C4-4CBF-84D6-F269831713F7}" type="pres">
      <dgm:prSet presAssocID="{78B3C299-F1B3-40A0-B82E-6BF824D62E6B}" presName="hierRoot1" presStyleCnt="0"/>
      <dgm:spPr/>
    </dgm:pt>
    <dgm:pt modelId="{37BCB6D5-760D-4386-B8D2-3EDB6BD150CB}" type="pres">
      <dgm:prSet presAssocID="{78B3C299-F1B3-40A0-B82E-6BF824D62E6B}" presName="composite" presStyleCnt="0"/>
      <dgm:spPr/>
    </dgm:pt>
    <dgm:pt modelId="{C3A9EC18-A7DF-4D7F-A5FD-BCBCF31C3055}" type="pres">
      <dgm:prSet presAssocID="{78B3C299-F1B3-40A0-B82E-6BF824D62E6B}" presName="background" presStyleLbl="node0" presStyleIdx="2" presStyleCnt="3"/>
      <dgm:spPr/>
    </dgm:pt>
    <dgm:pt modelId="{032012FD-CACC-4F70-9475-6F2677931D27}" type="pres">
      <dgm:prSet presAssocID="{78B3C299-F1B3-40A0-B82E-6BF824D62E6B}" presName="text" presStyleLbl="fgAcc0" presStyleIdx="2" presStyleCnt="3">
        <dgm:presLayoutVars>
          <dgm:chPref val="3"/>
        </dgm:presLayoutVars>
      </dgm:prSet>
      <dgm:spPr/>
    </dgm:pt>
    <dgm:pt modelId="{F235121A-2022-4A66-B1EF-772FE15AB3A7}" type="pres">
      <dgm:prSet presAssocID="{78B3C299-F1B3-40A0-B82E-6BF824D62E6B}" presName="hierChild2" presStyleCnt="0"/>
      <dgm:spPr/>
    </dgm:pt>
  </dgm:ptLst>
  <dgm:cxnLst>
    <dgm:cxn modelId="{77B34A3F-ED8A-4264-B280-BE72D4D28ECA}" type="presOf" srcId="{14ABDF0A-9A2C-49A0-AC09-98EFDF5ACC74}" destId="{C980CC5B-B6BC-4238-BE7F-FB2FA04606A0}" srcOrd="0" destOrd="0" presId="urn:microsoft.com/office/officeart/2005/8/layout/hierarchy1"/>
    <dgm:cxn modelId="{C7350B53-E3A3-44D8-922B-589CC449E02F}" type="presOf" srcId="{4526A5B0-D3CB-48E0-931F-8D1E9ADF8A78}" destId="{DB6735AC-8684-4543-86B8-4FA8530E6BC8}" srcOrd="0" destOrd="0" presId="urn:microsoft.com/office/officeart/2005/8/layout/hierarchy1"/>
    <dgm:cxn modelId="{7274D955-2A4B-40F2-8D89-4818E4E6AC6A}" srcId="{14ABDF0A-9A2C-49A0-AC09-98EFDF5ACC74}" destId="{1A5EB8F9-A219-4E4B-9F8F-B61361AF485E}" srcOrd="0" destOrd="0" parTransId="{48B2FF3D-2672-4CE4-BF6C-2CF8193E1A41}" sibTransId="{C56D4462-1355-4E01-8E4C-6C446D7E26B0}"/>
    <dgm:cxn modelId="{3C52729A-8FD7-487C-BBB7-6562B4DEA8FF}" type="presOf" srcId="{78B3C299-F1B3-40A0-B82E-6BF824D62E6B}" destId="{032012FD-CACC-4F70-9475-6F2677931D27}" srcOrd="0" destOrd="0" presId="urn:microsoft.com/office/officeart/2005/8/layout/hierarchy1"/>
    <dgm:cxn modelId="{1EEEB7B8-F2F1-43DE-82F1-B959A4BA9C29}" type="presOf" srcId="{1A5EB8F9-A219-4E4B-9F8F-B61361AF485E}" destId="{F34BC469-46AC-4A99-ACF7-28BDE7C96682}" srcOrd="0" destOrd="0" presId="urn:microsoft.com/office/officeart/2005/8/layout/hierarchy1"/>
    <dgm:cxn modelId="{082965C9-F791-448D-A7BC-6CBFC1C2C5E1}" srcId="{14ABDF0A-9A2C-49A0-AC09-98EFDF5ACC74}" destId="{78B3C299-F1B3-40A0-B82E-6BF824D62E6B}" srcOrd="2" destOrd="0" parTransId="{51AE949F-9EBC-4CC9-8B3E-5DBA3F6DAA9A}" sibTransId="{F06EEB90-2E17-43FA-A8C0-CEA5B1E0DC36}"/>
    <dgm:cxn modelId="{835069DA-C072-4BD1-935D-77E9EDB3734C}" srcId="{14ABDF0A-9A2C-49A0-AC09-98EFDF5ACC74}" destId="{4526A5B0-D3CB-48E0-931F-8D1E9ADF8A78}" srcOrd="1" destOrd="0" parTransId="{EDA112BD-F28E-4C8A-B76D-85B70181B5B6}" sibTransId="{BBC74408-8C9E-4C6E-9555-1C56242CCEB7}"/>
    <dgm:cxn modelId="{F6CAE44F-167D-4CD1-B615-671BFC8626D8}" type="presParOf" srcId="{C980CC5B-B6BC-4238-BE7F-FB2FA04606A0}" destId="{EA3A7565-15B7-4264-921D-8C6F70AC2E63}" srcOrd="0" destOrd="0" presId="urn:microsoft.com/office/officeart/2005/8/layout/hierarchy1"/>
    <dgm:cxn modelId="{6B2C1926-7C98-442F-A2EB-B47322B3590D}" type="presParOf" srcId="{EA3A7565-15B7-4264-921D-8C6F70AC2E63}" destId="{055DFBB5-1EAB-4628-8C6C-DBA939BF75DB}" srcOrd="0" destOrd="0" presId="urn:microsoft.com/office/officeart/2005/8/layout/hierarchy1"/>
    <dgm:cxn modelId="{88F1FDEA-8D49-4B6E-82FF-AB326242334B}" type="presParOf" srcId="{055DFBB5-1EAB-4628-8C6C-DBA939BF75DB}" destId="{6C21A6E7-7FC1-4FB5-AB1D-D6971E28469D}" srcOrd="0" destOrd="0" presId="urn:microsoft.com/office/officeart/2005/8/layout/hierarchy1"/>
    <dgm:cxn modelId="{E90835F2-A935-4EE3-BEB5-4B8049A20760}" type="presParOf" srcId="{055DFBB5-1EAB-4628-8C6C-DBA939BF75DB}" destId="{F34BC469-46AC-4A99-ACF7-28BDE7C96682}" srcOrd="1" destOrd="0" presId="urn:microsoft.com/office/officeart/2005/8/layout/hierarchy1"/>
    <dgm:cxn modelId="{DA2B16E6-7956-4B5E-BCD2-8EA6013FC02D}" type="presParOf" srcId="{EA3A7565-15B7-4264-921D-8C6F70AC2E63}" destId="{3801A2C3-8F55-44BD-A5E1-9111D9979780}" srcOrd="1" destOrd="0" presId="urn:microsoft.com/office/officeart/2005/8/layout/hierarchy1"/>
    <dgm:cxn modelId="{2F573161-49A0-43C9-9F57-41D012A54253}" type="presParOf" srcId="{C980CC5B-B6BC-4238-BE7F-FB2FA04606A0}" destId="{D288A287-9BBD-42D9-BC33-9782D51D14FE}" srcOrd="1" destOrd="0" presId="urn:microsoft.com/office/officeart/2005/8/layout/hierarchy1"/>
    <dgm:cxn modelId="{7458DD41-04E9-44B6-9AA8-36AC7F46935E}" type="presParOf" srcId="{D288A287-9BBD-42D9-BC33-9782D51D14FE}" destId="{C84A20F5-A97D-4216-BC9B-B6B77D829FB3}" srcOrd="0" destOrd="0" presId="urn:microsoft.com/office/officeart/2005/8/layout/hierarchy1"/>
    <dgm:cxn modelId="{DE526034-78B4-482C-AE0B-BED3D0252F6B}" type="presParOf" srcId="{C84A20F5-A97D-4216-BC9B-B6B77D829FB3}" destId="{08D7E178-D986-4D26-8CFF-35BC2B298EC8}" srcOrd="0" destOrd="0" presId="urn:microsoft.com/office/officeart/2005/8/layout/hierarchy1"/>
    <dgm:cxn modelId="{61B498D8-804D-423E-8250-099F671BE58B}" type="presParOf" srcId="{C84A20F5-A97D-4216-BC9B-B6B77D829FB3}" destId="{DB6735AC-8684-4543-86B8-4FA8530E6BC8}" srcOrd="1" destOrd="0" presId="urn:microsoft.com/office/officeart/2005/8/layout/hierarchy1"/>
    <dgm:cxn modelId="{9808B553-D4C0-4830-9621-2CE5316025DF}" type="presParOf" srcId="{D288A287-9BBD-42D9-BC33-9782D51D14FE}" destId="{9D435BC5-7B8E-4593-84F1-6279232EFB8B}" srcOrd="1" destOrd="0" presId="urn:microsoft.com/office/officeart/2005/8/layout/hierarchy1"/>
    <dgm:cxn modelId="{65DCE3F2-8D96-4214-9900-E9BA08BD37AA}" type="presParOf" srcId="{C980CC5B-B6BC-4238-BE7F-FB2FA04606A0}" destId="{232C163D-43C4-4CBF-84D6-F269831713F7}" srcOrd="2" destOrd="0" presId="urn:microsoft.com/office/officeart/2005/8/layout/hierarchy1"/>
    <dgm:cxn modelId="{5A60E0FA-9185-411B-8ABA-4FA2F12EDFC9}" type="presParOf" srcId="{232C163D-43C4-4CBF-84D6-F269831713F7}" destId="{37BCB6D5-760D-4386-B8D2-3EDB6BD150CB}" srcOrd="0" destOrd="0" presId="urn:microsoft.com/office/officeart/2005/8/layout/hierarchy1"/>
    <dgm:cxn modelId="{E4050E2A-A717-433A-BB40-FFC92EAD2050}" type="presParOf" srcId="{37BCB6D5-760D-4386-B8D2-3EDB6BD150CB}" destId="{C3A9EC18-A7DF-4D7F-A5FD-BCBCF31C3055}" srcOrd="0" destOrd="0" presId="urn:microsoft.com/office/officeart/2005/8/layout/hierarchy1"/>
    <dgm:cxn modelId="{6FF3C48B-583F-42F7-A28D-5D63AB6BC1B5}" type="presParOf" srcId="{37BCB6D5-760D-4386-B8D2-3EDB6BD150CB}" destId="{032012FD-CACC-4F70-9475-6F2677931D27}" srcOrd="1" destOrd="0" presId="urn:microsoft.com/office/officeart/2005/8/layout/hierarchy1"/>
    <dgm:cxn modelId="{A5094F42-7B73-481E-9339-9A6BFF4DB138}" type="presParOf" srcId="{232C163D-43C4-4CBF-84D6-F269831713F7}" destId="{F235121A-2022-4A66-B1EF-772FE15AB3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CB4155-A80A-44EA-87FC-7506B3A5E365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93129A-2390-4523-983F-B85F3A473FDA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D2E55-9FBE-4C96-A46B-86BCFE221AD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Comprender qué es el pensamiento sistémico</a:t>
          </a:r>
        </a:p>
      </dsp:txBody>
      <dsp:txXfrm>
        <a:off x="1357965" y="2319"/>
        <a:ext cx="4887299" cy="1175727"/>
      </dsp:txXfrm>
    </dsp:sp>
    <dsp:sp modelId="{2A19D0B6-0656-4540-BF26-2F8F3DD22F2E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69AB5-6BF1-4B8F-9ADA-59B53D5C2571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928A49-2645-463F-9492-FA72E5D60225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Analizar problemas reales más allá del software</a:t>
          </a:r>
        </a:p>
      </dsp:txBody>
      <dsp:txXfrm>
        <a:off x="1357965" y="1471979"/>
        <a:ext cx="4887299" cy="1175727"/>
      </dsp:txXfrm>
    </dsp:sp>
    <dsp:sp modelId="{011CC499-0D83-492D-B72F-648973828EE3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B7EBA-42DB-4824-BBC1-A76C1A8E8402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D59EF-B29A-44BF-A983-8BE1C693A2FF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Identificar actores, procesos y restricciones</a:t>
          </a:r>
        </a:p>
      </dsp:txBody>
      <dsp:txXfrm>
        <a:off x="1357965" y="2941639"/>
        <a:ext cx="4887299" cy="1175727"/>
      </dsp:txXfrm>
    </dsp:sp>
    <dsp:sp modelId="{37968114-68E8-4B95-9A39-C2CEAE93934A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3CCB78-F97C-4EC0-A24E-96E088AC7AB7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F81A17-A74F-44E5-8843-3618DB8313E5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Entender que el software es parte de un sistema mayor</a:t>
          </a:r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41794-57BE-439B-8C4C-BC3CAD370413}">
      <dsp:nvSpPr>
        <dsp:cNvPr id="0" name=""/>
        <dsp:cNvSpPr/>
      </dsp:nvSpPr>
      <dsp:spPr>
        <a:xfrm>
          <a:off x="0" y="493924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EACAFB-7C7D-49F5-9FFC-A091D828E09D}">
      <dsp:nvSpPr>
        <dsp:cNvPr id="0" name=""/>
        <dsp:cNvSpPr/>
      </dsp:nvSpPr>
      <dsp:spPr>
        <a:xfrm>
          <a:off x="333341" y="183964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Creencia</a:t>
          </a:r>
          <a:r>
            <a:rPr lang="en-US" sz="2100" kern="1200" dirty="0"/>
            <a:t> </a:t>
          </a:r>
          <a:r>
            <a:rPr lang="en-US" sz="2100" kern="1200" dirty="0" err="1"/>
            <a:t>frecuente</a:t>
          </a:r>
          <a:r>
            <a:rPr lang="en-US" sz="2100" kern="1200" dirty="0"/>
            <a:t>:</a:t>
          </a:r>
        </a:p>
      </dsp:txBody>
      <dsp:txXfrm>
        <a:off x="363603" y="214226"/>
        <a:ext cx="4606259" cy="559396"/>
      </dsp:txXfrm>
    </dsp:sp>
    <dsp:sp modelId="{C3689C82-AF45-4DF7-9DE2-1DD47802F93F}">
      <dsp:nvSpPr>
        <dsp:cNvPr id="0" name=""/>
        <dsp:cNvSpPr/>
      </dsp:nvSpPr>
      <dsp:spPr>
        <a:xfrm>
          <a:off x="0" y="1446484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21745-EE44-4A89-9351-87408EBB5B3A}">
      <dsp:nvSpPr>
        <dsp:cNvPr id="0" name=""/>
        <dsp:cNvSpPr/>
      </dsp:nvSpPr>
      <dsp:spPr>
        <a:xfrm>
          <a:off x="333341" y="1136524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“El </a:t>
          </a:r>
          <a:r>
            <a:rPr lang="en-US" sz="2100" kern="1200" dirty="0" err="1"/>
            <a:t>problema</a:t>
          </a:r>
          <a:r>
            <a:rPr lang="en-US" sz="2100" kern="1200" dirty="0"/>
            <a:t> es </a:t>
          </a:r>
          <a:r>
            <a:rPr lang="en-US" sz="2100" kern="1200" dirty="0" err="1"/>
            <a:t>hacer</a:t>
          </a:r>
          <a:r>
            <a:rPr lang="en-US" sz="2100" kern="1200" dirty="0"/>
            <a:t> la </a:t>
          </a:r>
          <a:r>
            <a:rPr lang="en-US" sz="2100" kern="1200" dirty="0" err="1"/>
            <a:t>aplicación</a:t>
          </a:r>
          <a:r>
            <a:rPr lang="en-US" sz="2100" kern="1200" dirty="0"/>
            <a:t>”</a:t>
          </a:r>
        </a:p>
      </dsp:txBody>
      <dsp:txXfrm>
        <a:off x="363603" y="1166786"/>
        <a:ext cx="4606259" cy="559396"/>
      </dsp:txXfrm>
    </dsp:sp>
    <dsp:sp modelId="{D33910EA-39FD-4830-8D76-300FF87F17BB}">
      <dsp:nvSpPr>
        <dsp:cNvPr id="0" name=""/>
        <dsp:cNvSpPr/>
      </dsp:nvSpPr>
      <dsp:spPr>
        <a:xfrm>
          <a:off x="0" y="2399045"/>
          <a:ext cx="6666833" cy="1918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37388" rIns="517420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Organizacional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 err="1"/>
            <a:t>Operativo</a:t>
          </a:r>
          <a:endParaRPr lang="en-US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Humano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Técnico</a:t>
          </a:r>
        </a:p>
      </dsp:txBody>
      <dsp:txXfrm>
        <a:off x="0" y="2399045"/>
        <a:ext cx="6666833" cy="1918350"/>
      </dsp:txXfrm>
    </dsp:sp>
    <dsp:sp modelId="{7D2B99F5-4F47-49A0-822D-E9E4F43E8346}">
      <dsp:nvSpPr>
        <dsp:cNvPr id="0" name=""/>
        <dsp:cNvSpPr/>
      </dsp:nvSpPr>
      <dsp:spPr>
        <a:xfrm>
          <a:off x="333341" y="2089084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El </a:t>
          </a:r>
          <a:r>
            <a:rPr lang="en-US" sz="2100" kern="1200" dirty="0" err="1"/>
            <a:t>problema</a:t>
          </a:r>
          <a:r>
            <a:rPr lang="en-US" sz="2100" kern="1200" dirty="0"/>
            <a:t> es:</a:t>
          </a:r>
        </a:p>
      </dsp:txBody>
      <dsp:txXfrm>
        <a:off x="363603" y="2119346"/>
        <a:ext cx="4606259" cy="559396"/>
      </dsp:txXfrm>
    </dsp:sp>
    <dsp:sp modelId="{7153312A-C81B-44FE-9BCE-4BB487332E0A}">
      <dsp:nvSpPr>
        <dsp:cNvPr id="0" name=""/>
        <dsp:cNvSpPr/>
      </dsp:nvSpPr>
      <dsp:spPr>
        <a:xfrm>
          <a:off x="0" y="4740755"/>
          <a:ext cx="6666833" cy="52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A6BE9-2A7C-469D-9E4F-26B1782A4F7C}">
      <dsp:nvSpPr>
        <dsp:cNvPr id="0" name=""/>
        <dsp:cNvSpPr/>
      </dsp:nvSpPr>
      <dsp:spPr>
        <a:xfrm>
          <a:off x="333341" y="4430795"/>
          <a:ext cx="4666783" cy="6199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El software </a:t>
          </a:r>
          <a:r>
            <a:rPr lang="en-US" sz="2100" b="1" kern="1200" dirty="0"/>
            <a:t>solo </a:t>
          </a:r>
          <a:r>
            <a:rPr lang="en-US" sz="2100" b="1" kern="1200" dirty="0" err="1"/>
            <a:t>apoya</a:t>
          </a:r>
          <a:r>
            <a:rPr lang="en-US" sz="2100" b="1" kern="1200" dirty="0"/>
            <a:t> la </a:t>
          </a:r>
          <a:r>
            <a:rPr lang="en-US" sz="2100" b="1" kern="1200" dirty="0" err="1"/>
            <a:t>solución</a:t>
          </a:r>
          <a:endParaRPr lang="en-US" sz="2100" kern="1200" dirty="0" err="1"/>
        </a:p>
      </dsp:txBody>
      <dsp:txXfrm>
        <a:off x="363603" y="4461057"/>
        <a:ext cx="4606259" cy="5593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3D09F-7336-4015-AD01-EA68B1ECFE25}">
      <dsp:nvSpPr>
        <dsp:cNvPr id="0" name=""/>
        <dsp:cNvSpPr/>
      </dsp:nvSpPr>
      <dsp:spPr>
        <a:xfrm>
          <a:off x="0" y="37268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¿</a:t>
          </a:r>
          <a:r>
            <a:rPr lang="en-US" sz="4000" kern="1200" dirty="0" err="1"/>
            <a:t>Qué</a:t>
          </a:r>
          <a:r>
            <a:rPr lang="en-US" sz="4000" kern="1200" dirty="0"/>
            <a:t> </a:t>
          </a:r>
          <a:r>
            <a:rPr lang="en-US" sz="4000" kern="1200" dirty="0" err="1"/>
            <a:t>actividades</a:t>
          </a:r>
          <a:r>
            <a:rPr lang="en-US" sz="4000" kern="1200" dirty="0"/>
            <a:t> se </a:t>
          </a:r>
          <a:r>
            <a:rPr lang="en-US" sz="4000" kern="1200" dirty="0" err="1"/>
            <a:t>realizan</a:t>
          </a:r>
          <a:r>
            <a:rPr lang="en-US" sz="4000" kern="1200" dirty="0"/>
            <a:t> hoy?</a:t>
          </a:r>
        </a:p>
      </dsp:txBody>
      <dsp:txXfrm>
        <a:off x="47976" y="85244"/>
        <a:ext cx="10419648" cy="886848"/>
      </dsp:txXfrm>
    </dsp:sp>
    <dsp:sp modelId="{09C489D7-8D82-4C01-BF22-0C09E7987064}">
      <dsp:nvSpPr>
        <dsp:cNvPr id="0" name=""/>
        <dsp:cNvSpPr/>
      </dsp:nvSpPr>
      <dsp:spPr>
        <a:xfrm>
          <a:off x="0" y="1135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¿</a:t>
          </a:r>
          <a:r>
            <a:rPr lang="en-US" sz="4000" kern="1200" dirty="0" err="1"/>
            <a:t>Dónde</a:t>
          </a:r>
          <a:r>
            <a:rPr lang="en-US" sz="4000" kern="1200" dirty="0"/>
            <a:t> hay </a:t>
          </a:r>
          <a:r>
            <a:rPr lang="en-US" sz="4000" kern="1200" dirty="0" err="1"/>
            <a:t>reprocesos</a:t>
          </a:r>
          <a:r>
            <a:rPr lang="en-US" sz="4000" kern="1200" dirty="0"/>
            <a:t>?</a:t>
          </a:r>
        </a:p>
      </dsp:txBody>
      <dsp:txXfrm>
        <a:off x="47976" y="1183245"/>
        <a:ext cx="10419648" cy="886848"/>
      </dsp:txXfrm>
    </dsp:sp>
    <dsp:sp modelId="{B76B79E1-9079-4635-A3A4-BC43CBCAF609}">
      <dsp:nvSpPr>
        <dsp:cNvPr id="0" name=""/>
        <dsp:cNvSpPr/>
      </dsp:nvSpPr>
      <dsp:spPr>
        <a:xfrm>
          <a:off x="0" y="2233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¿</a:t>
          </a:r>
          <a:r>
            <a:rPr lang="en-US" sz="4000" kern="1200" dirty="0" err="1"/>
            <a:t>Dónde</a:t>
          </a:r>
          <a:r>
            <a:rPr lang="en-US" sz="4000" kern="1200" dirty="0"/>
            <a:t> hay </a:t>
          </a:r>
          <a:r>
            <a:rPr lang="en-US" sz="4000" kern="1200" dirty="0" err="1"/>
            <a:t>errores</a:t>
          </a:r>
          <a:r>
            <a:rPr lang="en-US" sz="4000" kern="1200" dirty="0"/>
            <a:t> </a:t>
          </a:r>
          <a:r>
            <a:rPr lang="en-US" sz="4000" kern="1200" dirty="0" err="1"/>
            <a:t>frecuentes</a:t>
          </a:r>
          <a:r>
            <a:rPr lang="en-US" sz="4000" kern="1200" dirty="0"/>
            <a:t>?</a:t>
          </a:r>
        </a:p>
      </dsp:txBody>
      <dsp:txXfrm>
        <a:off x="47976" y="2281245"/>
        <a:ext cx="10419648" cy="886848"/>
      </dsp:txXfrm>
    </dsp:sp>
    <dsp:sp modelId="{9D8D83DF-E681-4804-B458-10C64AA50EE9}">
      <dsp:nvSpPr>
        <dsp:cNvPr id="0" name=""/>
        <dsp:cNvSpPr/>
      </dsp:nvSpPr>
      <dsp:spPr>
        <a:xfrm>
          <a:off x="0" y="3331269"/>
          <a:ext cx="10515600" cy="98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El software </a:t>
          </a:r>
          <a:r>
            <a:rPr lang="en-US" sz="4000" b="1" kern="1200" dirty="0"/>
            <a:t>no </a:t>
          </a:r>
          <a:r>
            <a:rPr lang="en-US" sz="4000" b="1" kern="1200" dirty="0" err="1"/>
            <a:t>inventa</a:t>
          </a:r>
          <a:r>
            <a:rPr lang="en-US" sz="4000" b="1" kern="1200" dirty="0"/>
            <a:t> </a:t>
          </a:r>
          <a:r>
            <a:rPr lang="en-US" sz="4000" b="1" kern="1200" dirty="0" err="1"/>
            <a:t>procesos</a:t>
          </a:r>
          <a:r>
            <a:rPr lang="en-US" sz="4000" b="1" kern="1200" dirty="0"/>
            <a:t>, </a:t>
          </a:r>
          <a:r>
            <a:rPr lang="en-US" sz="4000" b="1" kern="1200" dirty="0" err="1"/>
            <a:t>los</a:t>
          </a:r>
          <a:r>
            <a:rPr lang="en-US" sz="4000" b="1" kern="1200" dirty="0"/>
            <a:t> </a:t>
          </a:r>
          <a:r>
            <a:rPr lang="en-US" sz="4000" b="1" kern="1200" dirty="0" err="1"/>
            <a:t>apoya</a:t>
          </a:r>
          <a:endParaRPr lang="en-US" sz="4000" kern="1200" dirty="0" err="1"/>
        </a:p>
      </dsp:txBody>
      <dsp:txXfrm>
        <a:off x="47976" y="3379245"/>
        <a:ext cx="10419648" cy="8868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21A6E7-7FC1-4FB5-AB1D-D6971E28469D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34BC469-46AC-4A99-ACF7-28BDE7C96682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Reflexión</a:t>
          </a:r>
          <a:r>
            <a:rPr lang="en-US" sz="2200" b="1" kern="1200" dirty="0"/>
            <a:t> </a:t>
          </a:r>
          <a:r>
            <a:rPr lang="en-US" sz="2200" b="1" kern="1200" dirty="0" err="1"/>
            <a:t>corta</a:t>
          </a:r>
          <a:r>
            <a:rPr lang="en-US" sz="2200" b="1" kern="1200" dirty="0"/>
            <a:t> (individual</a:t>
          </a:r>
          <a:r>
            <a:rPr lang="en-US" sz="2200" b="1" kern="1200" dirty="0">
              <a:latin typeface="Aptos Display" panose="020F0302020204030204"/>
            </a:rPr>
            <a:t>)</a:t>
          </a:r>
          <a:endParaRPr lang="en-US" sz="2200" kern="1200" dirty="0"/>
        </a:p>
      </dsp:txBody>
      <dsp:txXfrm>
        <a:off x="383617" y="1447754"/>
        <a:ext cx="2847502" cy="1768010"/>
      </dsp:txXfrm>
    </dsp:sp>
    <dsp:sp modelId="{08D7E178-D986-4D26-8CFF-35BC2B298EC8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B6735AC-8684-4543-86B8-4FA8530E6BC8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Describe un </a:t>
          </a:r>
          <a:r>
            <a:rPr lang="en-US" sz="2200" kern="1200" dirty="0" err="1"/>
            <a:t>problema</a:t>
          </a:r>
          <a:r>
            <a:rPr lang="en-US" sz="2200" kern="1200" dirty="0"/>
            <a:t> real </a:t>
          </a:r>
          <a:r>
            <a:rPr lang="en-US" sz="2200" kern="1200" dirty="0" err="1"/>
            <a:t>que</a:t>
          </a:r>
          <a:r>
            <a:rPr lang="en-US" sz="2200" kern="1200" dirty="0"/>
            <a:t> </a:t>
          </a:r>
          <a:r>
            <a:rPr lang="en-US" sz="2200" kern="1200" dirty="0" err="1"/>
            <a:t>podría</a:t>
          </a:r>
          <a:r>
            <a:rPr lang="en-US" sz="2200" kern="1200" dirty="0"/>
            <a:t> </a:t>
          </a:r>
          <a:r>
            <a:rPr lang="en-US" sz="2200" kern="1200" dirty="0" err="1"/>
            <a:t>resolverse</a:t>
          </a:r>
          <a:r>
            <a:rPr lang="en-US" sz="2200" kern="1200" dirty="0"/>
            <a:t> </a:t>
          </a:r>
          <a:r>
            <a:rPr lang="en-US" sz="2200" kern="1200" dirty="0" err="1"/>
            <a:t>parcialmente</a:t>
          </a:r>
          <a:r>
            <a:rPr lang="en-US" sz="2200" kern="1200" dirty="0"/>
            <a:t> con software</a:t>
          </a:r>
        </a:p>
      </dsp:txBody>
      <dsp:txXfrm>
        <a:off x="3998355" y="1447754"/>
        <a:ext cx="2847502" cy="1768010"/>
      </dsp:txXfrm>
    </dsp:sp>
    <dsp:sp modelId="{C3A9EC18-A7DF-4D7F-A5FD-BCBCF31C3055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32012FD-CACC-4F70-9475-6F2677931D27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Explica</a:t>
          </a:r>
          <a:r>
            <a:rPr lang="en-US" sz="2200" kern="1200" dirty="0"/>
            <a:t> </a:t>
          </a:r>
          <a:r>
            <a:rPr lang="en-US" sz="2200" kern="1200" dirty="0" err="1"/>
            <a:t>por</a:t>
          </a:r>
          <a:r>
            <a:rPr lang="en-US" sz="2200" kern="1200" dirty="0"/>
            <a:t> </a:t>
          </a:r>
          <a:r>
            <a:rPr lang="en-US" sz="2200" kern="1200" dirty="0" err="1"/>
            <a:t>qué</a:t>
          </a:r>
          <a:r>
            <a:rPr lang="en-US" sz="2200" kern="1200" dirty="0"/>
            <a:t> </a:t>
          </a:r>
          <a:r>
            <a:rPr lang="en-US" sz="2200" kern="1200" dirty="0" err="1"/>
            <a:t>el</a:t>
          </a:r>
          <a:r>
            <a:rPr lang="en-US" sz="2200" kern="1200" dirty="0"/>
            <a:t> software no es la </a:t>
          </a:r>
          <a:r>
            <a:rPr lang="en-US" sz="2200" kern="1200" dirty="0" err="1"/>
            <a:t>única</a:t>
          </a:r>
          <a:r>
            <a:rPr lang="en-US" sz="2200" kern="1200" dirty="0"/>
            <a:t> </a:t>
          </a:r>
          <a:r>
            <a:rPr lang="en-US" sz="2200" kern="1200" dirty="0" err="1"/>
            <a:t>solución</a:t>
          </a:r>
        </a:p>
      </dsp:txBody>
      <dsp:txXfrm>
        <a:off x="7613092" y="1447754"/>
        <a:ext cx="2847502" cy="1768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clado de computadora negro">
            <a:extLst>
              <a:ext uri="{FF2B5EF4-FFF2-40B4-BE49-F238E27FC236}">
                <a16:creationId xmlns:a16="http://schemas.microsoft.com/office/drawing/2014/main" id="{2662F376-3B35-C2F1-580D-17110D043E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j-lt"/>
                <a:cs typeface="+mj-lt"/>
              </a:rPr>
              <a:t>INGENIERÍA DE SOFTWARE I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n-lt"/>
                <a:cs typeface="+mn-lt"/>
              </a:rPr>
              <a:t>Ingenierio Luiferney Ortiz</a:t>
            </a:r>
          </a:p>
          <a:p>
            <a:r>
              <a:rPr lang="es-ES">
                <a:solidFill>
                  <a:srgbClr val="FFFFFF"/>
                </a:solidFill>
                <a:ea typeface="+mn-lt"/>
                <a:cs typeface="+mn-lt"/>
              </a:rPr>
              <a:t>Pensamiento sistémico y problemas reales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492348-8E82-5197-756A-D52EAE88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7400">
                <a:ea typeface="+mj-lt"/>
                <a:cs typeface="+mj-lt"/>
              </a:rPr>
              <a:t>Propósito de la clase</a:t>
            </a:r>
            <a:endParaRPr lang="en-US" sz="7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265FA2-25F7-F480-02EE-E7C830951C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33881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270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35EAF-BE58-7611-D1D6-6B6E8891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Punto de partida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AA339-FBC9-08E3-B24B-82B5D7B11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¿El software resuelve problemas o hace parte de la solución?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Idea clave: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El software </a:t>
            </a:r>
            <a:r>
              <a:rPr lang="en-US" sz="2000" b="1">
                <a:ea typeface="+mn-lt"/>
                <a:cs typeface="+mn-lt"/>
              </a:rPr>
              <a:t>no existe aislado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Siempre vive dentro de un contexto organizacional, social y técnico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8ED695C6-261C-3D53-B014-92FD5C0B64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2" r="38825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0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A3CBB-8071-7F71-FE2C-4CF1C4B21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Error común en estudiantes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7468222F-2FD5-7D9B-AB2D-117361D8F8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01749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7716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8EAE-34E1-148E-D260-9DB083C1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1"/>
            <a:ext cx="4491821" cy="1616203"/>
          </a:xfrm>
        </p:spPr>
        <p:txBody>
          <a:bodyPr anchor="b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¿Qué es pensamiento sistémico?</a:t>
            </a:r>
            <a:endParaRPr lang="en-US" sz="3200"/>
          </a:p>
        </p:txBody>
      </p:sp>
      <p:pic>
        <p:nvPicPr>
          <p:cNvPr id="5" name="Picture 4" descr="Signos de interrogación de diferentes colores">
            <a:extLst>
              <a:ext uri="{FF2B5EF4-FFF2-40B4-BE49-F238E27FC236}">
                <a16:creationId xmlns:a16="http://schemas.microsoft.com/office/drawing/2014/main" id="{3FB6FCD5-0268-AB9F-ED29-AAB0FE6533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35" r="25565" b="-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12C52-FF13-4C82-4F7F-573A34D0B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Pensamiento sistémico: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Forma de analizar problemas considerando el </a:t>
            </a:r>
            <a:r>
              <a:rPr lang="en-US" sz="2000" b="1">
                <a:ea typeface="+mn-lt"/>
                <a:cs typeface="+mn-lt"/>
              </a:rPr>
              <a:t>todo</a:t>
            </a:r>
            <a:r>
              <a:rPr lang="en-US" sz="2000">
                <a:ea typeface="+mn-lt"/>
                <a:cs typeface="+mn-lt"/>
              </a:rPr>
              <a:t>, no solo las partes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Entiende las relaciones entre elementos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Analiza causas, efectos y dependencias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59686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ndo de tecnología de bloques y redes azules">
            <a:extLst>
              <a:ext uri="{FF2B5EF4-FFF2-40B4-BE49-F238E27FC236}">
                <a16:creationId xmlns:a16="http://schemas.microsoft.com/office/drawing/2014/main" id="{8AA7507D-E62F-E994-40C2-323C54FD0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6" r="43908" b="-438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D99313-640F-CD8C-65B0-C040D187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Sistema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B170D-3C35-E24E-96EE-90D9F1DAD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900">
                <a:ea typeface="+mn-lt"/>
                <a:cs typeface="+mn-lt"/>
              </a:rPr>
              <a:t>Un sistema es: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Un conjunto de elementos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Que interactúan entre sí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Para cumplir un propósito</a:t>
            </a:r>
            <a:endParaRPr lang="en-US" sz="1900"/>
          </a:p>
          <a:p>
            <a:pPr indent="0">
              <a:buNone/>
            </a:pPr>
            <a:r>
              <a:rPr lang="en-US" sz="1900">
                <a:ea typeface="+mn-lt"/>
                <a:cs typeface="+mn-lt"/>
              </a:rPr>
              <a:t>Ejemplos: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Universidad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Hospital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Empresa</a:t>
            </a:r>
            <a:endParaRPr lang="en-US" sz="1900"/>
          </a:p>
          <a:p>
            <a:pPr>
              <a:buFont typeface="Arial"/>
              <a:buChar char="•"/>
            </a:pPr>
            <a:r>
              <a:rPr lang="en-US" sz="1900">
                <a:ea typeface="+mn-lt"/>
                <a:cs typeface="+mn-lt"/>
              </a:rPr>
              <a:t>Plataforma digital</a:t>
            </a:r>
            <a:endParaRPr lang="en-US" sz="1900"/>
          </a:p>
          <a:p>
            <a:pPr marL="0" indent="0">
              <a:buNone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46714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5E173-825E-72BD-0DC6-BDE2EF85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Actividad central de la clase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06964-3B57-22F0-7ABE-6BCC2AD6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887" y="649480"/>
            <a:ext cx="5581718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 b="1">
                <a:ea typeface="+mn-lt"/>
                <a:cs typeface="+mn-lt"/>
              </a:rPr>
              <a:t>Actividad guiada – análisis de problema real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Objetivo: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Aprender a observar el contexto antes de diseñar software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En grupos pequeños: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Seleccionar un problema cotidiano (educación, salud, comercio, transporte, etc.)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Responder:</a:t>
            </a:r>
            <a:endParaRPr lang="en-US" sz="2000"/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¿Cuál es el problema real?</a:t>
            </a:r>
            <a:endParaRPr lang="en-US" sz="2000"/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¿A quién afecta?</a:t>
            </a:r>
            <a:endParaRPr lang="en-US" sz="2000"/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¿Quiénes intervienen?</a:t>
            </a:r>
            <a:endParaRPr lang="en-US" sz="2000"/>
          </a:p>
          <a:p>
            <a:pPr marL="971550" lvl="1" indent="-285750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¿Qué información se maneja?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5220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924C8D-A769-EA3A-DB88-75AF8BEE9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Actores del sistema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3988E-4A5A-6851-11A9-5D3E9D44D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Identificar: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Usuarios finales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Usuarios indirectos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Entidades externas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Idea clave:</a:t>
            </a:r>
            <a:endParaRPr lang="en-US" sz="2000"/>
          </a:p>
          <a:p>
            <a:pPr>
              <a:buNone/>
            </a:pPr>
            <a:r>
              <a:rPr lang="en-US" sz="2000">
                <a:ea typeface="+mn-lt"/>
                <a:cs typeface="+mn-lt"/>
              </a:rPr>
              <a:t>No todos los actores usan el software, pero todos se ven afectados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Figuras talladas de seres humanos coloridas">
            <a:extLst>
              <a:ext uri="{FF2B5EF4-FFF2-40B4-BE49-F238E27FC236}">
                <a16:creationId xmlns:a16="http://schemas.microsoft.com/office/drawing/2014/main" id="{E216DD5B-39D4-1292-FA78-086E1B512A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39" r="21938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092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8DEF-7189-9360-F5DA-A6F463BF3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Procesos</a:t>
            </a:r>
            <a:r>
              <a:rPr lang="en-US" dirty="0"/>
              <a:t> del </a:t>
            </a:r>
            <a:r>
              <a:rPr lang="en-US" dirty="0" err="1"/>
              <a:t>sistema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8ADBBB-FFB3-B778-159C-FB1172FE23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554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83C3D-11A2-624C-E884-08714754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Restricciones del sistema</a:t>
            </a:r>
            <a:endParaRPr lang="en-US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2175A-42A0-3291-0249-00DACAAD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Tipos de restricciones: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Tiempo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Presupuesto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Normativas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Tecnológicas</a:t>
            </a:r>
            <a:endParaRPr lang="en-US" sz="2200"/>
          </a:p>
          <a:p>
            <a:pPr>
              <a:buFont typeface="Arial"/>
              <a:buChar char="•"/>
            </a:pPr>
            <a:r>
              <a:rPr lang="en-US" sz="2200">
                <a:ea typeface="+mn-lt"/>
                <a:cs typeface="+mn-lt"/>
              </a:rPr>
              <a:t>Organizacionales</a:t>
            </a:r>
            <a:endParaRPr lang="en-US" sz="2200"/>
          </a:p>
          <a:p>
            <a:pPr indent="0">
              <a:buNone/>
            </a:pPr>
            <a:r>
              <a:rPr lang="en-US" sz="2200">
                <a:ea typeface="+mn-lt"/>
                <a:cs typeface="+mn-lt"/>
              </a:rPr>
              <a:t>Toda solución real tiene restricciones</a:t>
            </a: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467463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05359-EE62-D42F-63CF-6681221D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Relación con Ingeniería de Software</a:t>
            </a: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E6BBF-67AE-9F57-51B1-793B5F8B9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La Ingeniería de Software permite: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Analizar el problema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Diseñar una solución viable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Tomar decisiones informadas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Antes del código: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Pensar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Analizar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Entender el sistema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Gráfico económico digital">
            <a:extLst>
              <a:ext uri="{FF2B5EF4-FFF2-40B4-BE49-F238E27FC236}">
                <a16:creationId xmlns:a16="http://schemas.microsoft.com/office/drawing/2014/main" id="{8EB9BD7C-A057-D121-EC5A-C24E02422F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226" r="1571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19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29B062-A349-754B-2787-10BC7BCAB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Conexión con Proyecto Integrador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6B551-0120-7CAF-90C3-8B4BAB6BD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Lo que se está construyendo: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No es solo un sistema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Es una </a:t>
            </a:r>
            <a:r>
              <a:rPr lang="en-US" sz="2000" b="1">
                <a:ea typeface="+mn-lt"/>
                <a:cs typeface="+mn-lt"/>
              </a:rPr>
              <a:t>solución a un problema real</a:t>
            </a:r>
            <a:endParaRPr lang="en-US" sz="2000"/>
          </a:p>
          <a:p>
            <a:pPr indent="0">
              <a:buNone/>
            </a:pPr>
            <a:r>
              <a:rPr lang="en-US" sz="2000">
                <a:ea typeface="+mn-lt"/>
                <a:cs typeface="+mn-lt"/>
              </a:rPr>
              <a:t>Esto será la base para: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Ideación del proyecto</a:t>
            </a:r>
            <a:endParaRPr lang="en-US" sz="2000"/>
          </a:p>
          <a:p>
            <a:pPr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Comité de aprobación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Área de construcción">
            <a:extLst>
              <a:ext uri="{FF2B5EF4-FFF2-40B4-BE49-F238E27FC236}">
                <a16:creationId xmlns:a16="http://schemas.microsoft.com/office/drawing/2014/main" id="{126C135A-E52F-0A1A-3BAE-637FD07FE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113" r="20167" b="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7167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E7DD1-59B9-F2B6-70B2-7B3D51EB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Cierre conceptual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1E43B-1258-156D-2BB4-B6FBAE950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2000">
                <a:ea typeface="+mn-lt"/>
                <a:cs typeface="+mn-lt"/>
              </a:rPr>
              <a:t>Mensaje clave:</a:t>
            </a:r>
            <a:endParaRPr lang="en-US" sz="2000"/>
          </a:p>
          <a:p>
            <a:pPr>
              <a:buNone/>
            </a:pPr>
            <a:r>
              <a:rPr lang="en-US" sz="2000" i="1">
                <a:ea typeface="+mn-lt"/>
                <a:cs typeface="+mn-lt"/>
              </a:rPr>
              <a:t>"Un buen ingeniero no se enamora de la solución, entiende primero el problema."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Un primer plano de una llave y una bocallave">
            <a:extLst>
              <a:ext uri="{FF2B5EF4-FFF2-40B4-BE49-F238E27FC236}">
                <a16:creationId xmlns:a16="http://schemas.microsoft.com/office/drawing/2014/main" id="{A3DF8A7B-600A-978B-F34E-DBC689665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72" r="9" b="9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70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226C54-902D-6713-EBE3-2B04AD93F6D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848" r="-2" b="475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8716DF-8FD0-F207-D006-D6E152C1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Entregable</a:t>
            </a:r>
            <a:r>
              <a:rPr lang="en-US" dirty="0">
                <a:ea typeface="+mj-lt"/>
                <a:cs typeface="+mj-lt"/>
              </a:rPr>
              <a:t> de la </a:t>
            </a:r>
            <a:r>
              <a:rPr lang="en-US" dirty="0" err="1">
                <a:ea typeface="+mj-lt"/>
                <a:cs typeface="+mj-lt"/>
              </a:rPr>
              <a:t>clase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B762FD-3DFF-C07B-DB66-1C007E6BC8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4302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8444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B9F15-2ADF-5ED8-3E26-031A74B60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Lo que viene</a:t>
            </a:r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97EA4-F8B8-6482-9410-A71B8DD75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400">
                <a:ea typeface="+mn-lt"/>
                <a:cs typeface="+mn-lt"/>
              </a:rPr>
              <a:t>Próxima semana: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Lluvia de ideas del Proyecto Integrador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Trabajo como empresa simulada</a:t>
            </a:r>
            <a:endParaRPr lang="en-US" sz="2400"/>
          </a:p>
          <a:p>
            <a:pPr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Primer Comité de aprobación</a:t>
            </a:r>
            <a:endParaRPr lang="en-US" sz="2400"/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236877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Tema de Office</vt:lpstr>
      <vt:lpstr>INGENIERÍA DE SOFTWARE I</vt:lpstr>
      <vt:lpstr>Propósito de la clase</vt:lpstr>
      <vt:lpstr>Punto de partida</vt:lpstr>
      <vt:lpstr>Error común en estudiantes</vt:lpstr>
      <vt:lpstr>¿Qué es pensamiento sistémico?</vt:lpstr>
      <vt:lpstr>Sistema</vt:lpstr>
      <vt:lpstr>Actividad central de la clase</vt:lpstr>
      <vt:lpstr>Actores del sistema</vt:lpstr>
      <vt:lpstr>Procesos del sistema</vt:lpstr>
      <vt:lpstr>Restricciones del sistema</vt:lpstr>
      <vt:lpstr>Relación con Ingeniería de Software</vt:lpstr>
      <vt:lpstr>Conexión con Proyecto Integrador</vt:lpstr>
      <vt:lpstr>Cierre conceptual</vt:lpstr>
      <vt:lpstr>Entregable de la clase</vt:lpstr>
      <vt:lpstr>Lo que viene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81</cp:revision>
  <dcterms:created xsi:type="dcterms:W3CDTF">2026-02-04T20:18:20Z</dcterms:created>
  <dcterms:modified xsi:type="dcterms:W3CDTF">2026-02-05T00:27:48Z</dcterms:modified>
</cp:coreProperties>
</file>