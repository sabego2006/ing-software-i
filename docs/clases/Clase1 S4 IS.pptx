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0424F5-EC9E-8D51-F468-7C399F8C6713}" v="186" dt="2026-03-02T01:48:04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RNEY ORTIZ PARRA" userId="S::luiferneyortiz@ucundinamarca.edu.co::311f1f2d-e9a2-4bc8-96ab-a2f2d284c8a5" providerId="AD" clId="Web-{DC0424F5-EC9E-8D51-F468-7C399F8C6713}"/>
    <pc:docChg chg="addSld delSld modSld">
      <pc:chgData name="LUIFERNEY ORTIZ PARRA" userId="S::luiferneyortiz@ucundinamarca.edu.co::311f1f2d-e9a2-4bc8-96ab-a2f2d284c8a5" providerId="AD" clId="Web-{DC0424F5-EC9E-8D51-F468-7C399F8C6713}" dt="2026-03-02T01:48:15.608" v="212"/>
      <pc:docMkLst>
        <pc:docMk/>
      </pc:docMkLst>
      <pc:sldChg chg="addSp modSp mod setBg">
        <pc:chgData name="LUIFERNEY ORTIZ PARRA" userId="S::luiferneyortiz@ucundinamarca.edu.co::311f1f2d-e9a2-4bc8-96ab-a2f2d284c8a5" providerId="AD" clId="Web-{DC0424F5-EC9E-8D51-F468-7C399F8C6713}" dt="2026-03-02T01:39:40.386" v="173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DC0424F5-EC9E-8D51-F468-7C399F8C6713}" dt="2026-03-02T01:39:40.386" v="173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39:40.386" v="173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39:40.386" v="173"/>
          <ac:spMkLst>
            <pc:docMk/>
            <pc:sldMk cId="2406273178" sldId="256"/>
            <ac:spMk id="9" creationId="{ECC07320-C2CA-4E29-8481-9D9E143C7788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39:40.386" v="173"/>
          <ac:spMkLst>
            <pc:docMk/>
            <pc:sldMk cId="2406273178" sldId="256"/>
            <ac:spMk id="11" creationId="{178FB36B-5BFE-42CA-BC60-1115E0D95EEC}"/>
          </ac:spMkLst>
        </pc:spChg>
        <pc:picChg chg="add mod ord">
          <ac:chgData name="LUIFERNEY ORTIZ PARRA" userId="S::luiferneyortiz@ucundinamarca.edu.co::311f1f2d-e9a2-4bc8-96ab-a2f2d284c8a5" providerId="AD" clId="Web-{DC0424F5-EC9E-8D51-F468-7C399F8C6713}" dt="2026-03-02T01:39:40.386" v="173"/>
          <ac:picMkLst>
            <pc:docMk/>
            <pc:sldMk cId="2406273178" sldId="256"/>
            <ac:picMk id="4" creationId="{1F4D3C06-4F41-F3E1-6546-BD3ABEC73A3C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0:23.983" v="175"/>
        <pc:sldMkLst>
          <pc:docMk/>
          <pc:sldMk cId="2075635161" sldId="257"/>
        </pc:sldMkLst>
        <pc:spChg chg="mod">
          <ac:chgData name="LUIFERNEY ORTIZ PARRA" userId="S::luiferneyortiz@ucundinamarca.edu.co::311f1f2d-e9a2-4bc8-96ab-a2f2d284c8a5" providerId="AD" clId="Web-{DC0424F5-EC9E-8D51-F468-7C399F8C6713}" dt="2026-03-02T01:40:23.983" v="175"/>
          <ac:spMkLst>
            <pc:docMk/>
            <pc:sldMk cId="2075635161" sldId="257"/>
            <ac:spMk id="2" creationId="{F55D787B-3BAF-4610-4F31-305C77B629EC}"/>
          </ac:spMkLst>
        </pc:spChg>
        <pc:spChg chg="mod ord">
          <ac:chgData name="LUIFERNEY ORTIZ PARRA" userId="S::luiferneyortiz@ucundinamarca.edu.co::311f1f2d-e9a2-4bc8-96ab-a2f2d284c8a5" providerId="AD" clId="Web-{DC0424F5-EC9E-8D51-F468-7C399F8C6713}" dt="2026-03-02T01:40:23.983" v="175"/>
          <ac:spMkLst>
            <pc:docMk/>
            <pc:sldMk cId="2075635161" sldId="257"/>
            <ac:spMk id="3" creationId="{B707D758-A30B-1AC7-CE38-1CA886BE6F06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0:23.983" v="175"/>
          <ac:spMkLst>
            <pc:docMk/>
            <pc:sldMk cId="2075635161" sldId="257"/>
            <ac:spMk id="9" creationId="{327D73B4-9F5C-4A64-A179-51B9500CB8B5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0:23.983" v="175"/>
          <ac:spMkLst>
            <pc:docMk/>
            <pc:sldMk cId="2075635161" sldId="257"/>
            <ac:spMk id="11" creationId="{C1F06963-6374-4B48-844F-071A9BAAAE02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0:23.983" v="175"/>
          <ac:spMkLst>
            <pc:docMk/>
            <pc:sldMk cId="2075635161" sldId="257"/>
            <ac:spMk id="13" creationId="{6CB927A4-E432-4310-9CD5-E89FF5063179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0:23.983" v="175"/>
          <ac:spMkLst>
            <pc:docMk/>
            <pc:sldMk cId="2075635161" sldId="257"/>
            <ac:spMk id="15" creationId="{1453BF6C-B012-48B7-B4E8-6D7AC7C27D02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0:23.983" v="175"/>
          <ac:spMkLst>
            <pc:docMk/>
            <pc:sldMk cId="2075635161" sldId="257"/>
            <ac:spMk id="17" creationId="{E3020543-B24B-4EC4-8FFC-8DD88EEA91A8}"/>
          </ac:spMkLst>
        </pc:spChg>
        <pc:picChg chg="add mod">
          <ac:chgData name="LUIFERNEY ORTIZ PARRA" userId="S::luiferneyortiz@ucundinamarca.edu.co::311f1f2d-e9a2-4bc8-96ab-a2f2d284c8a5" providerId="AD" clId="Web-{DC0424F5-EC9E-8D51-F468-7C399F8C6713}" dt="2026-03-02T01:40:23.983" v="175"/>
          <ac:picMkLst>
            <pc:docMk/>
            <pc:sldMk cId="2075635161" sldId="257"/>
            <ac:picMk id="4" creationId="{BDCADC12-AB63-0DE1-42A0-152668799C0A}"/>
          </ac:picMkLst>
        </pc:picChg>
        <pc:cxnChg chg="add">
          <ac:chgData name="LUIFERNEY ORTIZ PARRA" userId="S::luiferneyortiz@ucundinamarca.edu.co::311f1f2d-e9a2-4bc8-96ab-a2f2d284c8a5" providerId="AD" clId="Web-{DC0424F5-EC9E-8D51-F468-7C399F8C6713}" dt="2026-03-02T01:40:23.983" v="175"/>
          <ac:cxnSpMkLst>
            <pc:docMk/>
            <pc:sldMk cId="2075635161" sldId="257"/>
            <ac:cxnSpMk id="19" creationId="{C49DA8F6-BCC1-4447-B54C-57856834B94B}"/>
          </ac:cxnSpMkLst>
        </pc:cxnChg>
      </pc:sldChg>
      <pc:sldChg chg="modSp new del">
        <pc:chgData name="LUIFERNEY ORTIZ PARRA" userId="S::luiferneyortiz@ucundinamarca.edu.co::311f1f2d-e9a2-4bc8-96ab-a2f2d284c8a5" providerId="AD" clId="Web-{DC0424F5-EC9E-8D51-F468-7C399F8C6713}" dt="2026-03-02T01:29:12.889" v="92"/>
        <pc:sldMkLst>
          <pc:docMk/>
          <pc:sldMk cId="2448631329" sldId="257"/>
        </pc:sldMkLst>
        <pc:spChg chg="mod">
          <ac:chgData name="LUIFERNEY ORTIZ PARRA" userId="S::luiferneyortiz@ucundinamarca.edu.co::311f1f2d-e9a2-4bc8-96ab-a2f2d284c8a5" providerId="AD" clId="Web-{DC0424F5-EC9E-8D51-F468-7C399F8C6713}" dt="2026-03-02T01:28:53.935" v="81" actId="20577"/>
          <ac:spMkLst>
            <pc:docMk/>
            <pc:sldMk cId="2448631329" sldId="257"/>
            <ac:spMk id="2" creationId="{31DD32F8-10A7-DDEE-D6E4-FB29A34D8CF1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25:05.724" v="33" actId="20577"/>
          <ac:spMkLst>
            <pc:docMk/>
            <pc:sldMk cId="2448631329" sldId="257"/>
            <ac:spMk id="3" creationId="{E814BEA2-B291-ED51-1CBE-EF418A6E1991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1:31.377" v="177"/>
        <pc:sldMkLst>
          <pc:docMk/>
          <pc:sldMk cId="2081870141" sldId="258"/>
        </pc:sldMkLst>
        <pc:spChg chg="mod">
          <ac:chgData name="LUIFERNEY ORTIZ PARRA" userId="S::luiferneyortiz@ucundinamarca.edu.co::311f1f2d-e9a2-4bc8-96ab-a2f2d284c8a5" providerId="AD" clId="Web-{DC0424F5-EC9E-8D51-F468-7C399F8C6713}" dt="2026-03-02T01:41:31.377" v="177"/>
          <ac:spMkLst>
            <pc:docMk/>
            <pc:sldMk cId="2081870141" sldId="258"/>
            <ac:spMk id="2" creationId="{BB5219CF-616B-1E0F-2350-98D996D47084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1:31.377" v="177"/>
          <ac:spMkLst>
            <pc:docMk/>
            <pc:sldMk cId="2081870141" sldId="258"/>
            <ac:spMk id="3" creationId="{9B753646-D84A-CCD8-14DF-9991DFF8B394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1:31.377" v="177"/>
          <ac:spMkLst>
            <pc:docMk/>
            <pc:sldMk cId="2081870141" sldId="258"/>
            <ac:spMk id="9" creationId="{7FF47CB7-972F-479F-A36D-9E72D26EC8DA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1:31.377" v="177"/>
          <ac:spMkLst>
            <pc:docMk/>
            <pc:sldMk cId="2081870141" sldId="258"/>
            <ac:spMk id="11" creationId="{0D153B68-5844-490D-8E67-F616D6D721CA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1:31.377" v="177"/>
          <ac:spMkLst>
            <pc:docMk/>
            <pc:sldMk cId="2081870141" sldId="258"/>
            <ac:spMk id="13" creationId="{9A0D773F-7A7D-4DBB-9DEA-86BB8B8F4BC8}"/>
          </ac:spMkLst>
        </pc:spChg>
        <pc:picChg chg="add mod">
          <ac:chgData name="LUIFERNEY ORTIZ PARRA" userId="S::luiferneyortiz@ucundinamarca.edu.co::311f1f2d-e9a2-4bc8-96ab-a2f2d284c8a5" providerId="AD" clId="Web-{DC0424F5-EC9E-8D51-F468-7C399F8C6713}" dt="2026-03-02T01:41:31.377" v="177"/>
          <ac:picMkLst>
            <pc:docMk/>
            <pc:sldMk cId="2081870141" sldId="258"/>
            <ac:picMk id="4" creationId="{7F4319D6-17BE-7FB0-F9B5-2CAFF991464A}"/>
          </ac:picMkLst>
        </pc:picChg>
      </pc:sldChg>
      <pc:sldChg chg="modSp new del">
        <pc:chgData name="LUIFERNEY ORTIZ PARRA" userId="S::luiferneyortiz@ucundinamarca.edu.co::311f1f2d-e9a2-4bc8-96ab-a2f2d284c8a5" providerId="AD" clId="Web-{DC0424F5-EC9E-8D51-F468-7C399F8C6713}" dt="2026-03-02T01:29:12.889" v="91"/>
        <pc:sldMkLst>
          <pc:docMk/>
          <pc:sldMk cId="3057694113" sldId="258"/>
        </pc:sldMkLst>
        <pc:spChg chg="mod">
          <ac:chgData name="LUIFERNEY ORTIZ PARRA" userId="S::luiferneyortiz@ucundinamarca.edu.co::311f1f2d-e9a2-4bc8-96ab-a2f2d284c8a5" providerId="AD" clId="Web-{DC0424F5-EC9E-8D51-F468-7C399F8C6713}" dt="2026-03-02T01:25:19.037" v="35" actId="20577"/>
          <ac:spMkLst>
            <pc:docMk/>
            <pc:sldMk cId="3057694113" sldId="258"/>
            <ac:spMk id="2" creationId="{3D9C6E15-9803-3882-1A60-E7D41C4DD1AC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25:24.085" v="37" actId="20577"/>
          <ac:spMkLst>
            <pc:docMk/>
            <pc:sldMk cId="3057694113" sldId="258"/>
            <ac:spMk id="3" creationId="{1D552AB4-5AB8-3B1F-190E-19B994772F74}"/>
          </ac:spMkLst>
        </pc:spChg>
      </pc:sldChg>
      <pc:sldChg chg="modSp new del">
        <pc:chgData name="LUIFERNEY ORTIZ PARRA" userId="S::luiferneyortiz@ucundinamarca.edu.co::311f1f2d-e9a2-4bc8-96ab-a2f2d284c8a5" providerId="AD" clId="Web-{DC0424F5-EC9E-8D51-F468-7C399F8C6713}" dt="2026-03-02T01:29:12.889" v="90"/>
        <pc:sldMkLst>
          <pc:docMk/>
          <pc:sldMk cId="367887673" sldId="259"/>
        </pc:sldMkLst>
        <pc:spChg chg="mod">
          <ac:chgData name="LUIFERNEY ORTIZ PARRA" userId="S::luiferneyortiz@ucundinamarca.edu.co::311f1f2d-e9a2-4bc8-96ab-a2f2d284c8a5" providerId="AD" clId="Web-{DC0424F5-EC9E-8D51-F468-7C399F8C6713}" dt="2026-03-02T01:25:28.163" v="39" actId="20577"/>
          <ac:spMkLst>
            <pc:docMk/>
            <pc:sldMk cId="367887673" sldId="259"/>
            <ac:spMk id="2" creationId="{9C70DBEF-13A5-7055-F6CF-A66CE9FB60EC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25:34.132" v="41" actId="20577"/>
          <ac:spMkLst>
            <pc:docMk/>
            <pc:sldMk cId="367887673" sldId="259"/>
            <ac:spMk id="3" creationId="{96A579CE-6C91-093F-B934-69C187E59CF4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1:45.050" v="178"/>
        <pc:sldMkLst>
          <pc:docMk/>
          <pc:sldMk cId="2957838839" sldId="259"/>
        </pc:sldMkLst>
        <pc:spChg chg="mod">
          <ac:chgData name="LUIFERNEY ORTIZ PARRA" userId="S::luiferneyortiz@ucundinamarca.edu.co::311f1f2d-e9a2-4bc8-96ab-a2f2d284c8a5" providerId="AD" clId="Web-{DC0424F5-EC9E-8D51-F468-7C399F8C6713}" dt="2026-03-02T01:41:45.050" v="178"/>
          <ac:spMkLst>
            <pc:docMk/>
            <pc:sldMk cId="2957838839" sldId="259"/>
            <ac:spMk id="2" creationId="{52D01A3D-172B-446F-6D20-38F7DD3DD827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1:45.050" v="178"/>
          <ac:spMkLst>
            <pc:docMk/>
            <pc:sldMk cId="2957838839" sldId="259"/>
            <ac:spMk id="3" creationId="{C2228AF8-DAE0-A176-A8A7-DF386E1DB99F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1:45.050" v="178"/>
          <ac:spMkLst>
            <pc:docMk/>
            <pc:sldMk cId="2957838839" sldId="259"/>
            <ac:spMk id="8" creationId="{081EA652-8C6A-4E69-BEB9-170809474553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1:45.050" v="178"/>
          <ac:spMkLst>
            <pc:docMk/>
            <pc:sldMk cId="2957838839" sldId="259"/>
            <ac:spMk id="10" creationId="{5298780A-33B9-4EA2-8F67-DE68AD62841B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1:45.050" v="178"/>
          <ac:spMkLst>
            <pc:docMk/>
            <pc:sldMk cId="2957838839" sldId="259"/>
            <ac:spMk id="12" creationId="{7F488E8B-4E1E-4402-8935-D4E6C02615C7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1:50.597" v="179"/>
        <pc:sldMkLst>
          <pc:docMk/>
          <pc:sldMk cId="2460339654" sldId="260"/>
        </pc:sldMkLst>
        <pc:spChg chg="mod">
          <ac:chgData name="LUIFERNEY ORTIZ PARRA" userId="S::luiferneyortiz@ucundinamarca.edu.co::311f1f2d-e9a2-4bc8-96ab-a2f2d284c8a5" providerId="AD" clId="Web-{DC0424F5-EC9E-8D51-F468-7C399F8C6713}" dt="2026-03-02T01:41:50.597" v="179"/>
          <ac:spMkLst>
            <pc:docMk/>
            <pc:sldMk cId="2460339654" sldId="260"/>
            <ac:spMk id="2" creationId="{A82ECD4F-2A2B-853D-95D0-48F7B2EB826D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1:50.597" v="179"/>
          <ac:spMkLst>
            <pc:docMk/>
            <pc:sldMk cId="2460339654" sldId="260"/>
            <ac:spMk id="3" creationId="{B0047A88-3EBC-C385-6722-958C9C79F0FC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1:50.597" v="179"/>
          <ac:spMkLst>
            <pc:docMk/>
            <pc:sldMk cId="2460339654" sldId="260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DC0424F5-EC9E-8D51-F468-7C399F8C6713}" dt="2026-03-02T01:41:50.597" v="179"/>
          <ac:picMkLst>
            <pc:docMk/>
            <pc:sldMk cId="2460339654" sldId="260"/>
            <ac:picMk id="5" creationId="{A5463F03-CA0C-5819-E51C-A8876461034D}"/>
          </ac:picMkLst>
        </pc:picChg>
      </pc:sldChg>
      <pc:sldChg chg="modSp new del">
        <pc:chgData name="LUIFERNEY ORTIZ PARRA" userId="S::luiferneyortiz@ucundinamarca.edu.co::311f1f2d-e9a2-4bc8-96ab-a2f2d284c8a5" providerId="AD" clId="Web-{DC0424F5-EC9E-8D51-F468-7C399F8C6713}" dt="2026-03-02T01:29:12.873" v="89"/>
        <pc:sldMkLst>
          <pc:docMk/>
          <pc:sldMk cId="4103573737" sldId="260"/>
        </pc:sldMkLst>
        <pc:spChg chg="mod">
          <ac:chgData name="LUIFERNEY ORTIZ PARRA" userId="S::luiferneyortiz@ucundinamarca.edu.co::311f1f2d-e9a2-4bc8-96ab-a2f2d284c8a5" providerId="AD" clId="Web-{DC0424F5-EC9E-8D51-F468-7C399F8C6713}" dt="2026-03-02T01:25:55.945" v="43" actId="20577"/>
          <ac:spMkLst>
            <pc:docMk/>
            <pc:sldMk cId="4103573737" sldId="260"/>
            <ac:spMk id="2" creationId="{8AD3B182-9276-3B4D-C042-E4448F305BDD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26:03.571" v="45" actId="20577"/>
          <ac:spMkLst>
            <pc:docMk/>
            <pc:sldMk cId="4103573737" sldId="260"/>
            <ac:spMk id="3" creationId="{29C49543-73AD-A08A-96C5-D96C4B209056}"/>
          </ac:spMkLst>
        </pc:spChg>
      </pc:sldChg>
      <pc:sldChg chg="modSp new del">
        <pc:chgData name="LUIFERNEY ORTIZ PARRA" userId="S::luiferneyortiz@ucundinamarca.edu.co::311f1f2d-e9a2-4bc8-96ab-a2f2d284c8a5" providerId="AD" clId="Web-{DC0424F5-EC9E-8D51-F468-7C399F8C6713}" dt="2026-03-02T01:29:12.873" v="88"/>
        <pc:sldMkLst>
          <pc:docMk/>
          <pc:sldMk cId="1037416376" sldId="261"/>
        </pc:sldMkLst>
        <pc:spChg chg="mod">
          <ac:chgData name="LUIFERNEY ORTIZ PARRA" userId="S::luiferneyortiz@ucundinamarca.edu.co::311f1f2d-e9a2-4bc8-96ab-a2f2d284c8a5" providerId="AD" clId="Web-{DC0424F5-EC9E-8D51-F468-7C399F8C6713}" dt="2026-03-02T01:26:10.665" v="47" actId="20577"/>
          <ac:spMkLst>
            <pc:docMk/>
            <pc:sldMk cId="1037416376" sldId="261"/>
            <ac:spMk id="2" creationId="{CD171715-4C50-D666-D7E4-794B9C48B0D7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26:23.696" v="51" actId="20577"/>
          <ac:spMkLst>
            <pc:docMk/>
            <pc:sldMk cId="1037416376" sldId="261"/>
            <ac:spMk id="3" creationId="{B7DC0E51-64DF-DA19-42A5-379BC134B8C3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1:56.410" v="180"/>
        <pc:sldMkLst>
          <pc:docMk/>
          <pc:sldMk cId="2296734463" sldId="261"/>
        </pc:sldMkLst>
        <pc:spChg chg="mod">
          <ac:chgData name="LUIFERNEY ORTIZ PARRA" userId="S::luiferneyortiz@ucundinamarca.edu.co::311f1f2d-e9a2-4bc8-96ab-a2f2d284c8a5" providerId="AD" clId="Web-{DC0424F5-EC9E-8D51-F468-7C399F8C6713}" dt="2026-03-02T01:41:56.410" v="180"/>
          <ac:spMkLst>
            <pc:docMk/>
            <pc:sldMk cId="2296734463" sldId="261"/>
            <ac:spMk id="2" creationId="{1C8DDD2A-C468-7992-DD9D-9318FC309203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1:56.410" v="180"/>
          <ac:spMkLst>
            <pc:docMk/>
            <pc:sldMk cId="2296734463" sldId="261"/>
            <ac:spMk id="3" creationId="{AC8D6906-199E-0F6D-BED3-5702C1DB3D86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1:56.410" v="180"/>
          <ac:spMkLst>
            <pc:docMk/>
            <pc:sldMk cId="2296734463" sldId="261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1:56.410" v="180"/>
          <ac:spMkLst>
            <pc:docMk/>
            <pc:sldMk cId="2296734463" sldId="261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DC0424F5-EC9E-8D51-F468-7C399F8C6713}" dt="2026-03-02T01:41:56.410" v="180"/>
          <ac:picMkLst>
            <pc:docMk/>
            <pc:sldMk cId="2296734463" sldId="261"/>
            <ac:picMk id="5" creationId="{D37D5DA9-E2BB-9115-93B1-7AF828FD2BC7}"/>
          </ac:picMkLst>
        </pc:picChg>
      </pc:sldChg>
      <pc:sldChg chg="modSp new del">
        <pc:chgData name="LUIFERNEY ORTIZ PARRA" userId="S::luiferneyortiz@ucundinamarca.edu.co::311f1f2d-e9a2-4bc8-96ab-a2f2d284c8a5" providerId="AD" clId="Web-{DC0424F5-EC9E-8D51-F468-7C399F8C6713}" dt="2026-03-02T01:29:12.873" v="87"/>
        <pc:sldMkLst>
          <pc:docMk/>
          <pc:sldMk cId="465566354" sldId="262"/>
        </pc:sldMkLst>
        <pc:spChg chg="mod">
          <ac:chgData name="LUIFERNEY ORTIZ PARRA" userId="S::luiferneyortiz@ucundinamarca.edu.co::311f1f2d-e9a2-4bc8-96ab-a2f2d284c8a5" providerId="AD" clId="Web-{DC0424F5-EC9E-8D51-F468-7C399F8C6713}" dt="2026-03-02T01:26:27.993" v="52" actId="20577"/>
          <ac:spMkLst>
            <pc:docMk/>
            <pc:sldMk cId="465566354" sldId="262"/>
            <ac:spMk id="2" creationId="{CCF73A2C-3BEC-2740-859D-5105F81A4B05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26:33.228" v="54" actId="20577"/>
          <ac:spMkLst>
            <pc:docMk/>
            <pc:sldMk cId="465566354" sldId="262"/>
            <ac:spMk id="3" creationId="{5BC845D6-A7B9-1267-9457-2FAEBF9833E2}"/>
          </ac:spMkLst>
        </pc:spChg>
      </pc:sldChg>
      <pc:sldChg chg="addSp delSp modSp new mod setBg">
        <pc:chgData name="LUIFERNEY ORTIZ PARRA" userId="S::luiferneyortiz@ucundinamarca.edu.co::311f1f2d-e9a2-4bc8-96ab-a2f2d284c8a5" providerId="AD" clId="Web-{DC0424F5-EC9E-8D51-F468-7C399F8C6713}" dt="2026-03-02T01:42:43.709" v="186"/>
        <pc:sldMkLst>
          <pc:docMk/>
          <pc:sldMk cId="3684278616" sldId="262"/>
        </pc:sldMkLst>
        <pc:spChg chg="mod">
          <ac:chgData name="LUIFERNEY ORTIZ PARRA" userId="S::luiferneyortiz@ucundinamarca.edu.co::311f1f2d-e9a2-4bc8-96ab-a2f2d284c8a5" providerId="AD" clId="Web-{DC0424F5-EC9E-8D51-F468-7C399F8C6713}" dt="2026-03-02T01:42:43.709" v="186"/>
          <ac:spMkLst>
            <pc:docMk/>
            <pc:sldMk cId="3684278616" sldId="262"/>
            <ac:spMk id="2" creationId="{12C13E1F-57AC-17C3-09B3-966C7F432EE7}"/>
          </ac:spMkLst>
        </pc:spChg>
        <pc:spChg chg="del mod">
          <ac:chgData name="LUIFERNEY ORTIZ PARRA" userId="S::luiferneyortiz@ucundinamarca.edu.co::311f1f2d-e9a2-4bc8-96ab-a2f2d284c8a5" providerId="AD" clId="Web-{DC0424F5-EC9E-8D51-F468-7C399F8C6713}" dt="2026-03-02T01:42:06.488" v="181"/>
          <ac:spMkLst>
            <pc:docMk/>
            <pc:sldMk cId="3684278616" sldId="262"/>
            <ac:spMk id="3" creationId="{006F5C5A-BEA2-7D43-170C-2202289BBFD2}"/>
          </ac:spMkLst>
        </pc:spChg>
        <pc:spChg chg="add del">
          <ac:chgData name="LUIFERNEY ORTIZ PARRA" userId="S::luiferneyortiz@ucundinamarca.edu.co::311f1f2d-e9a2-4bc8-96ab-a2f2d284c8a5" providerId="AD" clId="Web-{DC0424F5-EC9E-8D51-F468-7C399F8C6713}" dt="2026-03-02T01:42:43.709" v="186"/>
          <ac:spMkLst>
            <pc:docMk/>
            <pc:sldMk cId="3684278616" sldId="262"/>
            <ac:spMk id="9" creationId="{BACC6370-2D7E-4714-9D71-7542949D7D5D}"/>
          </ac:spMkLst>
        </pc:spChg>
        <pc:spChg chg="add del">
          <ac:chgData name="LUIFERNEY ORTIZ PARRA" userId="S::luiferneyortiz@ucundinamarca.edu.co::311f1f2d-e9a2-4bc8-96ab-a2f2d284c8a5" providerId="AD" clId="Web-{DC0424F5-EC9E-8D51-F468-7C399F8C6713}" dt="2026-03-02T01:42:43.709" v="186"/>
          <ac:spMkLst>
            <pc:docMk/>
            <pc:sldMk cId="3684278616" sldId="262"/>
            <ac:spMk id="11" creationId="{F68B3F68-107C-434F-AA38-110D5EA91B85}"/>
          </ac:spMkLst>
        </pc:spChg>
        <pc:spChg chg="add del">
          <ac:chgData name="LUIFERNEY ORTIZ PARRA" userId="S::luiferneyortiz@ucundinamarca.edu.co::311f1f2d-e9a2-4bc8-96ab-a2f2d284c8a5" providerId="AD" clId="Web-{DC0424F5-EC9E-8D51-F468-7C399F8C6713}" dt="2026-03-02T01:42:43.709" v="186"/>
          <ac:spMkLst>
            <pc:docMk/>
            <pc:sldMk cId="3684278616" sldId="262"/>
            <ac:spMk id="13" creationId="{AAD0DBB9-1A4B-4391-81D4-CB19F9AB918A}"/>
          </ac:spMkLst>
        </pc:spChg>
        <pc:spChg chg="add del">
          <ac:chgData name="LUIFERNEY ORTIZ PARRA" userId="S::luiferneyortiz@ucundinamarca.edu.co::311f1f2d-e9a2-4bc8-96ab-a2f2d284c8a5" providerId="AD" clId="Web-{DC0424F5-EC9E-8D51-F468-7C399F8C6713}" dt="2026-03-02T01:42:43.709" v="186"/>
          <ac:spMkLst>
            <pc:docMk/>
            <pc:sldMk cId="3684278616" sldId="262"/>
            <ac:spMk id="15" creationId="{063BBA22-50EA-4C4D-BE05-F1CE4E63AA56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2:43.709" v="186"/>
          <ac:spMkLst>
            <pc:docMk/>
            <pc:sldMk cId="3684278616" sldId="262"/>
            <ac:spMk id="21" creationId="{B50AB553-2A96-4A92-96F2-93548E096954}"/>
          </ac:spMkLst>
        </pc:spChg>
        <pc:graphicFrameChg chg="add mod modGraphic">
          <ac:chgData name="LUIFERNEY ORTIZ PARRA" userId="S::luiferneyortiz@ucundinamarca.edu.co::311f1f2d-e9a2-4bc8-96ab-a2f2d284c8a5" providerId="AD" clId="Web-{DC0424F5-EC9E-8D51-F468-7C399F8C6713}" dt="2026-03-02T01:42:43.709" v="186"/>
          <ac:graphicFrameMkLst>
            <pc:docMk/>
            <pc:sldMk cId="3684278616" sldId="262"/>
            <ac:graphicFrameMk id="5" creationId="{9A8EC918-1192-4666-7784-642D9520466D}"/>
          </ac:graphicFrameMkLst>
        </pc:graphicFrameChg>
        <pc:picChg chg="add">
          <ac:chgData name="LUIFERNEY ORTIZ PARRA" userId="S::luiferneyortiz@ucundinamarca.edu.co::311f1f2d-e9a2-4bc8-96ab-a2f2d284c8a5" providerId="AD" clId="Web-{DC0424F5-EC9E-8D51-F468-7C399F8C6713}" dt="2026-03-02T01:42:43.709" v="186"/>
          <ac:picMkLst>
            <pc:docMk/>
            <pc:sldMk cId="3684278616" sldId="262"/>
            <ac:picMk id="17" creationId="{A6175BE2-01D7-6717-3055-DC26AB347914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3:04.757" v="187"/>
        <pc:sldMkLst>
          <pc:docMk/>
          <pc:sldMk cId="2586481136" sldId="263"/>
        </pc:sldMkLst>
        <pc:spChg chg="mod">
          <ac:chgData name="LUIFERNEY ORTIZ PARRA" userId="S::luiferneyortiz@ucundinamarca.edu.co::311f1f2d-e9a2-4bc8-96ab-a2f2d284c8a5" providerId="AD" clId="Web-{DC0424F5-EC9E-8D51-F468-7C399F8C6713}" dt="2026-03-02T01:43:04.757" v="187"/>
          <ac:spMkLst>
            <pc:docMk/>
            <pc:sldMk cId="2586481136" sldId="263"/>
            <ac:spMk id="2" creationId="{B8FED3CB-95E4-4060-4F8D-9059384EFAE5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3:04.757" v="187"/>
          <ac:spMkLst>
            <pc:docMk/>
            <pc:sldMk cId="2586481136" sldId="263"/>
            <ac:spMk id="3" creationId="{9E1E9813-49B9-C979-0912-3E16F9A15294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3:04.757" v="187"/>
          <ac:spMkLst>
            <pc:docMk/>
            <pc:sldMk cId="2586481136" sldId="263"/>
            <ac:spMk id="8" creationId="{B6CDA21F-E7AF-4C75-8395-33F58D5B0E45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3:04.757" v="187"/>
          <ac:spMkLst>
            <pc:docMk/>
            <pc:sldMk cId="2586481136" sldId="263"/>
            <ac:spMk id="15" creationId="{D5B0017B-2ECA-49AF-B397-DC140825DF8D}"/>
          </ac:spMkLst>
        </pc:spChg>
        <pc:grpChg chg="add">
          <ac:chgData name="LUIFERNEY ORTIZ PARRA" userId="S::luiferneyortiz@ucundinamarca.edu.co::311f1f2d-e9a2-4bc8-96ab-a2f2d284c8a5" providerId="AD" clId="Web-{DC0424F5-EC9E-8D51-F468-7C399F8C6713}" dt="2026-03-02T01:43:04.757" v="187"/>
          <ac:grpSpMkLst>
            <pc:docMk/>
            <pc:sldMk cId="2586481136" sldId="263"/>
            <ac:grpSpMk id="10" creationId="{AE1C45F0-260A-458C-96ED-C1F6D2151219}"/>
          </ac:grpSpMkLst>
        </pc:grpChg>
        <pc:cxnChg chg="add">
          <ac:chgData name="LUIFERNEY ORTIZ PARRA" userId="S::luiferneyortiz@ucundinamarca.edu.co::311f1f2d-e9a2-4bc8-96ab-a2f2d284c8a5" providerId="AD" clId="Web-{DC0424F5-EC9E-8D51-F468-7C399F8C6713}" dt="2026-03-02T01:43:04.757" v="187"/>
          <ac:cxnSpMkLst>
            <pc:docMk/>
            <pc:sldMk cId="2586481136" sldId="263"/>
            <ac:cxnSpMk id="17" creationId="{6CF1BAF6-AD41-4082-B212-8A1F9A2E8779}"/>
          </ac:cxnSpMkLst>
        </pc:cxnChg>
      </pc:sldChg>
      <pc:sldChg chg="modSp new del">
        <pc:chgData name="LUIFERNEY ORTIZ PARRA" userId="S::luiferneyortiz@ucundinamarca.edu.co::311f1f2d-e9a2-4bc8-96ab-a2f2d284c8a5" providerId="AD" clId="Web-{DC0424F5-EC9E-8D51-F468-7C399F8C6713}" dt="2026-03-02T01:29:12.873" v="86"/>
        <pc:sldMkLst>
          <pc:docMk/>
          <pc:sldMk cId="3007202943" sldId="263"/>
        </pc:sldMkLst>
        <pc:spChg chg="mod">
          <ac:chgData name="LUIFERNEY ORTIZ PARRA" userId="S::luiferneyortiz@ucundinamarca.edu.co::311f1f2d-e9a2-4bc8-96ab-a2f2d284c8a5" providerId="AD" clId="Web-{DC0424F5-EC9E-8D51-F468-7C399F8C6713}" dt="2026-03-02T01:26:39.447" v="56" actId="20577"/>
          <ac:spMkLst>
            <pc:docMk/>
            <pc:sldMk cId="3007202943" sldId="263"/>
            <ac:spMk id="2" creationId="{8171EC68-BCC5-958A-D688-9501DE78FA0C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26:44.853" v="58" actId="20577"/>
          <ac:spMkLst>
            <pc:docMk/>
            <pc:sldMk cId="3007202943" sldId="263"/>
            <ac:spMk id="3" creationId="{FBB3AE90-5885-7ACF-D1DA-472595BD628F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3:12.351" v="188"/>
        <pc:sldMkLst>
          <pc:docMk/>
          <pc:sldMk cId="19565305" sldId="264"/>
        </pc:sldMkLst>
        <pc:spChg chg="mod">
          <ac:chgData name="LUIFERNEY ORTIZ PARRA" userId="S::luiferneyortiz@ucundinamarca.edu.co::311f1f2d-e9a2-4bc8-96ab-a2f2d284c8a5" providerId="AD" clId="Web-{DC0424F5-EC9E-8D51-F468-7C399F8C6713}" dt="2026-03-02T01:43:12.351" v="188"/>
          <ac:spMkLst>
            <pc:docMk/>
            <pc:sldMk cId="19565305" sldId="264"/>
            <ac:spMk id="2" creationId="{A0030B1E-0F7D-BF26-DB15-10920AEF443A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3:12.351" v="188"/>
          <ac:spMkLst>
            <pc:docMk/>
            <pc:sldMk cId="19565305" sldId="264"/>
            <ac:spMk id="3" creationId="{1ED64732-9966-5015-8286-DEF958B10CA5}"/>
          </ac:spMkLst>
        </pc:spChg>
        <pc:grpChg chg="add">
          <ac:chgData name="LUIFERNEY ORTIZ PARRA" userId="S::luiferneyortiz@ucundinamarca.edu.co::311f1f2d-e9a2-4bc8-96ab-a2f2d284c8a5" providerId="AD" clId="Web-{DC0424F5-EC9E-8D51-F468-7C399F8C6713}" dt="2026-03-02T01:43:12.351" v="188"/>
          <ac:grpSpMkLst>
            <pc:docMk/>
            <pc:sldMk cId="19565305" sldId="264"/>
            <ac:grpSpMk id="9" creationId="{5EFBDE31-BB3E-6CFC-23CD-B5976DA38438}"/>
          </ac:grpSpMkLst>
        </pc:grpChg>
        <pc:picChg chg="add">
          <ac:chgData name="LUIFERNEY ORTIZ PARRA" userId="S::luiferneyortiz@ucundinamarca.edu.co::311f1f2d-e9a2-4bc8-96ab-a2f2d284c8a5" providerId="AD" clId="Web-{DC0424F5-EC9E-8D51-F468-7C399F8C6713}" dt="2026-03-02T01:43:12.351" v="188"/>
          <ac:picMkLst>
            <pc:docMk/>
            <pc:sldMk cId="19565305" sldId="264"/>
            <ac:picMk id="5" creationId="{C4D6DFF7-EC25-F484-88C4-36EF4CA21478}"/>
          </ac:picMkLst>
        </pc:picChg>
      </pc:sldChg>
      <pc:sldChg chg="modSp new del">
        <pc:chgData name="LUIFERNEY ORTIZ PARRA" userId="S::luiferneyortiz@ucundinamarca.edu.co::311f1f2d-e9a2-4bc8-96ab-a2f2d284c8a5" providerId="AD" clId="Web-{DC0424F5-EC9E-8D51-F468-7C399F8C6713}" dt="2026-03-02T01:29:12.873" v="85"/>
        <pc:sldMkLst>
          <pc:docMk/>
          <pc:sldMk cId="3176727120" sldId="264"/>
        </pc:sldMkLst>
        <pc:spChg chg="mod">
          <ac:chgData name="LUIFERNEY ORTIZ PARRA" userId="S::luiferneyortiz@ucundinamarca.edu.co::311f1f2d-e9a2-4bc8-96ab-a2f2d284c8a5" providerId="AD" clId="Web-{DC0424F5-EC9E-8D51-F468-7C399F8C6713}" dt="2026-03-02T01:26:51.088" v="60" actId="20577"/>
          <ac:spMkLst>
            <pc:docMk/>
            <pc:sldMk cId="3176727120" sldId="264"/>
            <ac:spMk id="2" creationId="{0E321C04-4CCE-A40D-4FD3-32E144608456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26:56.041" v="62" actId="20577"/>
          <ac:spMkLst>
            <pc:docMk/>
            <pc:sldMk cId="3176727120" sldId="264"/>
            <ac:spMk id="3" creationId="{5FDAB985-36B2-EB76-2C45-DDC29CF85B02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3:20.179" v="189"/>
        <pc:sldMkLst>
          <pc:docMk/>
          <pc:sldMk cId="512636786" sldId="265"/>
        </pc:sldMkLst>
        <pc:spChg chg="mod">
          <ac:chgData name="LUIFERNEY ORTIZ PARRA" userId="S::luiferneyortiz@ucundinamarca.edu.co::311f1f2d-e9a2-4bc8-96ab-a2f2d284c8a5" providerId="AD" clId="Web-{DC0424F5-EC9E-8D51-F468-7C399F8C6713}" dt="2026-03-02T01:43:20.179" v="189"/>
          <ac:spMkLst>
            <pc:docMk/>
            <pc:sldMk cId="512636786" sldId="265"/>
            <ac:spMk id="2" creationId="{4380EF47-7037-DDED-5C77-EDD15D41C214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3:20.179" v="189"/>
          <ac:spMkLst>
            <pc:docMk/>
            <pc:sldMk cId="512636786" sldId="265"/>
            <ac:spMk id="3" creationId="{3B452D71-C1B5-9536-EE92-9435721BB10E}"/>
          </ac:spMkLst>
        </pc:spChg>
        <pc:picChg chg="add">
          <ac:chgData name="LUIFERNEY ORTIZ PARRA" userId="S::luiferneyortiz@ucundinamarca.edu.co::311f1f2d-e9a2-4bc8-96ab-a2f2d284c8a5" providerId="AD" clId="Web-{DC0424F5-EC9E-8D51-F468-7C399F8C6713}" dt="2026-03-02T01:43:20.179" v="189"/>
          <ac:picMkLst>
            <pc:docMk/>
            <pc:sldMk cId="512636786" sldId="265"/>
            <ac:picMk id="5" creationId="{A514E4B3-FB1E-33B8-0F1E-793CE2B89C6A}"/>
          </ac:picMkLst>
        </pc:picChg>
        <pc:cxnChg chg="add">
          <ac:chgData name="LUIFERNEY ORTIZ PARRA" userId="S::luiferneyortiz@ucundinamarca.edu.co::311f1f2d-e9a2-4bc8-96ab-a2f2d284c8a5" providerId="AD" clId="Web-{DC0424F5-EC9E-8D51-F468-7C399F8C6713}" dt="2026-03-02T01:43:20.179" v="189"/>
          <ac:cxnSpMkLst>
            <pc:docMk/>
            <pc:sldMk cId="512636786" sldId="265"/>
            <ac:cxnSpMk id="9" creationId="{1503BFE4-729B-D9D0-C17B-501E6AF1127A}"/>
          </ac:cxnSpMkLst>
        </pc:cxnChg>
      </pc:sldChg>
      <pc:sldChg chg="modSp new del">
        <pc:chgData name="LUIFERNEY ORTIZ PARRA" userId="S::luiferneyortiz@ucundinamarca.edu.co::311f1f2d-e9a2-4bc8-96ab-a2f2d284c8a5" providerId="AD" clId="Web-{DC0424F5-EC9E-8D51-F468-7C399F8C6713}" dt="2026-03-02T01:29:12.873" v="84"/>
        <pc:sldMkLst>
          <pc:docMk/>
          <pc:sldMk cId="3983085913" sldId="265"/>
        </pc:sldMkLst>
        <pc:spChg chg="mod">
          <ac:chgData name="LUIFERNEY ORTIZ PARRA" userId="S::luiferneyortiz@ucundinamarca.edu.co::311f1f2d-e9a2-4bc8-96ab-a2f2d284c8a5" providerId="AD" clId="Web-{DC0424F5-EC9E-8D51-F468-7C399F8C6713}" dt="2026-03-02T01:27:04.807" v="64" actId="20577"/>
          <ac:spMkLst>
            <pc:docMk/>
            <pc:sldMk cId="3983085913" sldId="265"/>
            <ac:spMk id="2" creationId="{8599B57B-1718-D478-DEE4-BBBBBF902256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27:09.151" v="66" actId="20577"/>
          <ac:spMkLst>
            <pc:docMk/>
            <pc:sldMk cId="3983085913" sldId="265"/>
            <ac:spMk id="3" creationId="{C127BCCE-E86D-B28E-C592-B310B4A1FAC4}"/>
          </ac:spMkLst>
        </pc:spChg>
      </pc:sldChg>
      <pc:sldChg chg="modSp new del">
        <pc:chgData name="LUIFERNEY ORTIZ PARRA" userId="S::luiferneyortiz@ucundinamarca.edu.co::311f1f2d-e9a2-4bc8-96ab-a2f2d284c8a5" providerId="AD" clId="Web-{DC0424F5-EC9E-8D51-F468-7C399F8C6713}" dt="2026-03-02T01:29:12.873" v="83"/>
        <pc:sldMkLst>
          <pc:docMk/>
          <pc:sldMk cId="1630728442" sldId="266"/>
        </pc:sldMkLst>
        <pc:spChg chg="mod">
          <ac:chgData name="LUIFERNEY ORTIZ PARRA" userId="S::luiferneyortiz@ucundinamarca.edu.co::311f1f2d-e9a2-4bc8-96ab-a2f2d284c8a5" providerId="AD" clId="Web-{DC0424F5-EC9E-8D51-F468-7C399F8C6713}" dt="2026-03-02T01:27:35.308" v="68" actId="20577"/>
          <ac:spMkLst>
            <pc:docMk/>
            <pc:sldMk cId="1630728442" sldId="266"/>
            <ac:spMk id="2" creationId="{E6B6BBED-1C80-A6D8-5289-D93D6EC5C1A5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27:40.449" v="70" actId="20577"/>
          <ac:spMkLst>
            <pc:docMk/>
            <pc:sldMk cId="1630728442" sldId="266"/>
            <ac:spMk id="3" creationId="{057A2D63-E88B-525F-1F0F-58C6438E8C5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3:27.554" v="190"/>
        <pc:sldMkLst>
          <pc:docMk/>
          <pc:sldMk cId="1981861702" sldId="266"/>
        </pc:sldMkLst>
        <pc:spChg chg="mod">
          <ac:chgData name="LUIFERNEY ORTIZ PARRA" userId="S::luiferneyortiz@ucundinamarca.edu.co::311f1f2d-e9a2-4bc8-96ab-a2f2d284c8a5" providerId="AD" clId="Web-{DC0424F5-EC9E-8D51-F468-7C399F8C6713}" dt="2026-03-02T01:43:27.554" v="190"/>
          <ac:spMkLst>
            <pc:docMk/>
            <pc:sldMk cId="1981861702" sldId="266"/>
            <ac:spMk id="2" creationId="{8A13226A-BB35-B808-CF21-0AACBCC0CBCE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3:27.554" v="190"/>
          <ac:spMkLst>
            <pc:docMk/>
            <pc:sldMk cId="1981861702" sldId="266"/>
            <ac:spMk id="3" creationId="{6A3F6226-172F-56FD-12AB-247F4785C037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3:27.554" v="190"/>
          <ac:spMkLst>
            <pc:docMk/>
            <pc:sldMk cId="1981861702" sldId="266"/>
            <ac:spMk id="9" creationId="{3ECBE1F1-D69B-4AFA-ABD5-8E41720EF6DE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3:27.554" v="190"/>
          <ac:spMkLst>
            <pc:docMk/>
            <pc:sldMk cId="1981861702" sldId="266"/>
            <ac:spMk id="11" creationId="{603A6265-E10C-4B85-9C20-E75FCAF9CC63}"/>
          </ac:spMkLst>
        </pc:spChg>
        <pc:picChg chg="add">
          <ac:chgData name="LUIFERNEY ORTIZ PARRA" userId="S::luiferneyortiz@ucundinamarca.edu.co::311f1f2d-e9a2-4bc8-96ab-a2f2d284c8a5" providerId="AD" clId="Web-{DC0424F5-EC9E-8D51-F468-7C399F8C6713}" dt="2026-03-02T01:43:27.554" v="190"/>
          <ac:picMkLst>
            <pc:docMk/>
            <pc:sldMk cId="1981861702" sldId="266"/>
            <ac:picMk id="5" creationId="{403DE420-2B78-EFC8-9633-DFD15698F2B0}"/>
          </ac:picMkLst>
        </pc:picChg>
      </pc:sldChg>
      <pc:sldChg chg="modSp new del">
        <pc:chgData name="LUIFERNEY ORTIZ PARRA" userId="S::luiferneyortiz@ucundinamarca.edu.co::311f1f2d-e9a2-4bc8-96ab-a2f2d284c8a5" providerId="AD" clId="Web-{DC0424F5-EC9E-8D51-F468-7C399F8C6713}" dt="2026-03-02T01:29:12.873" v="82"/>
        <pc:sldMkLst>
          <pc:docMk/>
          <pc:sldMk cId="650709691" sldId="267"/>
        </pc:sldMkLst>
        <pc:spChg chg="mod">
          <ac:chgData name="LUIFERNEY ORTIZ PARRA" userId="S::luiferneyortiz@ucundinamarca.edu.co::311f1f2d-e9a2-4bc8-96ab-a2f2d284c8a5" providerId="AD" clId="Web-{DC0424F5-EC9E-8D51-F468-7C399F8C6713}" dt="2026-03-02T01:27:53.934" v="76" actId="20577"/>
          <ac:spMkLst>
            <pc:docMk/>
            <pc:sldMk cId="650709691" sldId="267"/>
            <ac:spMk id="2" creationId="{F343E7F8-EB05-80F2-3423-699658F6A0A6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27:58.918" v="78" actId="20577"/>
          <ac:spMkLst>
            <pc:docMk/>
            <pc:sldMk cId="650709691" sldId="267"/>
            <ac:spMk id="3" creationId="{B29832B7-9291-D55F-A65D-E0119923BC75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3:45.570" v="191"/>
        <pc:sldMkLst>
          <pc:docMk/>
          <pc:sldMk cId="1424250773" sldId="267"/>
        </pc:sldMkLst>
        <pc:spChg chg="mod">
          <ac:chgData name="LUIFERNEY ORTIZ PARRA" userId="S::luiferneyortiz@ucundinamarca.edu.co::311f1f2d-e9a2-4bc8-96ab-a2f2d284c8a5" providerId="AD" clId="Web-{DC0424F5-EC9E-8D51-F468-7C399F8C6713}" dt="2026-03-02T01:43:45.570" v="191"/>
          <ac:spMkLst>
            <pc:docMk/>
            <pc:sldMk cId="1424250773" sldId="267"/>
            <ac:spMk id="2" creationId="{09C39003-1D29-6706-AC70-40A7732B465D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3:45.570" v="191"/>
          <ac:spMkLst>
            <pc:docMk/>
            <pc:sldMk cId="1424250773" sldId="267"/>
            <ac:spMk id="3" creationId="{D6DCD4C5-CD69-16AF-FC27-0E509D18628B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3:45.570" v="191"/>
          <ac:spMkLst>
            <pc:docMk/>
            <pc:sldMk cId="1424250773" sldId="267"/>
            <ac:spMk id="8" creationId="{70DFC902-7D23-471A-B557-B6B6917D7A0D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3:45.570" v="191"/>
          <ac:spMkLst>
            <pc:docMk/>
            <pc:sldMk cId="1424250773" sldId="267"/>
            <ac:spMk id="10" creationId="{A55D5633-D557-4DCA-982C-FF36EB7A1C00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3:45.570" v="191"/>
          <ac:spMkLst>
            <pc:docMk/>
            <pc:sldMk cId="1424250773" sldId="267"/>
            <ac:spMk id="12" creationId="{450D3AD2-FA80-415F-A9CE-54D884561CD7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4:40.932" v="193"/>
        <pc:sldMkLst>
          <pc:docMk/>
          <pc:sldMk cId="2328351060" sldId="268"/>
        </pc:sldMkLst>
        <pc:spChg chg="mod">
          <ac:chgData name="LUIFERNEY ORTIZ PARRA" userId="S::luiferneyortiz@ucundinamarca.edu.co::311f1f2d-e9a2-4bc8-96ab-a2f2d284c8a5" providerId="AD" clId="Web-{DC0424F5-EC9E-8D51-F468-7C399F8C6713}" dt="2026-03-02T01:44:40.932" v="193"/>
          <ac:spMkLst>
            <pc:docMk/>
            <pc:sldMk cId="2328351060" sldId="268"/>
            <ac:spMk id="2" creationId="{FB8FF3A5-0EFD-4842-6F02-12068BAB3840}"/>
          </ac:spMkLst>
        </pc:spChg>
        <pc:spChg chg="mod ord">
          <ac:chgData name="LUIFERNEY ORTIZ PARRA" userId="S::luiferneyortiz@ucundinamarca.edu.co::311f1f2d-e9a2-4bc8-96ab-a2f2d284c8a5" providerId="AD" clId="Web-{DC0424F5-EC9E-8D51-F468-7C399F8C6713}" dt="2026-03-02T01:44:40.932" v="193"/>
          <ac:spMkLst>
            <pc:docMk/>
            <pc:sldMk cId="2328351060" sldId="268"/>
            <ac:spMk id="3" creationId="{4A6DA9A0-03D6-F885-5924-A687DAA005B2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4:40.932" v="193"/>
          <ac:spMkLst>
            <pc:docMk/>
            <pc:sldMk cId="2328351060" sldId="268"/>
            <ac:spMk id="9" creationId="{0D7B6173-1D58-48E2-83CF-37350F315F75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4:40.932" v="193"/>
          <ac:spMkLst>
            <pc:docMk/>
            <pc:sldMk cId="2328351060" sldId="268"/>
            <ac:spMk id="11" creationId="{02EBFA83-D4DB-4CA0-B229-9E44634D7FE9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4:40.932" v="193"/>
          <ac:spMkLst>
            <pc:docMk/>
            <pc:sldMk cId="2328351060" sldId="268"/>
            <ac:spMk id="15" creationId="{21BDEC81-16A7-4451-B893-C15000083B77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4:40.932" v="193"/>
          <ac:spMkLst>
            <pc:docMk/>
            <pc:sldMk cId="2328351060" sldId="268"/>
            <ac:spMk id="17" creationId="{26A515A1-4D80-430E-BE0A-71A290516A82}"/>
          </ac:spMkLst>
        </pc:spChg>
        <pc:picChg chg="add mod">
          <ac:chgData name="LUIFERNEY ORTIZ PARRA" userId="S::luiferneyortiz@ucundinamarca.edu.co::311f1f2d-e9a2-4bc8-96ab-a2f2d284c8a5" providerId="AD" clId="Web-{DC0424F5-EC9E-8D51-F468-7C399F8C6713}" dt="2026-03-02T01:44:40.932" v="193"/>
          <ac:picMkLst>
            <pc:docMk/>
            <pc:sldMk cId="2328351060" sldId="268"/>
            <ac:picMk id="4" creationId="{D4F82514-7F88-50FD-BB02-C5C67476E626}"/>
          </ac:picMkLst>
        </pc:picChg>
        <pc:picChg chg="add">
          <ac:chgData name="LUIFERNEY ORTIZ PARRA" userId="S::luiferneyortiz@ucundinamarca.edu.co::311f1f2d-e9a2-4bc8-96ab-a2f2d284c8a5" providerId="AD" clId="Web-{DC0424F5-EC9E-8D51-F468-7C399F8C6713}" dt="2026-03-02T01:44:40.932" v="193"/>
          <ac:picMkLst>
            <pc:docMk/>
            <pc:sldMk cId="2328351060" sldId="268"/>
            <ac:picMk id="13" creationId="{B0DAC8FB-A162-44E3-A606-C855A03A5B09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5:04.542" v="194"/>
        <pc:sldMkLst>
          <pc:docMk/>
          <pc:sldMk cId="79847214" sldId="269"/>
        </pc:sldMkLst>
        <pc:spChg chg="mod">
          <ac:chgData name="LUIFERNEY ORTIZ PARRA" userId="S::luiferneyortiz@ucundinamarca.edu.co::311f1f2d-e9a2-4bc8-96ab-a2f2d284c8a5" providerId="AD" clId="Web-{DC0424F5-EC9E-8D51-F468-7C399F8C6713}" dt="2026-03-02T01:45:04.542" v="194"/>
          <ac:spMkLst>
            <pc:docMk/>
            <pc:sldMk cId="79847214" sldId="269"/>
            <ac:spMk id="2" creationId="{832E15FE-18EB-FBE3-3A3F-C665B373899A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5:04.542" v="194"/>
          <ac:spMkLst>
            <pc:docMk/>
            <pc:sldMk cId="79847214" sldId="269"/>
            <ac:spMk id="3" creationId="{4BBAB609-B14D-FD0E-B4C5-FC7685FF22BF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5:04.542" v="194"/>
          <ac:spMkLst>
            <pc:docMk/>
            <pc:sldMk cId="79847214" sldId="269"/>
            <ac:spMk id="8" creationId="{081EA652-8C6A-4E69-BEB9-170809474553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5:04.542" v="194"/>
          <ac:spMkLst>
            <pc:docMk/>
            <pc:sldMk cId="79847214" sldId="269"/>
            <ac:spMk id="10" creationId="{A4026A73-1F7F-49F2-B319-8CA3B3D53269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5:04.542" v="194"/>
          <ac:spMkLst>
            <pc:docMk/>
            <pc:sldMk cId="79847214" sldId="269"/>
            <ac:spMk id="12" creationId="{5298780A-33B9-4EA2-8F67-DE68AD62841B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5:04.542" v="194"/>
          <ac:spMkLst>
            <pc:docMk/>
            <pc:sldMk cId="79847214" sldId="269"/>
            <ac:spMk id="14" creationId="{7F488E8B-4E1E-4402-8935-D4E6C02615C7}"/>
          </ac:spMkLst>
        </pc:spChg>
        <pc:cxnChg chg="add">
          <ac:chgData name="LUIFERNEY ORTIZ PARRA" userId="S::luiferneyortiz@ucundinamarca.edu.co::311f1f2d-e9a2-4bc8-96ab-a2f2d284c8a5" providerId="AD" clId="Web-{DC0424F5-EC9E-8D51-F468-7C399F8C6713}" dt="2026-03-02T01:45:04.542" v="194"/>
          <ac:cxnSpMkLst>
            <pc:docMk/>
            <pc:sldMk cId="79847214" sldId="269"/>
            <ac:cxnSpMk id="16" creationId="{23AAC9B5-8015-485C-ACF9-A750390E9A56}"/>
          </ac:cxnSpMkLst>
        </pc:cxnChg>
      </pc:sldChg>
      <pc:sldChg chg="addSp delSp modSp new mod setBg">
        <pc:chgData name="LUIFERNEY ORTIZ PARRA" userId="S::luiferneyortiz@ucundinamarca.edu.co::311f1f2d-e9a2-4bc8-96ab-a2f2d284c8a5" providerId="AD" clId="Web-{DC0424F5-EC9E-8D51-F468-7C399F8C6713}" dt="2026-03-02T01:45:22.855" v="197"/>
        <pc:sldMkLst>
          <pc:docMk/>
          <pc:sldMk cId="2392183835" sldId="270"/>
        </pc:sldMkLst>
        <pc:spChg chg="mod">
          <ac:chgData name="LUIFERNEY ORTIZ PARRA" userId="S::luiferneyortiz@ucundinamarca.edu.co::311f1f2d-e9a2-4bc8-96ab-a2f2d284c8a5" providerId="AD" clId="Web-{DC0424F5-EC9E-8D51-F468-7C399F8C6713}" dt="2026-03-02T01:45:22.855" v="197"/>
          <ac:spMkLst>
            <pc:docMk/>
            <pc:sldMk cId="2392183835" sldId="270"/>
            <ac:spMk id="2" creationId="{3A2D0E93-6948-640D-DA29-5280BEF7442D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5:22.855" v="197"/>
          <ac:spMkLst>
            <pc:docMk/>
            <pc:sldMk cId="2392183835" sldId="270"/>
            <ac:spMk id="3" creationId="{1B39E49F-E324-5CC1-4607-36F58F64B7C9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5:22.855" v="197"/>
          <ac:spMkLst>
            <pc:docMk/>
            <pc:sldMk cId="2392183835" sldId="270"/>
            <ac:spMk id="8" creationId="{84697CDA-BDB7-4883-B48B-1D4EDB2F0E93}"/>
          </ac:spMkLst>
        </pc:spChg>
        <pc:spChg chg="add del">
          <ac:chgData name="LUIFERNEY ORTIZ PARRA" userId="S::luiferneyortiz@ucundinamarca.edu.co::311f1f2d-e9a2-4bc8-96ab-a2f2d284c8a5" providerId="AD" clId="Web-{DC0424F5-EC9E-8D51-F468-7C399F8C6713}" dt="2026-03-02T01:45:22.855" v="196"/>
          <ac:spMkLst>
            <pc:docMk/>
            <pc:sldMk cId="2392183835" sldId="270"/>
            <ac:spMk id="9" creationId="{F13C74B1-5B17-4795-BED0-7140497B445A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5:22.855" v="197"/>
          <ac:spMkLst>
            <pc:docMk/>
            <pc:sldMk cId="2392183835" sldId="270"/>
            <ac:spMk id="10" creationId="{6295B176-FA0E-4B6A-A190-5E2E82BEA57A}"/>
          </ac:spMkLst>
        </pc:spChg>
        <pc:spChg chg="add del">
          <ac:chgData name="LUIFERNEY ORTIZ PARRA" userId="S::luiferneyortiz@ucundinamarca.edu.co::311f1f2d-e9a2-4bc8-96ab-a2f2d284c8a5" providerId="AD" clId="Web-{DC0424F5-EC9E-8D51-F468-7C399F8C6713}" dt="2026-03-02T01:45:22.855" v="196"/>
          <ac:spMkLst>
            <pc:docMk/>
            <pc:sldMk cId="2392183835" sldId="270"/>
            <ac:spMk id="11" creationId="{D4974D33-8DC5-464E-8C6D-BE58F0669C17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5:22.855" v="197"/>
          <ac:spMkLst>
            <pc:docMk/>
            <pc:sldMk cId="2392183835" sldId="270"/>
            <ac:spMk id="12" creationId="{48F779DE-4744-42D6-9C74-33EC94460CCC}"/>
          </ac:spMkLst>
        </pc:spChg>
        <pc:picChg chg="add del">
          <ac:chgData name="LUIFERNEY ORTIZ PARRA" userId="S::luiferneyortiz@ucundinamarca.edu.co::311f1f2d-e9a2-4bc8-96ab-a2f2d284c8a5" providerId="AD" clId="Web-{DC0424F5-EC9E-8D51-F468-7C399F8C6713}" dt="2026-03-02T01:45:22.855" v="196"/>
          <ac:picMkLst>
            <pc:docMk/>
            <pc:sldMk cId="2392183835" sldId="270"/>
            <ac:picMk id="5" creationId="{6210A7E1-10CA-C74C-ECB7-8CBDDAE2B2BF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5:53.965" v="198"/>
        <pc:sldMkLst>
          <pc:docMk/>
          <pc:sldMk cId="2986765475" sldId="271"/>
        </pc:sldMkLst>
        <pc:spChg chg="mod">
          <ac:chgData name="LUIFERNEY ORTIZ PARRA" userId="S::luiferneyortiz@ucundinamarca.edu.co::311f1f2d-e9a2-4bc8-96ab-a2f2d284c8a5" providerId="AD" clId="Web-{DC0424F5-EC9E-8D51-F468-7C399F8C6713}" dt="2026-03-02T01:45:53.965" v="198"/>
          <ac:spMkLst>
            <pc:docMk/>
            <pc:sldMk cId="2986765475" sldId="271"/>
            <ac:spMk id="2" creationId="{1C68A022-46D1-5D7A-89BD-D65ED146905A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5:53.965" v="198"/>
          <ac:spMkLst>
            <pc:docMk/>
            <pc:sldMk cId="2986765475" sldId="271"/>
            <ac:spMk id="3" creationId="{6592875E-FEB0-6A7B-2EB2-B60DE98BC2DE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5:53.965" v="198"/>
          <ac:spMkLst>
            <pc:docMk/>
            <pc:sldMk cId="2986765475" sldId="271"/>
            <ac:spMk id="8" creationId="{B6CDA21F-E7AF-4C75-8395-33F58D5B0E45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5:53.965" v="198"/>
          <ac:spMkLst>
            <pc:docMk/>
            <pc:sldMk cId="2986765475" sldId="271"/>
            <ac:spMk id="15" creationId="{D5B0017B-2ECA-49AF-B397-DC140825DF8D}"/>
          </ac:spMkLst>
        </pc:spChg>
        <pc:grpChg chg="add">
          <ac:chgData name="LUIFERNEY ORTIZ PARRA" userId="S::luiferneyortiz@ucundinamarca.edu.co::311f1f2d-e9a2-4bc8-96ab-a2f2d284c8a5" providerId="AD" clId="Web-{DC0424F5-EC9E-8D51-F468-7C399F8C6713}" dt="2026-03-02T01:45:53.965" v="198"/>
          <ac:grpSpMkLst>
            <pc:docMk/>
            <pc:sldMk cId="2986765475" sldId="271"/>
            <ac:grpSpMk id="10" creationId="{AE1C45F0-260A-458C-96ED-C1F6D2151219}"/>
          </ac:grpSpMkLst>
        </pc:grpChg>
        <pc:cxnChg chg="add">
          <ac:chgData name="LUIFERNEY ORTIZ PARRA" userId="S::luiferneyortiz@ucundinamarca.edu.co::311f1f2d-e9a2-4bc8-96ab-a2f2d284c8a5" providerId="AD" clId="Web-{DC0424F5-EC9E-8D51-F468-7C399F8C6713}" dt="2026-03-02T01:45:53.965" v="198"/>
          <ac:cxnSpMkLst>
            <pc:docMk/>
            <pc:sldMk cId="2986765475" sldId="271"/>
            <ac:cxnSpMk id="17" creationId="{6CF1BAF6-AD41-4082-B212-8A1F9A2E8779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5:59.387" v="199"/>
        <pc:sldMkLst>
          <pc:docMk/>
          <pc:sldMk cId="2796308731" sldId="272"/>
        </pc:sldMkLst>
        <pc:spChg chg="mod">
          <ac:chgData name="LUIFERNEY ORTIZ PARRA" userId="S::luiferneyortiz@ucundinamarca.edu.co::311f1f2d-e9a2-4bc8-96ab-a2f2d284c8a5" providerId="AD" clId="Web-{DC0424F5-EC9E-8D51-F468-7C399F8C6713}" dt="2026-03-02T01:45:59.387" v="199"/>
          <ac:spMkLst>
            <pc:docMk/>
            <pc:sldMk cId="2796308731" sldId="272"/>
            <ac:spMk id="2" creationId="{1C015997-D50F-063C-4481-701014A70E56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5:59.387" v="199"/>
          <ac:spMkLst>
            <pc:docMk/>
            <pc:sldMk cId="2796308731" sldId="272"/>
            <ac:spMk id="3" creationId="{030B9D82-E33E-EC77-7866-10D64D9C7A45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5:59.387" v="199"/>
          <ac:spMkLst>
            <pc:docMk/>
            <pc:sldMk cId="2796308731" sldId="272"/>
            <ac:spMk id="9" creationId="{F13C74B1-5B17-4795-BED0-7140497B445A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5:59.387" v="199"/>
          <ac:spMkLst>
            <pc:docMk/>
            <pc:sldMk cId="2796308731" sldId="272"/>
            <ac:spMk id="11" creationId="{D4974D33-8DC5-464E-8C6D-BE58F0669C17}"/>
          </ac:spMkLst>
        </pc:spChg>
        <pc:picChg chg="add">
          <ac:chgData name="LUIFERNEY ORTIZ PARRA" userId="S::luiferneyortiz@ucundinamarca.edu.co::311f1f2d-e9a2-4bc8-96ab-a2f2d284c8a5" providerId="AD" clId="Web-{DC0424F5-EC9E-8D51-F468-7C399F8C6713}" dt="2026-03-02T01:45:59.387" v="199"/>
          <ac:picMkLst>
            <pc:docMk/>
            <pc:sldMk cId="2796308731" sldId="272"/>
            <ac:picMk id="5" creationId="{70992530-657B-F2DA-983F-8492741E0AF3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DC0424F5-EC9E-8D51-F468-7C399F8C6713}" dt="2026-03-02T01:46:06.590" v="200"/>
        <pc:sldMkLst>
          <pc:docMk/>
          <pc:sldMk cId="1356209061" sldId="273"/>
        </pc:sldMkLst>
        <pc:spChg chg="mod">
          <ac:chgData name="LUIFERNEY ORTIZ PARRA" userId="S::luiferneyortiz@ucundinamarca.edu.co::311f1f2d-e9a2-4bc8-96ab-a2f2d284c8a5" providerId="AD" clId="Web-{DC0424F5-EC9E-8D51-F468-7C399F8C6713}" dt="2026-03-02T01:46:06.590" v="200"/>
          <ac:spMkLst>
            <pc:docMk/>
            <pc:sldMk cId="1356209061" sldId="273"/>
            <ac:spMk id="2" creationId="{95B02F1D-972B-2044-97AE-94CD06A51A2E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6:06.590" v="200"/>
          <ac:spMkLst>
            <pc:docMk/>
            <pc:sldMk cId="1356209061" sldId="273"/>
            <ac:spMk id="3" creationId="{BADCD7E9-67F2-F56F-1B91-4F4CB00476B9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6:06.590" v="200"/>
          <ac:spMkLst>
            <pc:docMk/>
            <pc:sldMk cId="1356209061" sldId="273"/>
            <ac:spMk id="9" creationId="{F13C74B1-5B17-4795-BED0-7140497B445A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6:06.590" v="200"/>
          <ac:spMkLst>
            <pc:docMk/>
            <pc:sldMk cId="1356209061" sldId="273"/>
            <ac:spMk id="11" creationId="{D4974D33-8DC5-464E-8C6D-BE58F0669C17}"/>
          </ac:spMkLst>
        </pc:spChg>
        <pc:picChg chg="add">
          <ac:chgData name="LUIFERNEY ORTIZ PARRA" userId="S::luiferneyortiz@ucundinamarca.edu.co::311f1f2d-e9a2-4bc8-96ab-a2f2d284c8a5" providerId="AD" clId="Web-{DC0424F5-EC9E-8D51-F468-7C399F8C6713}" dt="2026-03-02T01:46:06.590" v="200"/>
          <ac:picMkLst>
            <pc:docMk/>
            <pc:sldMk cId="1356209061" sldId="273"/>
            <ac:picMk id="5" creationId="{84A69B6C-4F72-7B18-B46A-9DE5F4464E15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DC0424F5-EC9E-8D51-F468-7C399F8C6713}" dt="2026-03-02T01:47:15.529" v="208"/>
        <pc:sldMkLst>
          <pc:docMk/>
          <pc:sldMk cId="3266793484" sldId="274"/>
        </pc:sldMkLst>
        <pc:spChg chg="mod">
          <ac:chgData name="LUIFERNEY ORTIZ PARRA" userId="S::luiferneyortiz@ucundinamarca.edu.co::311f1f2d-e9a2-4bc8-96ab-a2f2d284c8a5" providerId="AD" clId="Web-{DC0424F5-EC9E-8D51-F468-7C399F8C6713}" dt="2026-03-02T01:46:30.716" v="202"/>
          <ac:spMkLst>
            <pc:docMk/>
            <pc:sldMk cId="3266793484" sldId="274"/>
            <ac:spMk id="2" creationId="{C42310DB-0539-CC28-C800-E37471EBB198}"/>
          </ac:spMkLst>
        </pc:spChg>
        <pc:spChg chg="del mod">
          <ac:chgData name="LUIFERNEY ORTIZ PARRA" userId="S::luiferneyortiz@ucundinamarca.edu.co::311f1f2d-e9a2-4bc8-96ab-a2f2d284c8a5" providerId="AD" clId="Web-{DC0424F5-EC9E-8D51-F468-7C399F8C6713}" dt="2026-03-02T01:46:30.747" v="203"/>
          <ac:spMkLst>
            <pc:docMk/>
            <pc:sldMk cId="3266793484" sldId="274"/>
            <ac:spMk id="3" creationId="{EB199006-479E-D50D-B579-F67469DF1D27}"/>
          </ac:spMkLst>
        </pc:spChg>
        <pc:spChg chg="add del">
          <ac:chgData name="LUIFERNEY ORTIZ PARRA" userId="S::luiferneyortiz@ucundinamarca.edu.co::311f1f2d-e9a2-4bc8-96ab-a2f2d284c8a5" providerId="AD" clId="Web-{DC0424F5-EC9E-8D51-F468-7C399F8C6713}" dt="2026-03-02T01:46:30.716" v="202"/>
          <ac:spMkLst>
            <pc:docMk/>
            <pc:sldMk cId="3266793484" sldId="274"/>
            <ac:spMk id="9" creationId="{9F7D5CDA-D291-4307-BF55-1381FED29634}"/>
          </ac:spMkLst>
        </pc:spChg>
        <pc:spChg chg="add del">
          <ac:chgData name="LUIFERNEY ORTIZ PARRA" userId="S::luiferneyortiz@ucundinamarca.edu.co::311f1f2d-e9a2-4bc8-96ab-a2f2d284c8a5" providerId="AD" clId="Web-{DC0424F5-EC9E-8D51-F468-7C399F8C6713}" dt="2026-03-02T01:46:30.716" v="202"/>
          <ac:spMkLst>
            <pc:docMk/>
            <pc:sldMk cId="3266793484" sldId="274"/>
            <ac:spMk id="11" creationId="{59B296B9-C5A5-4E4F-9B60-C907B5F1466C}"/>
          </ac:spMkLst>
        </pc:spChg>
        <pc:spChg chg="add del">
          <ac:chgData name="LUIFERNEY ORTIZ PARRA" userId="S::luiferneyortiz@ucundinamarca.edu.co::311f1f2d-e9a2-4bc8-96ab-a2f2d284c8a5" providerId="AD" clId="Web-{DC0424F5-EC9E-8D51-F468-7C399F8C6713}" dt="2026-03-02T01:46:30.716" v="202"/>
          <ac:spMkLst>
            <pc:docMk/>
            <pc:sldMk cId="3266793484" sldId="274"/>
            <ac:spMk id="13" creationId="{D0300FD3-5AF1-6305-15FA-9078072672E2}"/>
          </ac:spMkLst>
        </pc:spChg>
        <pc:graphicFrameChg chg="add modGraphic">
          <ac:chgData name="LUIFERNEY ORTIZ PARRA" userId="S::luiferneyortiz@ucundinamarca.edu.co::311f1f2d-e9a2-4bc8-96ab-a2f2d284c8a5" providerId="AD" clId="Web-{DC0424F5-EC9E-8D51-F468-7C399F8C6713}" dt="2026-03-02T01:47:15.529" v="208"/>
          <ac:graphicFrameMkLst>
            <pc:docMk/>
            <pc:sldMk cId="3266793484" sldId="274"/>
            <ac:graphicFrameMk id="15" creationId="{C80071BF-9473-8518-8E25-457A3E97A64E}"/>
          </ac:graphicFrameMkLst>
        </pc:graphicFrameChg>
        <pc:picChg chg="add del">
          <ac:chgData name="LUIFERNEY ORTIZ PARRA" userId="S::luiferneyortiz@ucundinamarca.edu.co::311f1f2d-e9a2-4bc8-96ab-a2f2d284c8a5" providerId="AD" clId="Web-{DC0424F5-EC9E-8D51-F468-7C399F8C6713}" dt="2026-03-02T01:46:30.716" v="202"/>
          <ac:picMkLst>
            <pc:docMk/>
            <pc:sldMk cId="3266793484" sldId="274"/>
            <ac:picMk id="5" creationId="{DDE86417-AD34-FFAE-AC54-ACA90782ABA8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DC0424F5-EC9E-8D51-F468-7C399F8C6713}" dt="2026-03-02T01:48:15.608" v="212"/>
        <pc:sldMkLst>
          <pc:docMk/>
          <pc:sldMk cId="1699340299" sldId="275"/>
        </pc:sldMkLst>
        <pc:spChg chg="mod">
          <ac:chgData name="LUIFERNEY ORTIZ PARRA" userId="S::luiferneyortiz@ucundinamarca.edu.co::311f1f2d-e9a2-4bc8-96ab-a2f2d284c8a5" providerId="AD" clId="Web-{DC0424F5-EC9E-8D51-F468-7C399F8C6713}" dt="2026-03-02T01:48:15.608" v="212"/>
          <ac:spMkLst>
            <pc:docMk/>
            <pc:sldMk cId="1699340299" sldId="275"/>
            <ac:spMk id="2" creationId="{249C9AFA-DE56-F283-CED0-6184CEA8B72E}"/>
          </ac:spMkLst>
        </pc:spChg>
        <pc:spChg chg="mod">
          <ac:chgData name="LUIFERNEY ORTIZ PARRA" userId="S::luiferneyortiz@ucundinamarca.edu.co::311f1f2d-e9a2-4bc8-96ab-a2f2d284c8a5" providerId="AD" clId="Web-{DC0424F5-EC9E-8D51-F468-7C399F8C6713}" dt="2026-03-02T01:48:15.608" v="212"/>
          <ac:spMkLst>
            <pc:docMk/>
            <pc:sldMk cId="1699340299" sldId="275"/>
            <ac:spMk id="3" creationId="{8DDF22EF-BA88-24D3-B048-6E306A5CE33D}"/>
          </ac:spMkLst>
        </pc:spChg>
        <pc:spChg chg="add del">
          <ac:chgData name="LUIFERNEY ORTIZ PARRA" userId="S::luiferneyortiz@ucundinamarca.edu.co::311f1f2d-e9a2-4bc8-96ab-a2f2d284c8a5" providerId="AD" clId="Web-{DC0424F5-EC9E-8D51-F468-7C399F8C6713}" dt="2026-03-02T01:48:15.593" v="211"/>
          <ac:spMkLst>
            <pc:docMk/>
            <pc:sldMk cId="1699340299" sldId="275"/>
            <ac:spMk id="9" creationId="{F13C74B1-5B17-4795-BED0-7140497B445A}"/>
          </ac:spMkLst>
        </pc:spChg>
        <pc:spChg chg="add del">
          <ac:chgData name="LUIFERNEY ORTIZ PARRA" userId="S::luiferneyortiz@ucundinamarca.edu.co::311f1f2d-e9a2-4bc8-96ab-a2f2d284c8a5" providerId="AD" clId="Web-{DC0424F5-EC9E-8D51-F468-7C399F8C6713}" dt="2026-03-02T01:48:15.593" v="211"/>
          <ac:spMkLst>
            <pc:docMk/>
            <pc:sldMk cId="1699340299" sldId="275"/>
            <ac:spMk id="11" creationId="{D4974D33-8DC5-464E-8C6D-BE58F0669C17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8:15.608" v="212"/>
          <ac:spMkLst>
            <pc:docMk/>
            <pc:sldMk cId="1699340299" sldId="275"/>
            <ac:spMk id="13" creationId="{04812C46-200A-4DEB-A05E-3ED6C68C2387}"/>
          </ac:spMkLst>
        </pc:spChg>
        <pc:spChg chg="add">
          <ac:chgData name="LUIFERNEY ORTIZ PARRA" userId="S::luiferneyortiz@ucundinamarca.edu.co::311f1f2d-e9a2-4bc8-96ab-a2f2d284c8a5" providerId="AD" clId="Web-{DC0424F5-EC9E-8D51-F468-7C399F8C6713}" dt="2026-03-02T01:48:15.608" v="212"/>
          <ac:spMkLst>
            <pc:docMk/>
            <pc:sldMk cId="1699340299" sldId="275"/>
            <ac:spMk id="14" creationId="{D1EA859B-E555-4109-94F3-6700E046E008}"/>
          </ac:spMkLst>
        </pc:spChg>
        <pc:picChg chg="add mod ord">
          <ac:chgData name="LUIFERNEY ORTIZ PARRA" userId="S::luiferneyortiz@ucundinamarca.edu.co::311f1f2d-e9a2-4bc8-96ab-a2f2d284c8a5" providerId="AD" clId="Web-{DC0424F5-EC9E-8D51-F468-7C399F8C6713}" dt="2026-03-02T01:48:15.608" v="212"/>
          <ac:picMkLst>
            <pc:docMk/>
            <pc:sldMk cId="1699340299" sldId="275"/>
            <ac:picMk id="4" creationId="{2F627525-68D3-1BF1-9696-BE19E9FC383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6774AF-825E-45AA-8B87-47C9687C55B5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DA9B147-5D2A-4806-A228-FFF0234397F2}">
      <dgm:prSet/>
      <dgm:spPr/>
      <dgm:t>
        <a:bodyPr/>
        <a:lstStyle/>
        <a:p>
          <a:r>
            <a:rPr lang="es-ES"/>
            <a:t>Reduce riesgo de mala interpretación</a:t>
          </a:r>
          <a:endParaRPr lang="en-US"/>
        </a:p>
      </dgm:t>
    </dgm:pt>
    <dgm:pt modelId="{EF425040-65C7-4B54-8471-80760BE4903D}" type="parTrans" cxnId="{2BCAC6E4-ADA6-4B76-9171-E700CF679CED}">
      <dgm:prSet/>
      <dgm:spPr/>
      <dgm:t>
        <a:bodyPr/>
        <a:lstStyle/>
        <a:p>
          <a:endParaRPr lang="en-US"/>
        </a:p>
      </dgm:t>
    </dgm:pt>
    <dgm:pt modelId="{89864FE1-466F-4FAB-913B-D6A7961FF3BC}" type="sibTrans" cxnId="{2BCAC6E4-ADA6-4B76-9171-E700CF679CED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94B1E8D7-D125-4972-9B78-03F82B68055D}">
      <dgm:prSet/>
      <dgm:spPr/>
      <dgm:t>
        <a:bodyPr/>
        <a:lstStyle/>
        <a:p>
          <a:r>
            <a:rPr lang="es-ES"/>
            <a:t>Mejora comunicación con cliente</a:t>
          </a:r>
          <a:endParaRPr lang="en-US"/>
        </a:p>
      </dgm:t>
    </dgm:pt>
    <dgm:pt modelId="{2D90CF33-81C4-492D-9688-4704F9A192D7}" type="parTrans" cxnId="{CD48AE00-8115-4DFF-836C-90F48A20069A}">
      <dgm:prSet/>
      <dgm:spPr/>
      <dgm:t>
        <a:bodyPr/>
        <a:lstStyle/>
        <a:p>
          <a:endParaRPr lang="en-US"/>
        </a:p>
      </dgm:t>
    </dgm:pt>
    <dgm:pt modelId="{46C65910-7554-4A3F-A653-66C0BA74A1E8}" type="sibTrans" cxnId="{CD48AE00-8115-4DFF-836C-90F48A20069A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4A259C08-6D92-48F8-AE61-CA0BB2CEC914}">
      <dgm:prSet/>
      <dgm:spPr/>
      <dgm:t>
        <a:bodyPr/>
        <a:lstStyle/>
        <a:p>
          <a:r>
            <a:rPr lang="es-ES"/>
            <a:t>Permite validación temprana de UX</a:t>
          </a:r>
          <a:endParaRPr lang="en-US"/>
        </a:p>
      </dgm:t>
    </dgm:pt>
    <dgm:pt modelId="{42C715F6-483E-43E4-A9C6-CE05F0655D23}" type="parTrans" cxnId="{2A6A38BA-AD2A-4AE5-89F8-20792B30E558}">
      <dgm:prSet/>
      <dgm:spPr/>
      <dgm:t>
        <a:bodyPr/>
        <a:lstStyle/>
        <a:p>
          <a:endParaRPr lang="en-US"/>
        </a:p>
      </dgm:t>
    </dgm:pt>
    <dgm:pt modelId="{8B42C630-09DB-4A66-86FE-3235883937D1}" type="sibTrans" cxnId="{2A6A38BA-AD2A-4AE5-89F8-20792B30E558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6DA4D27A-21E2-4172-916D-644FFF426115}" type="pres">
      <dgm:prSet presAssocID="{6A6774AF-825E-45AA-8B87-47C9687C55B5}" presName="Name0" presStyleCnt="0">
        <dgm:presLayoutVars>
          <dgm:animLvl val="lvl"/>
          <dgm:resizeHandles val="exact"/>
        </dgm:presLayoutVars>
      </dgm:prSet>
      <dgm:spPr/>
    </dgm:pt>
    <dgm:pt modelId="{0F634DE8-6612-4C65-A558-1893800FC597}" type="pres">
      <dgm:prSet presAssocID="{BDA9B147-5D2A-4806-A228-FFF0234397F2}" presName="compositeNode" presStyleCnt="0">
        <dgm:presLayoutVars>
          <dgm:bulletEnabled val="1"/>
        </dgm:presLayoutVars>
      </dgm:prSet>
      <dgm:spPr/>
    </dgm:pt>
    <dgm:pt modelId="{56931365-571C-4179-AA50-771E91387950}" type="pres">
      <dgm:prSet presAssocID="{BDA9B147-5D2A-4806-A228-FFF0234397F2}" presName="bgRect" presStyleLbl="bgAccFollowNode1" presStyleIdx="0" presStyleCnt="3"/>
      <dgm:spPr/>
    </dgm:pt>
    <dgm:pt modelId="{7C513828-2031-4BC9-9E6F-A353ED8EFC8C}" type="pres">
      <dgm:prSet presAssocID="{89864FE1-466F-4FAB-913B-D6A7961FF3B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9368F0B3-D95D-4CF8-8727-9B9B024C0CB5}" type="pres">
      <dgm:prSet presAssocID="{BDA9B147-5D2A-4806-A228-FFF0234397F2}" presName="bottomLine" presStyleLbl="alignNode1" presStyleIdx="1" presStyleCnt="6">
        <dgm:presLayoutVars/>
      </dgm:prSet>
      <dgm:spPr/>
    </dgm:pt>
    <dgm:pt modelId="{87E527B3-2E60-4CD6-8228-E8240629B225}" type="pres">
      <dgm:prSet presAssocID="{BDA9B147-5D2A-4806-A228-FFF0234397F2}" presName="nodeText" presStyleLbl="bgAccFollowNode1" presStyleIdx="0" presStyleCnt="3">
        <dgm:presLayoutVars>
          <dgm:bulletEnabled val="1"/>
        </dgm:presLayoutVars>
      </dgm:prSet>
      <dgm:spPr/>
    </dgm:pt>
    <dgm:pt modelId="{8B47B36A-EB13-4347-B0DF-32C9C72712CB}" type="pres">
      <dgm:prSet presAssocID="{89864FE1-466F-4FAB-913B-D6A7961FF3BC}" presName="sibTrans" presStyleCnt="0"/>
      <dgm:spPr/>
    </dgm:pt>
    <dgm:pt modelId="{B2A6A867-59E6-4E6C-8665-6A6BFF81D104}" type="pres">
      <dgm:prSet presAssocID="{94B1E8D7-D125-4972-9B78-03F82B68055D}" presName="compositeNode" presStyleCnt="0">
        <dgm:presLayoutVars>
          <dgm:bulletEnabled val="1"/>
        </dgm:presLayoutVars>
      </dgm:prSet>
      <dgm:spPr/>
    </dgm:pt>
    <dgm:pt modelId="{AB1836A3-9FFC-4BEE-A516-F4EB9A5ADE76}" type="pres">
      <dgm:prSet presAssocID="{94B1E8D7-D125-4972-9B78-03F82B68055D}" presName="bgRect" presStyleLbl="bgAccFollowNode1" presStyleIdx="1" presStyleCnt="3"/>
      <dgm:spPr/>
    </dgm:pt>
    <dgm:pt modelId="{E2203060-C78B-47B1-97CB-82224770F2E3}" type="pres">
      <dgm:prSet presAssocID="{46C65910-7554-4A3F-A653-66C0BA74A1E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C6E13E41-F6DE-4AA9-82E5-D24DC45A326D}" type="pres">
      <dgm:prSet presAssocID="{94B1E8D7-D125-4972-9B78-03F82B68055D}" presName="bottomLine" presStyleLbl="alignNode1" presStyleIdx="3" presStyleCnt="6">
        <dgm:presLayoutVars/>
      </dgm:prSet>
      <dgm:spPr/>
    </dgm:pt>
    <dgm:pt modelId="{A48EF06D-08AA-45E6-81CB-4F29C0E1D634}" type="pres">
      <dgm:prSet presAssocID="{94B1E8D7-D125-4972-9B78-03F82B68055D}" presName="nodeText" presStyleLbl="bgAccFollowNode1" presStyleIdx="1" presStyleCnt="3">
        <dgm:presLayoutVars>
          <dgm:bulletEnabled val="1"/>
        </dgm:presLayoutVars>
      </dgm:prSet>
      <dgm:spPr/>
    </dgm:pt>
    <dgm:pt modelId="{12718E0F-A3B8-47A9-AE54-DD002BC1EA54}" type="pres">
      <dgm:prSet presAssocID="{46C65910-7554-4A3F-A653-66C0BA74A1E8}" presName="sibTrans" presStyleCnt="0"/>
      <dgm:spPr/>
    </dgm:pt>
    <dgm:pt modelId="{A3896C6F-97B3-4A76-BE85-8E0D31792B18}" type="pres">
      <dgm:prSet presAssocID="{4A259C08-6D92-48F8-AE61-CA0BB2CEC914}" presName="compositeNode" presStyleCnt="0">
        <dgm:presLayoutVars>
          <dgm:bulletEnabled val="1"/>
        </dgm:presLayoutVars>
      </dgm:prSet>
      <dgm:spPr/>
    </dgm:pt>
    <dgm:pt modelId="{F065BD50-C806-4E70-8F48-DBF89A3CBEE4}" type="pres">
      <dgm:prSet presAssocID="{4A259C08-6D92-48F8-AE61-CA0BB2CEC914}" presName="bgRect" presStyleLbl="bgAccFollowNode1" presStyleIdx="2" presStyleCnt="3"/>
      <dgm:spPr/>
    </dgm:pt>
    <dgm:pt modelId="{EF404E66-4DC5-4053-A2D9-CBBCCC287FD0}" type="pres">
      <dgm:prSet presAssocID="{8B42C630-09DB-4A66-86FE-3235883937D1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C9AB72A-7A58-4B2F-B769-9832A53FDA67}" type="pres">
      <dgm:prSet presAssocID="{4A259C08-6D92-48F8-AE61-CA0BB2CEC914}" presName="bottomLine" presStyleLbl="alignNode1" presStyleIdx="5" presStyleCnt="6">
        <dgm:presLayoutVars/>
      </dgm:prSet>
      <dgm:spPr/>
    </dgm:pt>
    <dgm:pt modelId="{0C8BE296-9BB7-45C2-A7D1-A964B304844A}" type="pres">
      <dgm:prSet presAssocID="{4A259C08-6D92-48F8-AE61-CA0BB2CEC91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CD48AE00-8115-4DFF-836C-90F48A20069A}" srcId="{6A6774AF-825E-45AA-8B87-47C9687C55B5}" destId="{94B1E8D7-D125-4972-9B78-03F82B68055D}" srcOrd="1" destOrd="0" parTransId="{2D90CF33-81C4-492D-9688-4704F9A192D7}" sibTransId="{46C65910-7554-4A3F-A653-66C0BA74A1E8}"/>
    <dgm:cxn modelId="{FF3D1414-2AAF-483B-B06D-D63E50D993FE}" type="presOf" srcId="{94B1E8D7-D125-4972-9B78-03F82B68055D}" destId="{AB1836A3-9FFC-4BEE-A516-F4EB9A5ADE76}" srcOrd="0" destOrd="0" presId="urn:microsoft.com/office/officeart/2016/7/layout/BasicLinearProcessNumbered"/>
    <dgm:cxn modelId="{0ABD2C21-4A3C-4F77-BC11-1D5654B389E1}" type="presOf" srcId="{46C65910-7554-4A3F-A653-66C0BA74A1E8}" destId="{E2203060-C78B-47B1-97CB-82224770F2E3}" srcOrd="0" destOrd="0" presId="urn:microsoft.com/office/officeart/2016/7/layout/BasicLinearProcessNumbered"/>
    <dgm:cxn modelId="{E4784322-BD35-4169-A8A1-2EBC90EB11A5}" type="presOf" srcId="{94B1E8D7-D125-4972-9B78-03F82B68055D}" destId="{A48EF06D-08AA-45E6-81CB-4F29C0E1D634}" srcOrd="1" destOrd="0" presId="urn:microsoft.com/office/officeart/2016/7/layout/BasicLinearProcessNumbered"/>
    <dgm:cxn modelId="{7F846C24-151B-42A0-95CE-ED5BB69941E3}" type="presOf" srcId="{4A259C08-6D92-48F8-AE61-CA0BB2CEC914}" destId="{F065BD50-C806-4E70-8F48-DBF89A3CBEE4}" srcOrd="0" destOrd="0" presId="urn:microsoft.com/office/officeart/2016/7/layout/BasicLinearProcessNumbered"/>
    <dgm:cxn modelId="{C4B27A76-FE64-4EC3-A47B-B95BA0477E25}" type="presOf" srcId="{89864FE1-466F-4FAB-913B-D6A7961FF3BC}" destId="{7C513828-2031-4BC9-9E6F-A353ED8EFC8C}" srcOrd="0" destOrd="0" presId="urn:microsoft.com/office/officeart/2016/7/layout/BasicLinearProcessNumbered"/>
    <dgm:cxn modelId="{EF1E159A-57A8-4C82-A7AF-D40908AB5DFE}" type="presOf" srcId="{4A259C08-6D92-48F8-AE61-CA0BB2CEC914}" destId="{0C8BE296-9BB7-45C2-A7D1-A964B304844A}" srcOrd="1" destOrd="0" presId="urn:microsoft.com/office/officeart/2016/7/layout/BasicLinearProcessNumbered"/>
    <dgm:cxn modelId="{2A6A38BA-AD2A-4AE5-89F8-20792B30E558}" srcId="{6A6774AF-825E-45AA-8B87-47C9687C55B5}" destId="{4A259C08-6D92-48F8-AE61-CA0BB2CEC914}" srcOrd="2" destOrd="0" parTransId="{42C715F6-483E-43E4-A9C6-CE05F0655D23}" sibTransId="{8B42C630-09DB-4A66-86FE-3235883937D1}"/>
    <dgm:cxn modelId="{574B6FD8-96FD-45F6-AB43-A31D45C44BB4}" type="presOf" srcId="{8B42C630-09DB-4A66-86FE-3235883937D1}" destId="{EF404E66-4DC5-4053-A2D9-CBBCCC287FD0}" srcOrd="0" destOrd="0" presId="urn:microsoft.com/office/officeart/2016/7/layout/BasicLinearProcessNumbered"/>
    <dgm:cxn modelId="{A5030EDF-B08D-4B62-8C67-8182611FD180}" type="presOf" srcId="{BDA9B147-5D2A-4806-A228-FFF0234397F2}" destId="{87E527B3-2E60-4CD6-8228-E8240629B225}" srcOrd="1" destOrd="0" presId="urn:microsoft.com/office/officeart/2016/7/layout/BasicLinearProcessNumbered"/>
    <dgm:cxn modelId="{2BCAC6E4-ADA6-4B76-9171-E700CF679CED}" srcId="{6A6774AF-825E-45AA-8B87-47C9687C55B5}" destId="{BDA9B147-5D2A-4806-A228-FFF0234397F2}" srcOrd="0" destOrd="0" parTransId="{EF425040-65C7-4B54-8471-80760BE4903D}" sibTransId="{89864FE1-466F-4FAB-913B-D6A7961FF3BC}"/>
    <dgm:cxn modelId="{789D97E5-1787-4D6F-A279-04E2744CC6E7}" type="presOf" srcId="{BDA9B147-5D2A-4806-A228-FFF0234397F2}" destId="{56931365-571C-4179-AA50-771E91387950}" srcOrd="0" destOrd="0" presId="urn:microsoft.com/office/officeart/2016/7/layout/BasicLinearProcessNumbered"/>
    <dgm:cxn modelId="{71540FF5-589A-4699-8F06-D0948DD55E6F}" type="presOf" srcId="{6A6774AF-825E-45AA-8B87-47C9687C55B5}" destId="{6DA4D27A-21E2-4172-916D-644FFF426115}" srcOrd="0" destOrd="0" presId="urn:microsoft.com/office/officeart/2016/7/layout/BasicLinearProcessNumbered"/>
    <dgm:cxn modelId="{930F0032-D99A-474C-9BD2-647DE86ED723}" type="presParOf" srcId="{6DA4D27A-21E2-4172-916D-644FFF426115}" destId="{0F634DE8-6612-4C65-A558-1893800FC597}" srcOrd="0" destOrd="0" presId="urn:microsoft.com/office/officeart/2016/7/layout/BasicLinearProcessNumbered"/>
    <dgm:cxn modelId="{97691FAD-A1C8-4E21-AA97-74787D27E880}" type="presParOf" srcId="{0F634DE8-6612-4C65-A558-1893800FC597}" destId="{56931365-571C-4179-AA50-771E91387950}" srcOrd="0" destOrd="0" presId="urn:microsoft.com/office/officeart/2016/7/layout/BasicLinearProcessNumbered"/>
    <dgm:cxn modelId="{5AE16A35-A22F-429E-8FAD-B5F9E6D2EDB6}" type="presParOf" srcId="{0F634DE8-6612-4C65-A558-1893800FC597}" destId="{7C513828-2031-4BC9-9E6F-A353ED8EFC8C}" srcOrd="1" destOrd="0" presId="urn:microsoft.com/office/officeart/2016/7/layout/BasicLinearProcessNumbered"/>
    <dgm:cxn modelId="{64F81228-A04A-4F89-AC78-61258704CDF2}" type="presParOf" srcId="{0F634DE8-6612-4C65-A558-1893800FC597}" destId="{9368F0B3-D95D-4CF8-8727-9B9B024C0CB5}" srcOrd="2" destOrd="0" presId="urn:microsoft.com/office/officeart/2016/7/layout/BasicLinearProcessNumbered"/>
    <dgm:cxn modelId="{9F5628FE-F26F-43D8-AAAF-84EB5D51F942}" type="presParOf" srcId="{0F634DE8-6612-4C65-A558-1893800FC597}" destId="{87E527B3-2E60-4CD6-8228-E8240629B225}" srcOrd="3" destOrd="0" presId="urn:microsoft.com/office/officeart/2016/7/layout/BasicLinearProcessNumbered"/>
    <dgm:cxn modelId="{8549D80B-956D-4DD5-9E3F-6CBB89E01950}" type="presParOf" srcId="{6DA4D27A-21E2-4172-916D-644FFF426115}" destId="{8B47B36A-EB13-4347-B0DF-32C9C72712CB}" srcOrd="1" destOrd="0" presId="urn:microsoft.com/office/officeart/2016/7/layout/BasicLinearProcessNumbered"/>
    <dgm:cxn modelId="{DF61A56A-CF05-4192-84AB-DC3B4BA4F599}" type="presParOf" srcId="{6DA4D27A-21E2-4172-916D-644FFF426115}" destId="{B2A6A867-59E6-4E6C-8665-6A6BFF81D104}" srcOrd="2" destOrd="0" presId="urn:microsoft.com/office/officeart/2016/7/layout/BasicLinearProcessNumbered"/>
    <dgm:cxn modelId="{627D101B-C21C-4AD3-A74B-DF5183B0A40B}" type="presParOf" srcId="{B2A6A867-59E6-4E6C-8665-6A6BFF81D104}" destId="{AB1836A3-9FFC-4BEE-A516-F4EB9A5ADE76}" srcOrd="0" destOrd="0" presId="urn:microsoft.com/office/officeart/2016/7/layout/BasicLinearProcessNumbered"/>
    <dgm:cxn modelId="{F286B23A-3392-4D73-82AB-5A7025E551BD}" type="presParOf" srcId="{B2A6A867-59E6-4E6C-8665-6A6BFF81D104}" destId="{E2203060-C78B-47B1-97CB-82224770F2E3}" srcOrd="1" destOrd="0" presId="urn:microsoft.com/office/officeart/2016/7/layout/BasicLinearProcessNumbered"/>
    <dgm:cxn modelId="{2733B0B4-F592-4268-825B-FA2C5F124CFD}" type="presParOf" srcId="{B2A6A867-59E6-4E6C-8665-6A6BFF81D104}" destId="{C6E13E41-F6DE-4AA9-82E5-D24DC45A326D}" srcOrd="2" destOrd="0" presId="urn:microsoft.com/office/officeart/2016/7/layout/BasicLinearProcessNumbered"/>
    <dgm:cxn modelId="{08AE92D5-4C97-4ACC-9D15-F4D65E49878B}" type="presParOf" srcId="{B2A6A867-59E6-4E6C-8665-6A6BFF81D104}" destId="{A48EF06D-08AA-45E6-81CB-4F29C0E1D634}" srcOrd="3" destOrd="0" presId="urn:microsoft.com/office/officeart/2016/7/layout/BasicLinearProcessNumbered"/>
    <dgm:cxn modelId="{78BA2F15-333B-4923-9213-1E3183B98F8F}" type="presParOf" srcId="{6DA4D27A-21E2-4172-916D-644FFF426115}" destId="{12718E0F-A3B8-47A9-AE54-DD002BC1EA54}" srcOrd="3" destOrd="0" presId="urn:microsoft.com/office/officeart/2016/7/layout/BasicLinearProcessNumbered"/>
    <dgm:cxn modelId="{CE91D6AD-CC41-43B9-9DEF-40F5C865F598}" type="presParOf" srcId="{6DA4D27A-21E2-4172-916D-644FFF426115}" destId="{A3896C6F-97B3-4A76-BE85-8E0D31792B18}" srcOrd="4" destOrd="0" presId="urn:microsoft.com/office/officeart/2016/7/layout/BasicLinearProcessNumbered"/>
    <dgm:cxn modelId="{6C47A313-AB2D-45EA-8000-F1C08D64AD91}" type="presParOf" srcId="{A3896C6F-97B3-4A76-BE85-8E0D31792B18}" destId="{F065BD50-C806-4E70-8F48-DBF89A3CBEE4}" srcOrd="0" destOrd="0" presId="urn:microsoft.com/office/officeart/2016/7/layout/BasicLinearProcessNumbered"/>
    <dgm:cxn modelId="{4882DA23-F451-442F-B0F2-D7D5C00FBB84}" type="presParOf" srcId="{A3896C6F-97B3-4A76-BE85-8E0D31792B18}" destId="{EF404E66-4DC5-4053-A2D9-CBBCCC287FD0}" srcOrd="1" destOrd="0" presId="urn:microsoft.com/office/officeart/2016/7/layout/BasicLinearProcessNumbered"/>
    <dgm:cxn modelId="{E9908288-DA4F-44C2-9F35-632E17D43868}" type="presParOf" srcId="{A3896C6F-97B3-4A76-BE85-8E0D31792B18}" destId="{0C9AB72A-7A58-4B2F-B769-9832A53FDA67}" srcOrd="2" destOrd="0" presId="urn:microsoft.com/office/officeart/2016/7/layout/BasicLinearProcessNumbered"/>
    <dgm:cxn modelId="{64BED19E-63DC-49C8-BF80-BB057B4AFD3F}" type="presParOf" srcId="{A3896C6F-97B3-4A76-BE85-8E0D31792B18}" destId="{0C8BE296-9BB7-45C2-A7D1-A964B304844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17ADE8-ED49-475D-B7D7-19F91E447A8A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01EEA788-C230-4AC2-83A4-C3427DBBF8D7}">
      <dgm:prSet/>
      <dgm:spPr/>
      <dgm:t>
        <a:bodyPr/>
        <a:lstStyle/>
        <a:p>
          <a:r>
            <a:rPr lang="es-ES"/>
            <a:t>No se trata de elegir un modelo por moda.</a:t>
          </a:r>
          <a:br>
            <a:rPr lang="es-ES"/>
          </a:br>
          <a:r>
            <a:rPr lang="es-ES"/>
            <a:t> Se trata de entender qué tipo de riesgo están gestionando.</a:t>
          </a:r>
          <a:endParaRPr lang="en-US"/>
        </a:p>
      </dgm:t>
    </dgm:pt>
    <dgm:pt modelId="{F9E60C46-9813-402D-8385-D67B3CDFAEB7}" type="parTrans" cxnId="{0D304C6E-322C-4627-BA84-2A0BFFF32B6C}">
      <dgm:prSet/>
      <dgm:spPr/>
      <dgm:t>
        <a:bodyPr/>
        <a:lstStyle/>
        <a:p>
          <a:endParaRPr lang="en-US"/>
        </a:p>
      </dgm:t>
    </dgm:pt>
    <dgm:pt modelId="{9A1FCD14-0389-4A49-BD2E-7B16C2DF5A2D}" type="sibTrans" cxnId="{0D304C6E-322C-4627-BA84-2A0BFFF32B6C}">
      <dgm:prSet/>
      <dgm:spPr/>
      <dgm:t>
        <a:bodyPr/>
        <a:lstStyle/>
        <a:p>
          <a:endParaRPr lang="en-US"/>
        </a:p>
      </dgm:t>
    </dgm:pt>
    <dgm:pt modelId="{691ED143-EB23-4EEB-8ED3-D9DE8ECA4348}">
      <dgm:prSet/>
      <dgm:spPr/>
      <dgm:t>
        <a:bodyPr/>
        <a:lstStyle/>
        <a:p>
          <a:r>
            <a:rPr lang="es-ES"/>
            <a:t>La ingeniería de software en la empresa real es, ante todo, gestión inteligente del riesgo.</a:t>
          </a:r>
          <a:endParaRPr lang="en-US"/>
        </a:p>
      </dgm:t>
    </dgm:pt>
    <dgm:pt modelId="{DF21EA0D-A5AC-4ECE-A06D-65AF1E28FAC9}" type="parTrans" cxnId="{E68F48A5-58C0-477D-B36F-F00EDAFDFA34}">
      <dgm:prSet/>
      <dgm:spPr/>
      <dgm:t>
        <a:bodyPr/>
        <a:lstStyle/>
        <a:p>
          <a:endParaRPr lang="en-US"/>
        </a:p>
      </dgm:t>
    </dgm:pt>
    <dgm:pt modelId="{D3E3933F-FC3D-434E-A4E8-4A5E7D16286B}" type="sibTrans" cxnId="{E68F48A5-58C0-477D-B36F-F00EDAFDFA34}">
      <dgm:prSet/>
      <dgm:spPr/>
      <dgm:t>
        <a:bodyPr/>
        <a:lstStyle/>
        <a:p>
          <a:endParaRPr lang="en-US"/>
        </a:p>
      </dgm:t>
    </dgm:pt>
    <dgm:pt modelId="{7DD1902D-E41D-47D8-A2C3-0987356EC37E}" type="pres">
      <dgm:prSet presAssocID="{8C17ADE8-ED49-475D-B7D7-19F91E447A8A}" presName="diagram" presStyleCnt="0">
        <dgm:presLayoutVars>
          <dgm:dir/>
          <dgm:resizeHandles val="exact"/>
        </dgm:presLayoutVars>
      </dgm:prSet>
      <dgm:spPr/>
    </dgm:pt>
    <dgm:pt modelId="{8608563B-BEFB-4019-87B9-F7AD6F26B88A}" type="pres">
      <dgm:prSet presAssocID="{01EEA788-C230-4AC2-83A4-C3427DBBF8D7}" presName="node" presStyleLbl="node1" presStyleIdx="0" presStyleCnt="2">
        <dgm:presLayoutVars>
          <dgm:bulletEnabled val="1"/>
        </dgm:presLayoutVars>
      </dgm:prSet>
      <dgm:spPr/>
    </dgm:pt>
    <dgm:pt modelId="{37F71DC7-DB00-4FE0-B333-ECED40B50A2B}" type="pres">
      <dgm:prSet presAssocID="{9A1FCD14-0389-4A49-BD2E-7B16C2DF5A2D}" presName="sibTrans" presStyleCnt="0"/>
      <dgm:spPr/>
    </dgm:pt>
    <dgm:pt modelId="{3B0A4ED8-ACF6-4B76-8482-47F969BEA45D}" type="pres">
      <dgm:prSet presAssocID="{691ED143-EB23-4EEB-8ED3-D9DE8ECA4348}" presName="node" presStyleLbl="node1" presStyleIdx="1" presStyleCnt="2">
        <dgm:presLayoutVars>
          <dgm:bulletEnabled val="1"/>
        </dgm:presLayoutVars>
      </dgm:prSet>
      <dgm:spPr/>
    </dgm:pt>
  </dgm:ptLst>
  <dgm:cxnLst>
    <dgm:cxn modelId="{9673C911-B882-4669-BDE3-68DA79337CA7}" type="presOf" srcId="{8C17ADE8-ED49-475D-B7D7-19F91E447A8A}" destId="{7DD1902D-E41D-47D8-A2C3-0987356EC37E}" srcOrd="0" destOrd="0" presId="urn:microsoft.com/office/officeart/2005/8/layout/default"/>
    <dgm:cxn modelId="{0D304C6E-322C-4627-BA84-2A0BFFF32B6C}" srcId="{8C17ADE8-ED49-475D-B7D7-19F91E447A8A}" destId="{01EEA788-C230-4AC2-83A4-C3427DBBF8D7}" srcOrd="0" destOrd="0" parTransId="{F9E60C46-9813-402D-8385-D67B3CDFAEB7}" sibTransId="{9A1FCD14-0389-4A49-BD2E-7B16C2DF5A2D}"/>
    <dgm:cxn modelId="{E68F48A5-58C0-477D-B36F-F00EDAFDFA34}" srcId="{8C17ADE8-ED49-475D-B7D7-19F91E447A8A}" destId="{691ED143-EB23-4EEB-8ED3-D9DE8ECA4348}" srcOrd="1" destOrd="0" parTransId="{DF21EA0D-A5AC-4ECE-A06D-65AF1E28FAC9}" sibTransId="{D3E3933F-FC3D-434E-A4E8-4A5E7D16286B}"/>
    <dgm:cxn modelId="{C713B5D6-E19B-4D36-B504-9DED5AD65F6A}" type="presOf" srcId="{01EEA788-C230-4AC2-83A4-C3427DBBF8D7}" destId="{8608563B-BEFB-4019-87B9-F7AD6F26B88A}" srcOrd="0" destOrd="0" presId="urn:microsoft.com/office/officeart/2005/8/layout/default"/>
    <dgm:cxn modelId="{F221DDEF-F09B-4762-BFA7-2A20D9DC05A8}" type="presOf" srcId="{691ED143-EB23-4EEB-8ED3-D9DE8ECA4348}" destId="{3B0A4ED8-ACF6-4B76-8482-47F969BEA45D}" srcOrd="0" destOrd="0" presId="urn:microsoft.com/office/officeart/2005/8/layout/default"/>
    <dgm:cxn modelId="{547A0061-9C02-4CFE-9DB1-DFEF2F2AF566}" type="presParOf" srcId="{7DD1902D-E41D-47D8-A2C3-0987356EC37E}" destId="{8608563B-BEFB-4019-87B9-F7AD6F26B88A}" srcOrd="0" destOrd="0" presId="urn:microsoft.com/office/officeart/2005/8/layout/default"/>
    <dgm:cxn modelId="{C6CCE340-FBA4-4428-B767-017BF7CEEB20}" type="presParOf" srcId="{7DD1902D-E41D-47D8-A2C3-0987356EC37E}" destId="{37F71DC7-DB00-4FE0-B333-ECED40B50A2B}" srcOrd="1" destOrd="0" presId="urn:microsoft.com/office/officeart/2005/8/layout/default"/>
    <dgm:cxn modelId="{F80D5824-D8A1-4762-8A7F-64DC2268F87E}" type="presParOf" srcId="{7DD1902D-E41D-47D8-A2C3-0987356EC37E}" destId="{3B0A4ED8-ACF6-4B76-8482-47F969BEA45D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31365-571C-4179-AA50-771E91387950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Reduce riesgo de mala interpretación</a:t>
          </a:r>
          <a:endParaRPr lang="en-US" sz="2600" kern="1200"/>
        </a:p>
      </dsp:txBody>
      <dsp:txXfrm>
        <a:off x="0" y="1653508"/>
        <a:ext cx="3286125" cy="2610802"/>
      </dsp:txXfrm>
    </dsp:sp>
    <dsp:sp modelId="{7C513828-2031-4BC9-9E6F-A353ED8EFC8C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9368F0B3-D95D-4CF8-8727-9B9B024C0CB5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B1836A3-9FFC-4BEE-A516-F4EB9A5ADE76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Mejora comunicación con cliente</a:t>
          </a:r>
          <a:endParaRPr lang="en-US" sz="2600" kern="1200"/>
        </a:p>
      </dsp:txBody>
      <dsp:txXfrm>
        <a:off x="3614737" y="1653508"/>
        <a:ext cx="3286125" cy="2610802"/>
      </dsp:txXfrm>
    </dsp:sp>
    <dsp:sp modelId="{E2203060-C78B-47B1-97CB-82224770F2E3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C6E13E41-F6DE-4AA9-82E5-D24DC45A326D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65BD50-C806-4E70-8F48-DBF89A3CBEE4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Permite validación temprana de UX</a:t>
          </a:r>
          <a:endParaRPr lang="en-US" sz="2600" kern="1200"/>
        </a:p>
      </dsp:txBody>
      <dsp:txXfrm>
        <a:off x="7229475" y="1653508"/>
        <a:ext cx="3286125" cy="2610802"/>
      </dsp:txXfrm>
    </dsp:sp>
    <dsp:sp modelId="{EF404E66-4DC5-4053-A2D9-CBBCCC287FD0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0C9AB72A-7A58-4B2F-B769-9832A53FDA67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08563B-BEFB-4019-87B9-F7AD6F26B88A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800" kern="1200"/>
            <a:t>No se trata de elegir un modelo por moda.</a:t>
          </a:r>
          <a:br>
            <a:rPr lang="es-ES" sz="3800" kern="1200"/>
          </a:br>
          <a:r>
            <a:rPr lang="es-ES" sz="3800" kern="1200"/>
            <a:t> Se trata de entender qué tipo de riesgo están gestionando.</a:t>
          </a:r>
          <a:endParaRPr lang="en-US" sz="3800" kern="1200"/>
        </a:p>
      </dsp:txBody>
      <dsp:txXfrm>
        <a:off x="1283" y="673807"/>
        <a:ext cx="5006206" cy="3003723"/>
      </dsp:txXfrm>
    </dsp:sp>
    <dsp:sp modelId="{3B0A4ED8-ACF6-4B76-8482-47F969BEA45D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800" kern="1200"/>
            <a:t>La ingeniería de software en la empresa real es, ante todo, gestión inteligente del riesgo.</a:t>
          </a:r>
          <a:endParaRPr lang="en-US" sz="3800" kern="1200"/>
        </a:p>
      </dsp:txBody>
      <dsp:txXfrm>
        <a:off x="5508110" y="673807"/>
        <a:ext cx="5006206" cy="3003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5.000+ Desarrollo De Software Ilustraciones de Stock ...">
            <a:extLst>
              <a:ext uri="{FF2B5EF4-FFF2-40B4-BE49-F238E27FC236}">
                <a16:creationId xmlns:a16="http://schemas.microsoft.com/office/drawing/2014/main" id="{1F4D3C06-4F41-F3E1-6546-BD3ABEC73A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97" r="9992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s-ES" sz="5200"/>
              <a:t>Ingenería de Software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s-ES" sz="1700">
                <a:ea typeface="+mn-lt"/>
                <a:cs typeface="+mn-lt"/>
              </a:rPr>
              <a:t>Modelos Evolutivos: Prototipo y Espiral</a:t>
            </a:r>
          </a:p>
          <a:p>
            <a:pPr algn="l"/>
            <a:r>
              <a:rPr lang="es-ES" sz="1700">
                <a:ea typeface="+mn-lt"/>
                <a:cs typeface="+mn-lt"/>
              </a:rPr>
              <a:t>Enfoque empresarial: Gestión de incertidumbre y riesgo</a:t>
            </a:r>
            <a:endParaRPr lang="es-ES" sz="1700"/>
          </a:p>
          <a:p>
            <a:pPr algn="l"/>
            <a:r>
              <a:rPr lang="es-ES" sz="1700"/>
              <a:t>Ingeniero </a:t>
            </a:r>
            <a:r>
              <a:rPr lang="es-ES" sz="1700" err="1"/>
              <a:t>Luiferney</a:t>
            </a:r>
            <a:r>
              <a:rPr lang="es-ES" sz="1700"/>
              <a:t> Ortiz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5D787B-3BAF-4610-4F31-305C77B62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s-ES" sz="5600">
                <a:ea typeface="+mj-lt"/>
                <a:cs typeface="+mj-lt"/>
              </a:rPr>
              <a:t>Contexto Ejecutivo</a:t>
            </a:r>
            <a:endParaRPr lang="es-ES" sz="5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El ejecutivo de cuentas: funciones, requisitos y salario">
            <a:extLst>
              <a:ext uri="{FF2B5EF4-FFF2-40B4-BE49-F238E27FC236}">
                <a16:creationId xmlns:a16="http://schemas.microsoft.com/office/drawing/2014/main" id="{BDCADC12-AB63-0DE1-42A0-152668799C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69" r="8081" b="1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3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07D758-A30B-1AC7-CE38-1CA886BE6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195673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1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Imaginemos el siguiente escenario:</a:t>
            </a:r>
            <a:endParaRPr lang="es-ES" sz="1600">
              <a:solidFill>
                <a:schemeClr val="tx1">
                  <a:alpha val="80000"/>
                </a:schemeClr>
              </a:solidFill>
            </a:endParaRPr>
          </a:p>
          <a:p>
            <a:pPr>
              <a:buNone/>
            </a:pPr>
            <a:r>
              <a:rPr lang="es-ES" sz="1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Una empresa contrata a su equipo para desarrollar:</a:t>
            </a:r>
            <a:endParaRPr lang="es-ES" sz="16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1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Plataforma de pagos digitales</a:t>
            </a:r>
            <a:endParaRPr lang="es-ES" sz="16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1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Sistema médico</a:t>
            </a:r>
            <a:endParaRPr lang="es-ES" sz="16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1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Marketplace con miles de usuarios</a:t>
            </a:r>
            <a:endParaRPr lang="es-ES" sz="1600">
              <a:solidFill>
                <a:schemeClr val="tx1">
                  <a:alpha val="80000"/>
                </a:schemeClr>
              </a:solidFill>
            </a:endParaRPr>
          </a:p>
          <a:p>
            <a:pPr indent="0">
              <a:buNone/>
            </a:pPr>
            <a:r>
              <a:rPr lang="es-ES" sz="1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Pregunta:</a:t>
            </a:r>
            <a:endParaRPr lang="es-ES" sz="1600">
              <a:solidFill>
                <a:schemeClr val="tx1">
                  <a:alpha val="80000"/>
                </a:schemeClr>
              </a:solidFill>
            </a:endParaRPr>
          </a:p>
          <a:p>
            <a:pPr>
              <a:buNone/>
            </a:pPr>
            <a:r>
              <a:rPr lang="es-ES" sz="1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¿Pueden desarrollar esto con incertidumbre total?</a:t>
            </a:r>
            <a:endParaRPr lang="es-ES" sz="16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s-ES" sz="16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7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635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5219CF-616B-1E0F-2350-98D996D4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Tipos de Incertidumbre en Proyectos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753646-D84A-CCD8-14DF-9991DFF8B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En la industria existen: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Incertidumbre de negocio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Incertidumbre técnica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Incertidumbre de usuario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Incertidumbre regulatoria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Discusión rápida: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¿Cuál creen que afecta más su proyecto?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4" name="Imagen 3" descr="Qué es un proyecto exitoso? - EDAP">
            <a:extLst>
              <a:ext uri="{FF2B5EF4-FFF2-40B4-BE49-F238E27FC236}">
                <a16:creationId xmlns:a16="http://schemas.microsoft.com/office/drawing/2014/main" id="{7F4319D6-17BE-7FB0-F9B5-2CAFF9914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482665"/>
            <a:ext cx="4788505" cy="31604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7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D01A3D-172B-446F-6D20-38F7DD3D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s-ES" sz="5000"/>
              <a:t> ¿Por qué surge el Prototipo?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228AF8-DAE0-A176-A8A7-DF386E1DB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>
                <a:ea typeface="+mn-lt"/>
                <a:cs typeface="+mn-lt"/>
              </a:rPr>
              <a:t>Problema histórico:</a:t>
            </a:r>
            <a:endParaRPr lang="es-ES" sz="2400"/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El cliente decía:</a:t>
            </a:r>
            <a:br>
              <a:rPr lang="es-ES" sz="2400">
                <a:ea typeface="+mn-lt"/>
                <a:cs typeface="+mn-lt"/>
              </a:rPr>
            </a:br>
            <a:r>
              <a:rPr lang="es-ES" sz="2400">
                <a:ea typeface="+mn-lt"/>
                <a:cs typeface="+mn-lt"/>
              </a:rPr>
              <a:t> “Eso no era lo que imaginaba.”</a:t>
            </a:r>
            <a:endParaRPr lang="es-ES" sz="2400"/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El modelo en cascada no permitía validar temprano.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295783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2ECD4F-2A2B-853D-95D0-48F7B2EB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Concepto Formal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47A88-3EBC-C385-6722-958C9C79F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Modelo Prototipo: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Construir una representación temprana del sistema para: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Explorar requisitos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Validar interacción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Reducir ambigüedad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Cubos conectados con una línea roja">
            <a:extLst>
              <a:ext uri="{FF2B5EF4-FFF2-40B4-BE49-F238E27FC236}">
                <a16:creationId xmlns:a16="http://schemas.microsoft.com/office/drawing/2014/main" id="{A5463F03-CA0C-5819-E51C-A88764610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28" r="14747" b="-5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033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8DDD2A-C468-7992-DD9D-9318FC30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Tipos de Prototipo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8D6906-199E-0F6D-BED3-5702C1DB3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Desechable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Evolutivo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Comparación empresarial: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Desechable = estudio de mercado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Evolutivo = producto mínimo en evolución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Primer plano de hojas plegadas multicolores">
            <a:extLst>
              <a:ext uri="{FF2B5EF4-FFF2-40B4-BE49-F238E27FC236}">
                <a16:creationId xmlns:a16="http://schemas.microsoft.com/office/drawing/2014/main" id="{D37D5DA9-E2BB-9115-93B1-7AF828FD2B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33" r="10754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3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6175BE2-01D7-6717-3055-DC26AB34791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278" r="9085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C13E1F-57AC-17C3-09B3-966C7F43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Ventajas en Entornos Empresariales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A8EC918-1192-4666-7784-642D95204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6176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4278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FED3CB-95E4-4060-4F8D-9059384E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Riesgos del Prototipo</a:t>
            </a:r>
            <a:endParaRPr lang="es-ES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1E9813-49B9-C979-0912-3E16F9A15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Cliente cree que ya está listo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Se subestima complejidad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Se descuida arquitectura real</a:t>
            </a:r>
            <a:endParaRPr lang="es-ES" sz="2400"/>
          </a:p>
          <a:p>
            <a:pPr indent="0">
              <a:buNone/>
            </a:pPr>
            <a:r>
              <a:rPr lang="es-ES" sz="2400">
                <a:ea typeface="+mn-lt"/>
                <a:cs typeface="+mn-lt"/>
              </a:rPr>
              <a:t>Pregunta:</a:t>
            </a:r>
            <a:endParaRPr lang="es-ES" sz="2400"/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¿Un prototipo mal gestionado puede generar deuda técnica?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81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30B1E-0F7D-BF26-DB15-10920AEF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s-ES" sz="3200">
                <a:ea typeface="+mj-lt"/>
                <a:cs typeface="+mj-lt"/>
              </a:rPr>
              <a:t>Aplicación Directa al Proyecto</a:t>
            </a:r>
            <a:endParaRPr lang="es-ES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6DFF7-EC25-F484-88C4-36EF4CA21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18" r="24308" b="6250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D64732-9966-5015-8286-DEF958B10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Trabajo en equipos (10 minutos):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Identifiquen: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Parte más incierta de su sistema.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Qué tipo de prototipo aplicarían.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Qué validarían con él.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Socialización rápida.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9565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0EF47-7037-DDED-5C77-EDD15D41C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s-ES" sz="3200"/>
              <a:t>MODELO ESPIRAL</a:t>
            </a:r>
          </a:p>
        </p:txBody>
      </p:sp>
      <p:pic>
        <p:nvPicPr>
          <p:cNvPr id="5" name="Picture 4" descr="Representación en 3D de una ciudad en blanco">
            <a:extLst>
              <a:ext uri="{FF2B5EF4-FFF2-40B4-BE49-F238E27FC236}">
                <a16:creationId xmlns:a16="http://schemas.microsoft.com/office/drawing/2014/main" id="{A514E4B3-FB1E-33B8-0F1E-793CE2B89C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57" r="32020" b="3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452D71-C1B5-9536-EE92-9435721BB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Propuesto por </a:t>
            </a:r>
            <a:r>
              <a:rPr lang="es-ES" sz="2000" b="1">
                <a:ea typeface="+mn-lt"/>
                <a:cs typeface="+mn-lt"/>
              </a:rPr>
              <a:t>Barry Boehm</a:t>
            </a:r>
            <a:r>
              <a:rPr lang="es-ES" sz="2000">
                <a:ea typeface="+mn-lt"/>
                <a:cs typeface="+mn-lt"/>
              </a:rPr>
              <a:t> en 1986.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Contexto: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Proyectos militares y de alta criticidad.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Necesidad: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Gestionar riesgos antes de que destruyan el proyecto.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512636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lechas de varios colores que apuntan a diferentes direcciones">
            <a:extLst>
              <a:ext uri="{FF2B5EF4-FFF2-40B4-BE49-F238E27FC236}">
                <a16:creationId xmlns:a16="http://schemas.microsoft.com/office/drawing/2014/main" id="{403DE420-2B78-EFC8-9633-DFD15698F2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85" r="40133" b="-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13226A-BB35-B808-CF21-0AACBCC0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Concepto Central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3F6226-172F-56FD-12AB-247F4785C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La espiral no gira por fases.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Gira por riesgos.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Cada vuelta incluye: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Objetivos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Análisis de riesgo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Desarrollo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Evaluación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981861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C39003-1D29-6706-AC70-40A7732B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  <a:ea typeface="+mj-lt"/>
                <a:cs typeface="+mj-lt"/>
              </a:rPr>
              <a:t>Tipos de Riesgo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DCD4C5-CD69-16AF-FC27-0E509D186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9" y="3100283"/>
            <a:ext cx="9889788" cy="307667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Técnico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Financiero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Operacional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De mercado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Legal</a:t>
            </a:r>
            <a:endParaRPr lang="es-ES" sz="2200"/>
          </a:p>
          <a:p>
            <a:pPr indent="0">
              <a:buNone/>
            </a:pPr>
            <a:r>
              <a:rPr lang="es-ES" sz="2200">
                <a:ea typeface="+mn-lt"/>
                <a:cs typeface="+mn-lt"/>
              </a:rPr>
              <a:t>Pregunta:</a:t>
            </a:r>
            <a:endParaRPr lang="es-ES" sz="2200"/>
          </a:p>
          <a:p>
            <a:pPr>
              <a:buNone/>
            </a:pPr>
            <a:r>
              <a:rPr lang="es-ES" sz="2200">
                <a:ea typeface="+mn-lt"/>
                <a:cs typeface="+mn-lt"/>
              </a:rPr>
              <a:t>¿Cuál podría ser el riesgo más grande de su proyecto?</a:t>
            </a:r>
            <a:endParaRPr lang="es-ES" sz="2200"/>
          </a:p>
          <a:p>
            <a:pPr marL="0" indent="0">
              <a:buNone/>
            </a:pPr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1424250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8FF3A5-0EFD-4842-6F02-12068BAB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1889135"/>
          </a:xfrm>
        </p:spPr>
        <p:txBody>
          <a:bodyPr anchor="b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Ejemplo Empresarial Real</a:t>
            </a:r>
            <a:endParaRPr lang="es-ES" sz="4800"/>
          </a:p>
        </p:txBody>
      </p:sp>
      <p:pic>
        <p:nvPicPr>
          <p:cNvPr id="4" name="Imagen 3" descr="Gestión empresarial: 7 claves para optimizarla - STEL Order">
            <a:extLst>
              <a:ext uri="{FF2B5EF4-FFF2-40B4-BE49-F238E27FC236}">
                <a16:creationId xmlns:a16="http://schemas.microsoft.com/office/drawing/2014/main" id="{D4F82514-7F88-50FD-BB02-C5C67476E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07" y="1900318"/>
            <a:ext cx="5468347" cy="3048603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6DA9A0-03D6-F885-5924-A687DAA00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016" y="2965592"/>
            <a:ext cx="4589328" cy="298739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1800">
                <a:ea typeface="+mn-lt"/>
                <a:cs typeface="+mn-lt"/>
              </a:rPr>
              <a:t>Si desarrollan:</a:t>
            </a:r>
            <a:endParaRPr lang="es-ES" sz="1800"/>
          </a:p>
          <a:p>
            <a:pPr>
              <a:buFont typeface="Arial"/>
              <a:buChar char="•"/>
            </a:pPr>
            <a:r>
              <a:rPr lang="es-ES" sz="1800">
                <a:ea typeface="+mn-lt"/>
                <a:cs typeface="+mn-lt"/>
              </a:rPr>
              <a:t>Sistema bancario → riesgo regulatorio</a:t>
            </a:r>
            <a:endParaRPr lang="es-ES" sz="1800"/>
          </a:p>
          <a:p>
            <a:pPr>
              <a:buFont typeface="Arial"/>
              <a:buChar char="•"/>
            </a:pPr>
            <a:r>
              <a:rPr lang="es-ES" sz="1800">
                <a:ea typeface="+mn-lt"/>
                <a:cs typeface="+mn-lt"/>
              </a:rPr>
              <a:t>App médica → riesgo legal</a:t>
            </a:r>
            <a:endParaRPr lang="es-ES" sz="1800"/>
          </a:p>
          <a:p>
            <a:pPr>
              <a:buFont typeface="Arial"/>
              <a:buChar char="•"/>
            </a:pPr>
            <a:r>
              <a:rPr lang="es-ES" sz="1800">
                <a:ea typeface="+mn-lt"/>
                <a:cs typeface="+mn-lt"/>
              </a:rPr>
              <a:t>Marketplace → riesgo de escalabilidad</a:t>
            </a:r>
            <a:endParaRPr lang="es-ES" sz="1800"/>
          </a:p>
          <a:p>
            <a:pPr indent="0">
              <a:buNone/>
            </a:pPr>
            <a:r>
              <a:rPr lang="es-ES" sz="1800">
                <a:ea typeface="+mn-lt"/>
                <a:cs typeface="+mn-lt"/>
              </a:rPr>
              <a:t>Discusión estratégica.</a:t>
            </a:r>
            <a:endParaRPr lang="es-ES" sz="1800"/>
          </a:p>
          <a:p>
            <a:pPr marL="0" indent="0">
              <a:buNone/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2328351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2E15FE-18EB-FBE3-3A3F-C665B373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s-ES" sz="3600">
                <a:ea typeface="+mj-lt"/>
                <a:cs typeface="+mj-lt"/>
              </a:rPr>
              <a:t>Ventajas Empresariales del Modelo Espiral</a:t>
            </a:r>
            <a:endParaRPr lang="es-ES" sz="36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BAB609-B14D-FD0E-B4C5-FC7685FF2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Reduce probabilidad de fracaso total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Permite cancelación temprana si el riesgo es alto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Protege inversión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79847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2D0E93-6948-640D-DA29-5280BEF74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es-ES">
                <a:ea typeface="+mj-lt"/>
                <a:cs typeface="+mj-lt"/>
              </a:rPr>
              <a:t>Desventajas</a:t>
            </a:r>
            <a:endParaRPr lang="es-E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39E49F-E324-5CC1-4607-36F58F64B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207" y="2752316"/>
            <a:ext cx="8309586" cy="275684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Costoso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Complejo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Requiere expertos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No ideal para proyectos pequeños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392183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68A022-46D1-5D7A-89BD-D65ED146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Simulación Ejecutiva</a:t>
            </a:r>
            <a:endParaRPr lang="es-ES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92875E-FEB0-6A7B-2EB2-B60DE98BC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400">
                <a:ea typeface="+mn-lt"/>
                <a:cs typeface="+mn-lt"/>
              </a:rPr>
              <a:t>Cada equipo actúa como:</a:t>
            </a:r>
            <a:endParaRPr lang="es-ES" sz="2400"/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Oficina de Arquitectura Corporativa.</a:t>
            </a:r>
            <a:endParaRPr lang="es-ES" sz="2400"/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Deben responder: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¿Qué riesgos enfrenta su proyecto?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¿Qué modelo (Prototipo o Espiral) ayudaría más?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¿Por qué?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765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015997-D50F-063C-4481-701014A7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5400">
                <a:ea typeface="+mj-lt"/>
                <a:cs typeface="+mj-lt"/>
              </a:rPr>
              <a:t>Conexión con Arquitectura</a:t>
            </a:r>
            <a:endParaRPr lang="es-E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0B9D82-E33E-EC77-7866-10D64D9C7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Un proyecto con alto riesgo necesita: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Arquitectura flexible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Separación clara de responsabilidades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Capacidad de adaptación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Pregunta final: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¿Su arquitectura actual soporta incertidumbre?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Detalle de la fachada de arquitectura moderna">
            <a:extLst>
              <a:ext uri="{FF2B5EF4-FFF2-40B4-BE49-F238E27FC236}">
                <a16:creationId xmlns:a16="http://schemas.microsoft.com/office/drawing/2014/main" id="{70992530-657B-F2DA-983F-8492741E0A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49" r="-3" b="-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96308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B02F1D-972B-2044-97AE-94CD06A51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5400">
                <a:ea typeface="+mj-lt"/>
                <a:cs typeface="+mj-lt"/>
              </a:rPr>
              <a:t>Conexión con lo que viene</a:t>
            </a:r>
            <a:endParaRPr lang="es-E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DCD7E9-67F2-F56F-1B91-4F4CB0047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200">
                <a:ea typeface="+mn-lt"/>
                <a:cs typeface="+mn-lt"/>
              </a:rPr>
              <a:t>La industria evolucionó porque: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Necesitaba iterar.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Necesitaba adaptarse.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Necesitaba reducir riesgo sin frenar innovación.</a:t>
            </a:r>
            <a:endParaRPr lang="es-ES" sz="2200"/>
          </a:p>
          <a:p>
            <a:pPr indent="0">
              <a:buNone/>
            </a:pPr>
            <a:r>
              <a:rPr lang="es-ES" sz="2200">
                <a:ea typeface="+mn-lt"/>
                <a:cs typeface="+mn-lt"/>
              </a:rPr>
              <a:t>La próxima clase veremos cómo los modelos Incremental e Iterativo acercan la industria hacia lo ágil.</a:t>
            </a:r>
            <a:endParaRPr lang="es-ES" sz="2200"/>
          </a:p>
          <a:p>
            <a:pPr marL="0" indent="0">
              <a:buNone/>
            </a:pPr>
            <a:endParaRPr lang="es-ES" sz="2200"/>
          </a:p>
        </p:txBody>
      </p:sp>
      <p:pic>
        <p:nvPicPr>
          <p:cNvPr id="5" name="Picture 4" descr="Primer plano de unos engranajes">
            <a:extLst>
              <a:ext uri="{FF2B5EF4-FFF2-40B4-BE49-F238E27FC236}">
                <a16:creationId xmlns:a16="http://schemas.microsoft.com/office/drawing/2014/main" id="{84A69B6C-4F72-7B18-B46A-9DE5F4464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1" r="22044" b="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56209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310DB-0539-CC28-C800-E37471EB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Conclusión</a:t>
            </a:r>
            <a:endParaRPr lang="es-ES"/>
          </a:p>
        </p:txBody>
      </p: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C80071BF-9473-8518-8E25-457A3E97A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30977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6793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Análisis empresarial: Qué es, por qué utilizarlo y pasos a seguir">
            <a:extLst>
              <a:ext uri="{FF2B5EF4-FFF2-40B4-BE49-F238E27FC236}">
                <a16:creationId xmlns:a16="http://schemas.microsoft.com/office/drawing/2014/main" id="{2F627525-68D3-1BF1-9696-BE19E9FC38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53" r="2" b="2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4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9C9AFA-DE56-F283-CED0-6184CEA8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Mensaje del día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DF22EF-BA88-24D3-B048-6E306A5CE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000">
                <a:ea typeface="+mn-lt"/>
                <a:cs typeface="+mn-lt"/>
              </a:rPr>
              <a:t>“Las empresas no fracasan por falta de código.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Fracasan por no entender el riesgo que están asumiendo.”</a:t>
            </a: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699340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Tema de Office</vt:lpstr>
      <vt:lpstr>Ingenería de Software</vt:lpstr>
      <vt:lpstr>Contexto Ejecutivo</vt:lpstr>
      <vt:lpstr>Tipos de Incertidumbre en Proyectos</vt:lpstr>
      <vt:lpstr> ¿Por qué surge el Prototipo?</vt:lpstr>
      <vt:lpstr>Concepto Formal</vt:lpstr>
      <vt:lpstr>Tipos de Prototipo</vt:lpstr>
      <vt:lpstr>Ventajas en Entornos Empresariales</vt:lpstr>
      <vt:lpstr>Riesgos del Prototipo</vt:lpstr>
      <vt:lpstr>Aplicación Directa al Proyecto</vt:lpstr>
      <vt:lpstr>MODELO ESPIRAL</vt:lpstr>
      <vt:lpstr>Concepto Central</vt:lpstr>
      <vt:lpstr>Tipos de Riesgo</vt:lpstr>
      <vt:lpstr>Ejemplo Empresarial Real</vt:lpstr>
      <vt:lpstr>Ventajas Empresariales del Modelo Espiral</vt:lpstr>
      <vt:lpstr>Desventajas</vt:lpstr>
      <vt:lpstr>Simulación Ejecutiva</vt:lpstr>
      <vt:lpstr>Conexión con Arquitectura</vt:lpstr>
      <vt:lpstr>Conexión con lo que viene</vt:lpstr>
      <vt:lpstr>Conclusión</vt:lpstr>
      <vt:lpstr>Mensaje del día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108</cp:revision>
  <dcterms:created xsi:type="dcterms:W3CDTF">2026-03-02T01:22:52Z</dcterms:created>
  <dcterms:modified xsi:type="dcterms:W3CDTF">2026-03-02T01:48:19Z</dcterms:modified>
</cp:coreProperties>
</file>