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72915A-76D1-3E6B-A88C-1BD6968E23FC}" v="187" dt="2026-03-02T02:07:15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FERNEY ORTIZ PARRA" userId="S::luiferneyortiz@ucundinamarca.edu.co::311f1f2d-e9a2-4bc8-96ab-a2f2d284c8a5" providerId="AD" clId="Web-{FC72915A-76D1-3E6B-A88C-1BD6968E23FC}"/>
    <pc:docChg chg="addSld modSld">
      <pc:chgData name="LUIFERNEY ORTIZ PARRA" userId="S::luiferneyortiz@ucundinamarca.edu.co::311f1f2d-e9a2-4bc8-96ab-a2f2d284c8a5" providerId="AD" clId="Web-{FC72915A-76D1-3E6B-A88C-1BD6968E23FC}" dt="2026-03-02T02:07:21.516" v="215"/>
      <pc:docMkLst>
        <pc:docMk/>
      </pc:docMkLst>
      <pc:sldChg chg="addSp delSp modSp mod setBg setClrOvrMap">
        <pc:chgData name="LUIFERNEY ORTIZ PARRA" userId="S::luiferneyortiz@ucundinamarca.edu.co::311f1f2d-e9a2-4bc8-96ab-a2f2d284c8a5" providerId="AD" clId="Web-{FC72915A-76D1-3E6B-A88C-1BD6968E23FC}" dt="2026-03-02T02:00:21.051" v="184"/>
        <pc:sldMkLst>
          <pc:docMk/>
          <pc:sldMk cId="2406273178" sldId="256"/>
        </pc:sldMkLst>
        <pc:spChg chg="mod">
          <ac:chgData name="LUIFERNEY ORTIZ PARRA" userId="S::luiferneyortiz@ucundinamarca.edu.co::311f1f2d-e9a2-4bc8-96ab-a2f2d284c8a5" providerId="AD" clId="Web-{FC72915A-76D1-3E6B-A88C-1BD6968E23FC}" dt="2026-03-02T01:59:38.832" v="176" actId="1076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0:21.051" v="184"/>
          <ac:spMkLst>
            <pc:docMk/>
            <pc:sldMk cId="2406273178" sldId="256"/>
            <ac:spMk id="3" creationId="{00000000-0000-0000-0000-000000000000}"/>
          </ac:spMkLst>
        </pc:spChg>
        <pc:spChg chg="add del">
          <ac:chgData name="LUIFERNEY ORTIZ PARRA" userId="S::luiferneyortiz@ucundinamarca.edu.co::311f1f2d-e9a2-4bc8-96ab-a2f2d284c8a5" providerId="AD" clId="Web-{FC72915A-76D1-3E6B-A88C-1BD6968E23FC}" dt="2026-03-02T01:59:19.738" v="171"/>
          <ac:spMkLst>
            <pc:docMk/>
            <pc:sldMk cId="2406273178" sldId="256"/>
            <ac:spMk id="9" creationId="{8F90786E-B72D-4C32-BDCE-A170B007822D}"/>
          </ac:spMkLst>
        </pc:spChg>
        <pc:spChg chg="add del">
          <ac:chgData name="LUIFERNEY ORTIZ PARRA" userId="S::luiferneyortiz@ucundinamarca.edu.co::311f1f2d-e9a2-4bc8-96ab-a2f2d284c8a5" providerId="AD" clId="Web-{FC72915A-76D1-3E6B-A88C-1BD6968E23FC}" dt="2026-03-02T01:59:19.738" v="171"/>
          <ac:spMkLst>
            <pc:docMk/>
            <pc:sldMk cId="2406273178" sldId="256"/>
            <ac:spMk id="11" creationId="{5E46F2E7-848F-4A6C-A098-4764FDEA771A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1:59:19.769" v="172"/>
          <ac:spMkLst>
            <pc:docMk/>
            <pc:sldMk cId="2406273178" sldId="256"/>
            <ac:spMk id="13" creationId="{71B2258F-86CA-4D4D-8270-BC05FCDEBFB3}"/>
          </ac:spMkLst>
        </pc:spChg>
        <pc:picChg chg="add mod ord">
          <ac:chgData name="LUIFERNEY ORTIZ PARRA" userId="S::luiferneyortiz@ucundinamarca.edu.co::311f1f2d-e9a2-4bc8-96ab-a2f2d284c8a5" providerId="AD" clId="Web-{FC72915A-76D1-3E6B-A88C-1BD6968E23FC}" dt="2026-03-02T01:59:58.816" v="180" actId="1076"/>
          <ac:picMkLst>
            <pc:docMk/>
            <pc:sldMk cId="2406273178" sldId="256"/>
            <ac:picMk id="4" creationId="{B2FEBCD3-4A1A-3716-EB2B-491C7EE05824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0:31.020" v="185"/>
        <pc:sldMkLst>
          <pc:docMk/>
          <pc:sldMk cId="1760031911" sldId="257"/>
        </pc:sldMkLst>
        <pc:spChg chg="mod">
          <ac:chgData name="LUIFERNEY ORTIZ PARRA" userId="S::luiferneyortiz@ucundinamarca.edu.co::311f1f2d-e9a2-4bc8-96ab-a2f2d284c8a5" providerId="AD" clId="Web-{FC72915A-76D1-3E6B-A88C-1BD6968E23FC}" dt="2026-03-02T02:00:31.020" v="185"/>
          <ac:spMkLst>
            <pc:docMk/>
            <pc:sldMk cId="1760031911" sldId="257"/>
            <ac:spMk id="2" creationId="{37A6B478-A712-B082-962D-BCFA72462B31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0:31.020" v="185"/>
          <ac:spMkLst>
            <pc:docMk/>
            <pc:sldMk cId="1760031911" sldId="257"/>
            <ac:spMk id="3" creationId="{9A20403C-B844-6AEF-3E85-5BF1EAA9346D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0:31.020" v="185"/>
          <ac:spMkLst>
            <pc:docMk/>
            <pc:sldMk cId="1760031911" sldId="257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0:31.020" v="185"/>
          <ac:spMkLst>
            <pc:docMk/>
            <pc:sldMk cId="1760031911" sldId="257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FC72915A-76D1-3E6B-A88C-1BD6968E23FC}" dt="2026-03-02T02:00:31.020" v="185"/>
          <ac:picMkLst>
            <pc:docMk/>
            <pc:sldMk cId="1760031911" sldId="257"/>
            <ac:picMk id="5" creationId="{B0194DD6-062F-404D-BAB3-FBD4A598F1FA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1:07.411" v="187"/>
        <pc:sldMkLst>
          <pc:docMk/>
          <pc:sldMk cId="4059341949" sldId="258"/>
        </pc:sldMkLst>
        <pc:spChg chg="mod">
          <ac:chgData name="LUIFERNEY ORTIZ PARRA" userId="S::luiferneyortiz@ucundinamarca.edu.co::311f1f2d-e9a2-4bc8-96ab-a2f2d284c8a5" providerId="AD" clId="Web-{FC72915A-76D1-3E6B-A88C-1BD6968E23FC}" dt="2026-03-02T02:01:07.411" v="187"/>
          <ac:spMkLst>
            <pc:docMk/>
            <pc:sldMk cId="4059341949" sldId="258"/>
            <ac:spMk id="2" creationId="{53AE6AF0-4C7F-2AB7-5B2D-D381FAE36CE7}"/>
          </ac:spMkLst>
        </pc:spChg>
        <pc:spChg chg="mod ord">
          <ac:chgData name="LUIFERNEY ORTIZ PARRA" userId="S::luiferneyortiz@ucundinamarca.edu.co::311f1f2d-e9a2-4bc8-96ab-a2f2d284c8a5" providerId="AD" clId="Web-{FC72915A-76D1-3E6B-A88C-1BD6968E23FC}" dt="2026-03-02T02:01:07.411" v="187"/>
          <ac:spMkLst>
            <pc:docMk/>
            <pc:sldMk cId="4059341949" sldId="258"/>
            <ac:spMk id="3" creationId="{6712EE7C-55A1-EB9B-B5D0-C09ECBFAFC5A}"/>
          </ac:spMkLst>
        </pc:spChg>
        <pc:picChg chg="add mod">
          <ac:chgData name="LUIFERNEY ORTIZ PARRA" userId="S::luiferneyortiz@ucundinamarca.edu.co::311f1f2d-e9a2-4bc8-96ab-a2f2d284c8a5" providerId="AD" clId="Web-{FC72915A-76D1-3E6B-A88C-1BD6968E23FC}" dt="2026-03-02T02:01:07.411" v="187"/>
          <ac:picMkLst>
            <pc:docMk/>
            <pc:sldMk cId="4059341949" sldId="258"/>
            <ac:picMk id="4" creationId="{9D9A0526-8671-F096-41E7-A0D53F5978E7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1:38.192" v="189"/>
        <pc:sldMkLst>
          <pc:docMk/>
          <pc:sldMk cId="3519291519" sldId="259"/>
        </pc:sldMkLst>
        <pc:spChg chg="mod">
          <ac:chgData name="LUIFERNEY ORTIZ PARRA" userId="S::luiferneyortiz@ucundinamarca.edu.co::311f1f2d-e9a2-4bc8-96ab-a2f2d284c8a5" providerId="AD" clId="Web-{FC72915A-76D1-3E6B-A88C-1BD6968E23FC}" dt="2026-03-02T02:01:38.192" v="189"/>
          <ac:spMkLst>
            <pc:docMk/>
            <pc:sldMk cId="3519291519" sldId="259"/>
            <ac:spMk id="2" creationId="{4897FA7E-79C6-ECD2-5C9B-6EA24FDDD2B2}"/>
          </ac:spMkLst>
        </pc:spChg>
        <pc:spChg chg="mod ord">
          <ac:chgData name="LUIFERNEY ORTIZ PARRA" userId="S::luiferneyortiz@ucundinamarca.edu.co::311f1f2d-e9a2-4bc8-96ab-a2f2d284c8a5" providerId="AD" clId="Web-{FC72915A-76D1-3E6B-A88C-1BD6968E23FC}" dt="2026-03-02T02:01:38.192" v="189"/>
          <ac:spMkLst>
            <pc:docMk/>
            <pc:sldMk cId="3519291519" sldId="259"/>
            <ac:spMk id="3" creationId="{D69DECB1-BA98-A450-46C3-77ED2AEEDDD1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1:38.192" v="189"/>
          <ac:spMkLst>
            <pc:docMk/>
            <pc:sldMk cId="3519291519" sldId="259"/>
            <ac:spMk id="9" creationId="{23E547B5-89CF-4EC0-96DE-25771AED0799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1:38.192" v="189"/>
          <ac:spMkLst>
            <pc:docMk/>
            <pc:sldMk cId="3519291519" sldId="259"/>
            <ac:spMk id="11" creationId="{3F0B8CEB-8279-4E5E-A0CE-1FC9F71736F2}"/>
          </ac:spMkLst>
        </pc:spChg>
        <pc:picChg chg="add mod">
          <ac:chgData name="LUIFERNEY ORTIZ PARRA" userId="S::luiferneyortiz@ucundinamarca.edu.co::311f1f2d-e9a2-4bc8-96ab-a2f2d284c8a5" providerId="AD" clId="Web-{FC72915A-76D1-3E6B-A88C-1BD6968E23FC}" dt="2026-03-02T02:01:38.192" v="189"/>
          <ac:picMkLst>
            <pc:docMk/>
            <pc:sldMk cId="3519291519" sldId="259"/>
            <ac:picMk id="4" creationId="{B9CC0BF0-CFA5-5176-C023-395447042090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1:58.583" v="190"/>
        <pc:sldMkLst>
          <pc:docMk/>
          <pc:sldMk cId="1118881057" sldId="260"/>
        </pc:sldMkLst>
        <pc:spChg chg="mod">
          <ac:chgData name="LUIFERNEY ORTIZ PARRA" userId="S::luiferneyortiz@ucundinamarca.edu.co::311f1f2d-e9a2-4bc8-96ab-a2f2d284c8a5" providerId="AD" clId="Web-{FC72915A-76D1-3E6B-A88C-1BD6968E23FC}" dt="2026-03-02T02:01:58.583" v="190"/>
          <ac:spMkLst>
            <pc:docMk/>
            <pc:sldMk cId="1118881057" sldId="260"/>
            <ac:spMk id="2" creationId="{98FF001A-37CA-A912-4BCB-7A46F5F18D6E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1:58.583" v="190"/>
          <ac:spMkLst>
            <pc:docMk/>
            <pc:sldMk cId="1118881057" sldId="260"/>
            <ac:spMk id="3" creationId="{B70B1865-93B1-ADD5-8FA7-28C7EE34A842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1:58.583" v="190"/>
          <ac:spMkLst>
            <pc:docMk/>
            <pc:sldMk cId="1118881057" sldId="260"/>
            <ac:spMk id="8" creationId="{09588DA8-065E-4F6F-8EFD-43104AB2E0CF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1:58.583" v="190"/>
          <ac:spMkLst>
            <pc:docMk/>
            <pc:sldMk cId="1118881057" sldId="260"/>
            <ac:spMk id="10" creationId="{C4285719-470E-454C-AF62-8323075F1F5B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1:58.583" v="190"/>
          <ac:spMkLst>
            <pc:docMk/>
            <pc:sldMk cId="1118881057" sldId="260"/>
            <ac:spMk id="12" creationId="{CD9FE4EF-C4D8-49A0-B2FF-81D8DB7D8A24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1:58.583" v="190"/>
          <ac:spMkLst>
            <pc:docMk/>
            <pc:sldMk cId="1118881057" sldId="260"/>
            <ac:spMk id="14" creationId="{4300840D-0A0B-4512-BACA-B439D5B9C57C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1:58.583" v="190"/>
          <ac:spMkLst>
            <pc:docMk/>
            <pc:sldMk cId="1118881057" sldId="260"/>
            <ac:spMk id="16" creationId="{D2B78728-A580-49A7-84F9-6EF6F583ADE0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1:58.583" v="190"/>
          <ac:spMkLst>
            <pc:docMk/>
            <pc:sldMk cId="1118881057" sldId="260"/>
            <ac:spMk id="18" creationId="{38FAA1A1-D861-433F-88FA-1E9D6FD31D11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1:58.583" v="190"/>
          <ac:spMkLst>
            <pc:docMk/>
            <pc:sldMk cId="1118881057" sldId="260"/>
            <ac:spMk id="20" creationId="{8D71EDA1-87BF-4D5D-AB79-F346FD19278A}"/>
          </ac:spMkLst>
        </pc:spChg>
      </pc:sldChg>
      <pc:sldChg chg="addSp delSp modSp new mod setBg">
        <pc:chgData name="LUIFERNEY ORTIZ PARRA" userId="S::luiferneyortiz@ucundinamarca.edu.co::311f1f2d-e9a2-4bc8-96ab-a2f2d284c8a5" providerId="AD" clId="Web-{FC72915A-76D1-3E6B-A88C-1BD6968E23FC}" dt="2026-03-02T02:02:08.880" v="193"/>
        <pc:sldMkLst>
          <pc:docMk/>
          <pc:sldMk cId="3172221059" sldId="261"/>
        </pc:sldMkLst>
        <pc:spChg chg="mod">
          <ac:chgData name="LUIFERNEY ORTIZ PARRA" userId="S::luiferneyortiz@ucundinamarca.edu.co::311f1f2d-e9a2-4bc8-96ab-a2f2d284c8a5" providerId="AD" clId="Web-{FC72915A-76D1-3E6B-A88C-1BD6968E23FC}" dt="2026-03-02T02:02:08.880" v="193"/>
          <ac:spMkLst>
            <pc:docMk/>
            <pc:sldMk cId="3172221059" sldId="261"/>
            <ac:spMk id="2" creationId="{3C43CF95-6CD1-BDC3-10E3-6234A07B515C}"/>
          </ac:spMkLst>
        </pc:spChg>
        <pc:spChg chg="add del mod">
          <ac:chgData name="LUIFERNEY ORTIZ PARRA" userId="S::luiferneyortiz@ucundinamarca.edu.co::311f1f2d-e9a2-4bc8-96ab-a2f2d284c8a5" providerId="AD" clId="Web-{FC72915A-76D1-3E6B-A88C-1BD6968E23FC}" dt="2026-03-02T02:02:08.880" v="193"/>
          <ac:spMkLst>
            <pc:docMk/>
            <pc:sldMk cId="3172221059" sldId="261"/>
            <ac:spMk id="3" creationId="{13CCB232-423A-5884-CE16-4B7BA89BAB6B}"/>
          </ac:spMkLst>
        </pc:spChg>
        <pc:spChg chg="add del">
          <ac:chgData name="LUIFERNEY ORTIZ PARRA" userId="S::luiferneyortiz@ucundinamarca.edu.co::311f1f2d-e9a2-4bc8-96ab-a2f2d284c8a5" providerId="AD" clId="Web-{FC72915A-76D1-3E6B-A88C-1BD6968E23FC}" dt="2026-03-02T02:02:08.849" v="192"/>
          <ac:spMkLst>
            <pc:docMk/>
            <pc:sldMk cId="3172221059" sldId="261"/>
            <ac:spMk id="9" creationId="{9DBC8166-481C-4473-95F5-9A5B9073B7F1}"/>
          </ac:spMkLst>
        </pc:spChg>
        <pc:spChg chg="add del">
          <ac:chgData name="LUIFERNEY ORTIZ PARRA" userId="S::luiferneyortiz@ucundinamarca.edu.co::311f1f2d-e9a2-4bc8-96ab-a2f2d284c8a5" providerId="AD" clId="Web-{FC72915A-76D1-3E6B-A88C-1BD6968E23FC}" dt="2026-03-02T02:02:08.849" v="192"/>
          <ac:spMkLst>
            <pc:docMk/>
            <pc:sldMk cId="3172221059" sldId="261"/>
            <ac:spMk id="11" creationId="{A5A5CE6E-90AF-4D43-A014-1F9EC83EB93D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2:08.880" v="193"/>
          <ac:spMkLst>
            <pc:docMk/>
            <pc:sldMk cId="3172221059" sldId="261"/>
            <ac:spMk id="15" creationId="{56E9B3E6-E277-4D68-BA48-9CB43FFBD6E2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2:08.880" v="193"/>
          <ac:spMkLst>
            <pc:docMk/>
            <pc:sldMk cId="3172221059" sldId="261"/>
            <ac:spMk id="16" creationId="{D5B0017B-2ECA-49AF-B397-DC140825DF8D}"/>
          </ac:spMkLst>
        </pc:spChg>
        <pc:grpChg chg="add">
          <ac:chgData name="LUIFERNEY ORTIZ PARRA" userId="S::luiferneyortiz@ucundinamarca.edu.co::311f1f2d-e9a2-4bc8-96ab-a2f2d284c8a5" providerId="AD" clId="Web-{FC72915A-76D1-3E6B-A88C-1BD6968E23FC}" dt="2026-03-02T02:02:08.880" v="193"/>
          <ac:grpSpMkLst>
            <pc:docMk/>
            <pc:sldMk cId="3172221059" sldId="261"/>
            <ac:grpSpMk id="17" creationId="{AE1C45F0-260A-458C-96ED-C1F6D2151219}"/>
          </ac:grpSpMkLst>
        </pc:grpChg>
        <pc:graphicFrameChg chg="add del">
          <ac:chgData name="LUIFERNEY ORTIZ PARRA" userId="S::luiferneyortiz@ucundinamarca.edu.co::311f1f2d-e9a2-4bc8-96ab-a2f2d284c8a5" providerId="AD" clId="Web-{FC72915A-76D1-3E6B-A88C-1BD6968E23FC}" dt="2026-03-02T02:02:08.849" v="192"/>
          <ac:graphicFrameMkLst>
            <pc:docMk/>
            <pc:sldMk cId="3172221059" sldId="261"/>
            <ac:graphicFrameMk id="5" creationId="{8C388ADA-8542-EDFA-6FB4-478C75F4ABE1}"/>
          </ac:graphicFrameMkLst>
        </pc:graphicFrameChg>
        <pc:graphicFrameChg chg="add">
          <ac:chgData name="LUIFERNEY ORTIZ PARRA" userId="S::luiferneyortiz@ucundinamarca.edu.co::311f1f2d-e9a2-4bc8-96ab-a2f2d284c8a5" providerId="AD" clId="Web-{FC72915A-76D1-3E6B-A88C-1BD6968E23FC}" dt="2026-03-02T02:02:08.880" v="193"/>
          <ac:graphicFrameMkLst>
            <pc:docMk/>
            <pc:sldMk cId="3172221059" sldId="261"/>
            <ac:graphicFrameMk id="19" creationId="{26E764ED-B5ED-7AE6-34FC-5FEF306045D0}"/>
          </ac:graphicFrameMkLst>
        </pc:graphicFrameChg>
        <pc:cxnChg chg="add">
          <ac:chgData name="LUIFERNEY ORTIZ PARRA" userId="S::luiferneyortiz@ucundinamarca.edu.co::311f1f2d-e9a2-4bc8-96ab-a2f2d284c8a5" providerId="AD" clId="Web-{FC72915A-76D1-3E6B-A88C-1BD6968E23FC}" dt="2026-03-02T02:02:08.880" v="193"/>
          <ac:cxnSpMkLst>
            <pc:docMk/>
            <pc:sldMk cId="3172221059" sldId="261"/>
            <ac:cxnSpMk id="18" creationId="{6CF1BAF6-AD41-4082-B212-8A1F9A2E8779}"/>
          </ac:cxnSpMkLst>
        </pc:cxn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2:22.724" v="194"/>
        <pc:sldMkLst>
          <pc:docMk/>
          <pc:sldMk cId="1743409833" sldId="262"/>
        </pc:sldMkLst>
        <pc:spChg chg="mod">
          <ac:chgData name="LUIFERNEY ORTIZ PARRA" userId="S::luiferneyortiz@ucundinamarca.edu.co::311f1f2d-e9a2-4bc8-96ab-a2f2d284c8a5" providerId="AD" clId="Web-{FC72915A-76D1-3E6B-A88C-1BD6968E23FC}" dt="2026-03-02T02:02:22.724" v="194"/>
          <ac:spMkLst>
            <pc:docMk/>
            <pc:sldMk cId="1743409833" sldId="262"/>
            <ac:spMk id="2" creationId="{18E8478F-5802-A94D-C271-600D0655929F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2:22.724" v="194"/>
          <ac:spMkLst>
            <pc:docMk/>
            <pc:sldMk cId="1743409833" sldId="262"/>
            <ac:spMk id="3" creationId="{10510E25-E6D7-6FCE-FAFC-13A3C672DA88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2:22.724" v="194"/>
          <ac:spMkLst>
            <pc:docMk/>
            <pc:sldMk cId="1743409833" sldId="262"/>
            <ac:spMk id="9" creationId="{9F7D5CDA-D291-4307-BF55-1381FED29634}"/>
          </ac:spMkLst>
        </pc:spChg>
        <pc:picChg chg="add">
          <ac:chgData name="LUIFERNEY ORTIZ PARRA" userId="S::luiferneyortiz@ucundinamarca.edu.co::311f1f2d-e9a2-4bc8-96ab-a2f2d284c8a5" providerId="AD" clId="Web-{FC72915A-76D1-3E6B-A88C-1BD6968E23FC}" dt="2026-03-02T02:02:22.724" v="194"/>
          <ac:picMkLst>
            <pc:docMk/>
            <pc:sldMk cId="1743409833" sldId="262"/>
            <ac:picMk id="5" creationId="{1C29E5FE-6184-9F1D-358B-D765F359E739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2:46.021" v="195"/>
        <pc:sldMkLst>
          <pc:docMk/>
          <pc:sldMk cId="2254332794" sldId="263"/>
        </pc:sldMkLst>
        <pc:spChg chg="mod">
          <ac:chgData name="LUIFERNEY ORTIZ PARRA" userId="S::luiferneyortiz@ucundinamarca.edu.co::311f1f2d-e9a2-4bc8-96ab-a2f2d284c8a5" providerId="AD" clId="Web-{FC72915A-76D1-3E6B-A88C-1BD6968E23FC}" dt="2026-03-02T02:02:46.021" v="195"/>
          <ac:spMkLst>
            <pc:docMk/>
            <pc:sldMk cId="2254332794" sldId="263"/>
            <ac:spMk id="2" creationId="{1248D54A-A7E9-8586-65E3-B8C0131DE826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2:46.021" v="195"/>
          <ac:spMkLst>
            <pc:docMk/>
            <pc:sldMk cId="2254332794" sldId="263"/>
            <ac:spMk id="3" creationId="{6D77D2A2-EC00-F7BD-D079-3A3451FCAB85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2:46.021" v="195"/>
          <ac:spMkLst>
            <pc:docMk/>
            <pc:sldMk cId="2254332794" sldId="263"/>
            <ac:spMk id="8" creationId="{1B15ED52-F352-441B-82BF-E0EA34836D08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2:46.021" v="195"/>
          <ac:spMkLst>
            <pc:docMk/>
            <pc:sldMk cId="2254332794" sldId="263"/>
            <ac:spMk id="10" creationId="{3B2E3793-BFE6-45A2-9B7B-E18844431C99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2:46.021" v="195"/>
          <ac:spMkLst>
            <pc:docMk/>
            <pc:sldMk cId="2254332794" sldId="263"/>
            <ac:spMk id="12" creationId="{BC4C4868-CB8F-4AF9-9CDB-8108F2C19B67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2:46.021" v="195"/>
          <ac:spMkLst>
            <pc:docMk/>
            <pc:sldMk cId="2254332794" sldId="263"/>
            <ac:spMk id="14" creationId="{375E0459-6403-40CD-989D-56A4407CA12E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2:46.021" v="195"/>
          <ac:spMkLst>
            <pc:docMk/>
            <pc:sldMk cId="2254332794" sldId="263"/>
            <ac:spMk id="16" creationId="{53E5B1A8-3AC9-4BD1-9BBC-78CA94F2D1BA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2:53.115" v="196"/>
        <pc:sldMkLst>
          <pc:docMk/>
          <pc:sldMk cId="3346331844" sldId="264"/>
        </pc:sldMkLst>
        <pc:spChg chg="mod">
          <ac:chgData name="LUIFERNEY ORTIZ PARRA" userId="S::luiferneyortiz@ucundinamarca.edu.co::311f1f2d-e9a2-4bc8-96ab-a2f2d284c8a5" providerId="AD" clId="Web-{FC72915A-76D1-3E6B-A88C-1BD6968E23FC}" dt="2026-03-02T02:02:53.115" v="196"/>
          <ac:spMkLst>
            <pc:docMk/>
            <pc:sldMk cId="3346331844" sldId="264"/>
            <ac:spMk id="2" creationId="{11582A3B-B17C-EBF1-1AE0-E87B71B07CBD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2:53.115" v="196"/>
          <ac:spMkLst>
            <pc:docMk/>
            <pc:sldMk cId="3346331844" sldId="264"/>
            <ac:spMk id="3" creationId="{BD2C6085-BFCF-5D8C-75BC-B48CBBE7F1E9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2:53.115" v="196"/>
          <ac:spMkLst>
            <pc:docMk/>
            <pc:sldMk cId="3346331844" sldId="264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2:53.115" v="196"/>
          <ac:spMkLst>
            <pc:docMk/>
            <pc:sldMk cId="3346331844" sldId="264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FC72915A-76D1-3E6B-A88C-1BD6968E23FC}" dt="2026-03-02T02:02:53.115" v="196"/>
          <ac:picMkLst>
            <pc:docMk/>
            <pc:sldMk cId="3346331844" sldId="264"/>
            <ac:picMk id="5" creationId="{28AB7405-82A9-683A-4683-C25A6707A47E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FC72915A-76D1-3E6B-A88C-1BD6968E23FC}" dt="2026-03-02T02:03:05.850" v="197"/>
        <pc:sldMkLst>
          <pc:docMk/>
          <pc:sldMk cId="488513029" sldId="265"/>
        </pc:sldMkLst>
        <pc:spChg chg="mod">
          <ac:chgData name="LUIFERNEY ORTIZ PARRA" userId="S::luiferneyortiz@ucundinamarca.edu.co::311f1f2d-e9a2-4bc8-96ab-a2f2d284c8a5" providerId="AD" clId="Web-{FC72915A-76D1-3E6B-A88C-1BD6968E23FC}" dt="2026-03-02T02:03:05.850" v="197"/>
          <ac:spMkLst>
            <pc:docMk/>
            <pc:sldMk cId="488513029" sldId="265"/>
            <ac:spMk id="2" creationId="{3CEEB696-DF03-B215-B0A2-DFA29D65E235}"/>
          </ac:spMkLst>
        </pc:spChg>
        <pc:spChg chg="del mod">
          <ac:chgData name="LUIFERNEY ORTIZ PARRA" userId="S::luiferneyortiz@ucundinamarca.edu.co::311f1f2d-e9a2-4bc8-96ab-a2f2d284c8a5" providerId="AD" clId="Web-{FC72915A-76D1-3E6B-A88C-1BD6968E23FC}" dt="2026-03-02T02:03:05.850" v="197"/>
          <ac:spMkLst>
            <pc:docMk/>
            <pc:sldMk cId="488513029" sldId="265"/>
            <ac:spMk id="3" creationId="{4144CD2A-A02B-EF58-0877-9CB3F5F0326A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3:05.850" v="197"/>
          <ac:spMkLst>
            <pc:docMk/>
            <pc:sldMk cId="488513029" sldId="265"/>
            <ac:spMk id="9" creationId="{BACC6370-2D7E-4714-9D71-7542949D7D5D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3:05.850" v="197"/>
          <ac:spMkLst>
            <pc:docMk/>
            <pc:sldMk cId="488513029" sldId="265"/>
            <ac:spMk id="11" creationId="{F68B3F68-107C-434F-AA38-110D5EA91B85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3:05.850" v="197"/>
          <ac:spMkLst>
            <pc:docMk/>
            <pc:sldMk cId="488513029" sldId="265"/>
            <ac:spMk id="13" creationId="{AAD0DBB9-1A4B-4391-81D4-CB19F9AB918A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3:05.850" v="197"/>
          <ac:spMkLst>
            <pc:docMk/>
            <pc:sldMk cId="488513029" sldId="265"/>
            <ac:spMk id="15" creationId="{063BBA22-50EA-4C4D-BE05-F1CE4E63AA56}"/>
          </ac:spMkLst>
        </pc:spChg>
        <pc:graphicFrameChg chg="add">
          <ac:chgData name="LUIFERNEY ORTIZ PARRA" userId="S::luiferneyortiz@ucundinamarca.edu.co::311f1f2d-e9a2-4bc8-96ab-a2f2d284c8a5" providerId="AD" clId="Web-{FC72915A-76D1-3E6B-A88C-1BD6968E23FC}" dt="2026-03-02T02:03:05.850" v="197"/>
          <ac:graphicFrameMkLst>
            <pc:docMk/>
            <pc:sldMk cId="488513029" sldId="265"/>
            <ac:graphicFrameMk id="5" creationId="{6CA1FEA7-CBB6-4A0E-2603-F3BCA72E7C94}"/>
          </ac:graphicFrameMkLst>
        </pc:graphicFrame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3:30.084" v="198"/>
        <pc:sldMkLst>
          <pc:docMk/>
          <pc:sldMk cId="160106015" sldId="266"/>
        </pc:sldMkLst>
        <pc:spChg chg="mod">
          <ac:chgData name="LUIFERNEY ORTIZ PARRA" userId="S::luiferneyortiz@ucundinamarca.edu.co::311f1f2d-e9a2-4bc8-96ab-a2f2d284c8a5" providerId="AD" clId="Web-{FC72915A-76D1-3E6B-A88C-1BD6968E23FC}" dt="2026-03-02T02:03:30.084" v="198"/>
          <ac:spMkLst>
            <pc:docMk/>
            <pc:sldMk cId="160106015" sldId="266"/>
            <ac:spMk id="2" creationId="{CFF3F79C-A741-AEAC-C269-4CD13CA0B49E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3:30.084" v="198"/>
          <ac:spMkLst>
            <pc:docMk/>
            <pc:sldMk cId="160106015" sldId="266"/>
            <ac:spMk id="3" creationId="{42725F2E-79B1-24E3-571F-AB9E68E01D5C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3:30.084" v="198"/>
          <ac:spMkLst>
            <pc:docMk/>
            <pc:sldMk cId="160106015" sldId="266"/>
            <ac:spMk id="8" creationId="{B6CDA21F-E7AF-4C75-8395-33F58D5B0E45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3:30.084" v="198"/>
          <ac:spMkLst>
            <pc:docMk/>
            <pc:sldMk cId="160106015" sldId="266"/>
            <ac:spMk id="15" creationId="{D5B0017B-2ECA-49AF-B397-DC140825DF8D}"/>
          </ac:spMkLst>
        </pc:spChg>
        <pc:grpChg chg="add">
          <ac:chgData name="LUIFERNEY ORTIZ PARRA" userId="S::luiferneyortiz@ucundinamarca.edu.co::311f1f2d-e9a2-4bc8-96ab-a2f2d284c8a5" providerId="AD" clId="Web-{FC72915A-76D1-3E6B-A88C-1BD6968E23FC}" dt="2026-03-02T02:03:30.084" v="198"/>
          <ac:grpSpMkLst>
            <pc:docMk/>
            <pc:sldMk cId="160106015" sldId="266"/>
            <ac:grpSpMk id="10" creationId="{AE1C45F0-260A-458C-96ED-C1F6D2151219}"/>
          </ac:grpSpMkLst>
        </pc:grpChg>
        <pc:cxnChg chg="add">
          <ac:chgData name="LUIFERNEY ORTIZ PARRA" userId="S::luiferneyortiz@ucundinamarca.edu.co::311f1f2d-e9a2-4bc8-96ab-a2f2d284c8a5" providerId="AD" clId="Web-{FC72915A-76D1-3E6B-A88C-1BD6968E23FC}" dt="2026-03-02T02:03:30.084" v="198"/>
          <ac:cxnSpMkLst>
            <pc:docMk/>
            <pc:sldMk cId="160106015" sldId="266"/>
            <ac:cxnSpMk id="17" creationId="{6CF1BAF6-AD41-4082-B212-8A1F9A2E8779}"/>
          </ac:cxnSpMkLst>
        </pc:cxn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3:35.975" v="199"/>
        <pc:sldMkLst>
          <pc:docMk/>
          <pc:sldMk cId="4240006856" sldId="267"/>
        </pc:sldMkLst>
        <pc:spChg chg="mod">
          <ac:chgData name="LUIFERNEY ORTIZ PARRA" userId="S::luiferneyortiz@ucundinamarca.edu.co::311f1f2d-e9a2-4bc8-96ab-a2f2d284c8a5" providerId="AD" clId="Web-{FC72915A-76D1-3E6B-A88C-1BD6968E23FC}" dt="2026-03-02T02:03:35.975" v="199"/>
          <ac:spMkLst>
            <pc:docMk/>
            <pc:sldMk cId="4240006856" sldId="267"/>
            <ac:spMk id="2" creationId="{16091A50-CA48-140D-9520-FF7843DDB953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3:35.975" v="199"/>
          <ac:spMkLst>
            <pc:docMk/>
            <pc:sldMk cId="4240006856" sldId="267"/>
            <ac:spMk id="3" creationId="{267BB97D-4EDB-B867-3635-AC507E27CE04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3:35.975" v="199"/>
          <ac:spMkLst>
            <pc:docMk/>
            <pc:sldMk cId="4240006856" sldId="267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3:35.975" v="199"/>
          <ac:spMkLst>
            <pc:docMk/>
            <pc:sldMk cId="4240006856" sldId="267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FC72915A-76D1-3E6B-A88C-1BD6968E23FC}" dt="2026-03-02T02:03:35.975" v="199"/>
          <ac:picMkLst>
            <pc:docMk/>
            <pc:sldMk cId="4240006856" sldId="267"/>
            <ac:picMk id="5" creationId="{604729EA-16F2-F881-1131-047323DB5BF7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4:09.397" v="201"/>
        <pc:sldMkLst>
          <pc:docMk/>
          <pc:sldMk cId="782600967" sldId="268"/>
        </pc:sldMkLst>
        <pc:spChg chg="mod">
          <ac:chgData name="LUIFERNEY ORTIZ PARRA" userId="S::luiferneyortiz@ucundinamarca.edu.co::311f1f2d-e9a2-4bc8-96ab-a2f2d284c8a5" providerId="AD" clId="Web-{FC72915A-76D1-3E6B-A88C-1BD6968E23FC}" dt="2026-03-02T02:04:00.866" v="200"/>
          <ac:spMkLst>
            <pc:docMk/>
            <pc:sldMk cId="782600967" sldId="268"/>
            <ac:spMk id="2" creationId="{2D194E12-614E-DCA2-EC2C-7254BAE8564B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4:09.397" v="201"/>
          <ac:spMkLst>
            <pc:docMk/>
            <pc:sldMk cId="782600967" sldId="268"/>
            <ac:spMk id="3" creationId="{01C24CE7-0F69-834F-4DD7-CCFE87D3A8B1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4:00.866" v="200"/>
          <ac:spMkLst>
            <pc:docMk/>
            <pc:sldMk cId="782600967" sldId="268"/>
            <ac:spMk id="8" creationId="{DEE2AD96-B495-4E06-9291-B71706F728CB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4:00.866" v="200"/>
          <ac:spMkLst>
            <pc:docMk/>
            <pc:sldMk cId="782600967" sldId="268"/>
            <ac:spMk id="10" creationId="{53CF6D67-C5A8-4ADD-9E8E-1E38CA1D3166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4:00.866" v="200"/>
          <ac:spMkLst>
            <pc:docMk/>
            <pc:sldMk cId="782600967" sldId="268"/>
            <ac:spMk id="12" creationId="{86909FA0-B515-4681-B7A8-FA281D133B94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4:00.866" v="200"/>
          <ac:spMkLst>
            <pc:docMk/>
            <pc:sldMk cId="782600967" sldId="268"/>
            <ac:spMk id="14" creationId="{21C9FE86-FCC3-4A31-AA1C-C882262B7FE7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4:00.866" v="200"/>
          <ac:spMkLst>
            <pc:docMk/>
            <pc:sldMk cId="782600967" sldId="268"/>
            <ac:spMk id="16" creationId="{7D96243B-ECED-4B71-8E06-AE9A285EAD20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4:00.866" v="200"/>
          <ac:spMkLst>
            <pc:docMk/>
            <pc:sldMk cId="782600967" sldId="268"/>
            <ac:spMk id="18" creationId="{A09989E4-EFDC-4A90-A633-E0525FB4139E}"/>
          </ac:spMkLst>
        </pc:spChg>
      </pc:sldChg>
      <pc:sldChg chg="addSp delSp modSp new mod setBg">
        <pc:chgData name="LUIFERNEY ORTIZ PARRA" userId="S::luiferneyortiz@ucundinamarca.edu.co::311f1f2d-e9a2-4bc8-96ab-a2f2d284c8a5" providerId="AD" clId="Web-{FC72915A-76D1-3E6B-A88C-1BD6968E23FC}" dt="2026-03-02T02:04:25.210" v="204"/>
        <pc:sldMkLst>
          <pc:docMk/>
          <pc:sldMk cId="680510559" sldId="269"/>
        </pc:sldMkLst>
        <pc:spChg chg="mod">
          <ac:chgData name="LUIFERNEY ORTIZ PARRA" userId="S::luiferneyortiz@ucundinamarca.edu.co::311f1f2d-e9a2-4bc8-96ab-a2f2d284c8a5" providerId="AD" clId="Web-{FC72915A-76D1-3E6B-A88C-1BD6968E23FC}" dt="2026-03-02T02:04:25.210" v="204"/>
          <ac:spMkLst>
            <pc:docMk/>
            <pc:sldMk cId="680510559" sldId="269"/>
            <ac:spMk id="2" creationId="{CC986818-3DEF-3FFF-E54C-4B16A3BAE226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4:25.210" v="204"/>
          <ac:spMkLst>
            <pc:docMk/>
            <pc:sldMk cId="680510559" sldId="269"/>
            <ac:spMk id="3" creationId="{AF761FC9-53D5-F84B-FBFB-0C943BB32027}"/>
          </ac:spMkLst>
        </pc:spChg>
        <pc:spChg chg="add del">
          <ac:chgData name="LUIFERNEY ORTIZ PARRA" userId="S::luiferneyortiz@ucundinamarca.edu.co::311f1f2d-e9a2-4bc8-96ab-a2f2d284c8a5" providerId="AD" clId="Web-{FC72915A-76D1-3E6B-A88C-1BD6968E23FC}" dt="2026-03-02T02:04:25.163" v="203"/>
          <ac:spMkLst>
            <pc:docMk/>
            <pc:sldMk cId="680510559" sldId="269"/>
            <ac:spMk id="9" creationId="{AE3A741D-C19B-960A-5803-1C5887147820}"/>
          </ac:spMkLst>
        </pc:spChg>
        <pc:spChg chg="add del">
          <ac:chgData name="LUIFERNEY ORTIZ PARRA" userId="S::luiferneyortiz@ucundinamarca.edu.co::311f1f2d-e9a2-4bc8-96ab-a2f2d284c8a5" providerId="AD" clId="Web-{FC72915A-76D1-3E6B-A88C-1BD6968E23FC}" dt="2026-03-02T02:04:25.163" v="203"/>
          <ac:spMkLst>
            <pc:docMk/>
            <pc:sldMk cId="680510559" sldId="269"/>
            <ac:spMk id="11" creationId="{DC39DE25-0E4E-0AA7-0932-1D78C2372786}"/>
          </ac:spMkLst>
        </pc:spChg>
        <pc:spChg chg="add del">
          <ac:chgData name="LUIFERNEY ORTIZ PARRA" userId="S::luiferneyortiz@ucundinamarca.edu.co::311f1f2d-e9a2-4bc8-96ab-a2f2d284c8a5" providerId="AD" clId="Web-{FC72915A-76D1-3E6B-A88C-1BD6968E23FC}" dt="2026-03-02T02:04:25.163" v="203"/>
          <ac:spMkLst>
            <pc:docMk/>
            <pc:sldMk cId="680510559" sldId="269"/>
            <ac:spMk id="13" creationId="{8D6EA299-0840-6DEA-E670-C49AEBC87E89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4:25.210" v="204"/>
          <ac:spMkLst>
            <pc:docMk/>
            <pc:sldMk cId="680510559" sldId="269"/>
            <ac:spMk id="15" creationId="{9F7D5CDA-D291-4307-BF55-1381FED29634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4:25.210" v="204"/>
          <ac:spMkLst>
            <pc:docMk/>
            <pc:sldMk cId="680510559" sldId="269"/>
            <ac:spMk id="17" creationId="{59B296B9-C5A5-4E4F-9B60-C907B5F1466C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4:25.210" v="204"/>
          <ac:spMkLst>
            <pc:docMk/>
            <pc:sldMk cId="680510559" sldId="269"/>
            <ac:spMk id="18" creationId="{D0300FD3-5AF1-6305-15FA-9078072672E2}"/>
          </ac:spMkLst>
        </pc:spChg>
        <pc:picChg chg="add del">
          <ac:chgData name="LUIFERNEY ORTIZ PARRA" userId="S::luiferneyortiz@ucundinamarca.edu.co::311f1f2d-e9a2-4bc8-96ab-a2f2d284c8a5" providerId="AD" clId="Web-{FC72915A-76D1-3E6B-A88C-1BD6968E23FC}" dt="2026-03-02T02:04:25.163" v="203"/>
          <ac:picMkLst>
            <pc:docMk/>
            <pc:sldMk cId="680510559" sldId="269"/>
            <ac:picMk id="5" creationId="{432F9DD0-273B-6566-7793-96F54E805678}"/>
          </ac:picMkLst>
        </pc:picChg>
        <pc:picChg chg="add">
          <ac:chgData name="LUIFERNEY ORTIZ PARRA" userId="S::luiferneyortiz@ucundinamarca.edu.co::311f1f2d-e9a2-4bc8-96ab-a2f2d284c8a5" providerId="AD" clId="Web-{FC72915A-76D1-3E6B-A88C-1BD6968E23FC}" dt="2026-03-02T02:04:25.210" v="204"/>
          <ac:picMkLst>
            <pc:docMk/>
            <pc:sldMk cId="680510559" sldId="269"/>
            <ac:picMk id="16" creationId="{52E659BE-8E48-ADA7-D55D-A640542C4906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4:47.319" v="206"/>
        <pc:sldMkLst>
          <pc:docMk/>
          <pc:sldMk cId="3789037801" sldId="270"/>
        </pc:sldMkLst>
        <pc:spChg chg="mod">
          <ac:chgData name="LUIFERNEY ORTIZ PARRA" userId="S::luiferneyortiz@ucundinamarca.edu.co::311f1f2d-e9a2-4bc8-96ab-a2f2d284c8a5" providerId="AD" clId="Web-{FC72915A-76D1-3E6B-A88C-1BD6968E23FC}" dt="2026-03-02T02:04:41.600" v="205"/>
          <ac:spMkLst>
            <pc:docMk/>
            <pc:sldMk cId="3789037801" sldId="270"/>
            <ac:spMk id="2" creationId="{5533D17A-E4E4-76A7-C0D5-E30888D021E7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4:47.319" v="206"/>
          <ac:spMkLst>
            <pc:docMk/>
            <pc:sldMk cId="3789037801" sldId="270"/>
            <ac:spMk id="3" creationId="{A5BD41DC-EB2B-8B45-46E3-D8F567E31BF2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4:41.600" v="205"/>
          <ac:spMkLst>
            <pc:docMk/>
            <pc:sldMk cId="3789037801" sldId="270"/>
            <ac:spMk id="9" creationId="{9F7D5CDA-D291-4307-BF55-1381FED29634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4:41.600" v="205"/>
          <ac:spMkLst>
            <pc:docMk/>
            <pc:sldMk cId="3789037801" sldId="270"/>
            <ac:spMk id="11" creationId="{59B296B9-C5A5-4E4F-9B60-C907B5F1466C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4:41.600" v="205"/>
          <ac:spMkLst>
            <pc:docMk/>
            <pc:sldMk cId="3789037801" sldId="270"/>
            <ac:spMk id="13" creationId="{D0300FD3-5AF1-6305-15FA-9078072672E2}"/>
          </ac:spMkLst>
        </pc:spChg>
        <pc:picChg chg="add">
          <ac:chgData name="LUIFERNEY ORTIZ PARRA" userId="S::luiferneyortiz@ucundinamarca.edu.co::311f1f2d-e9a2-4bc8-96ab-a2f2d284c8a5" providerId="AD" clId="Web-{FC72915A-76D1-3E6B-A88C-1BD6968E23FC}" dt="2026-03-02T02:04:41.600" v="205"/>
          <ac:picMkLst>
            <pc:docMk/>
            <pc:sldMk cId="3789037801" sldId="270"/>
            <ac:picMk id="5" creationId="{50AEC762-9B8F-33BA-ECA5-3C4794DD6568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4:59.272" v="207"/>
        <pc:sldMkLst>
          <pc:docMk/>
          <pc:sldMk cId="649612327" sldId="271"/>
        </pc:sldMkLst>
        <pc:spChg chg="mod">
          <ac:chgData name="LUIFERNEY ORTIZ PARRA" userId="S::luiferneyortiz@ucundinamarca.edu.co::311f1f2d-e9a2-4bc8-96ab-a2f2d284c8a5" providerId="AD" clId="Web-{FC72915A-76D1-3E6B-A88C-1BD6968E23FC}" dt="2026-03-02T02:04:59.272" v="207"/>
          <ac:spMkLst>
            <pc:docMk/>
            <pc:sldMk cId="649612327" sldId="271"/>
            <ac:spMk id="2" creationId="{08090646-5122-4FD3-A9CA-617869627AB0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4:59.272" v="207"/>
          <ac:spMkLst>
            <pc:docMk/>
            <pc:sldMk cId="649612327" sldId="271"/>
            <ac:spMk id="3" creationId="{B8A0D3F1-F76F-D986-7304-DC0EF73D201B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4:59.272" v="207"/>
          <ac:spMkLst>
            <pc:docMk/>
            <pc:sldMk cId="649612327" sldId="271"/>
            <ac:spMk id="9" creationId="{9F7D5CDA-D291-4307-BF55-1381FED29634}"/>
          </ac:spMkLst>
        </pc:spChg>
        <pc:picChg chg="add">
          <ac:chgData name="LUIFERNEY ORTIZ PARRA" userId="S::luiferneyortiz@ucundinamarca.edu.co::311f1f2d-e9a2-4bc8-96ab-a2f2d284c8a5" providerId="AD" clId="Web-{FC72915A-76D1-3E6B-A88C-1BD6968E23FC}" dt="2026-03-02T02:04:59.272" v="207"/>
          <ac:picMkLst>
            <pc:docMk/>
            <pc:sldMk cId="649612327" sldId="271"/>
            <ac:picMk id="5" creationId="{EF5C939D-F59A-2366-9853-65127C3C0E91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5:22.069" v="208"/>
        <pc:sldMkLst>
          <pc:docMk/>
          <pc:sldMk cId="1167842162" sldId="272"/>
        </pc:sldMkLst>
        <pc:spChg chg="mod">
          <ac:chgData name="LUIFERNEY ORTIZ PARRA" userId="S::luiferneyortiz@ucundinamarca.edu.co::311f1f2d-e9a2-4bc8-96ab-a2f2d284c8a5" providerId="AD" clId="Web-{FC72915A-76D1-3E6B-A88C-1BD6968E23FC}" dt="2026-03-02T02:05:22.069" v="208"/>
          <ac:spMkLst>
            <pc:docMk/>
            <pc:sldMk cId="1167842162" sldId="272"/>
            <ac:spMk id="2" creationId="{9C8D3A8A-E6F7-A28D-F9FC-3713C0D69771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5:22.069" v="208"/>
          <ac:spMkLst>
            <pc:docMk/>
            <pc:sldMk cId="1167842162" sldId="272"/>
            <ac:spMk id="3" creationId="{1EAA32C8-36FA-E038-1C66-F36D36A7508C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5:22.069" v="208"/>
          <ac:spMkLst>
            <pc:docMk/>
            <pc:sldMk cId="1167842162" sldId="272"/>
            <ac:spMk id="8" creationId="{327D73B4-9F5C-4A64-A179-51B9500CB8B5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5:22.069" v="208"/>
          <ac:spMkLst>
            <pc:docMk/>
            <pc:sldMk cId="1167842162" sldId="272"/>
            <ac:spMk id="10" creationId="{C1F06963-6374-4B48-844F-071A9BAAAE02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5:22.069" v="208"/>
          <ac:spMkLst>
            <pc:docMk/>
            <pc:sldMk cId="1167842162" sldId="272"/>
            <ac:spMk id="12" creationId="{6CB927A4-E432-4310-9CD5-E89FF5063179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5:22.069" v="208"/>
          <ac:spMkLst>
            <pc:docMk/>
            <pc:sldMk cId="1167842162" sldId="272"/>
            <ac:spMk id="14" creationId="{1453BF6C-B012-48B7-B4E8-6D7AC7C27D02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5:22.069" v="208"/>
          <ac:spMkLst>
            <pc:docMk/>
            <pc:sldMk cId="1167842162" sldId="272"/>
            <ac:spMk id="16" creationId="{E3020543-B24B-4EC4-8FFC-8DD88EEA91A8}"/>
          </ac:spMkLst>
        </pc:spChg>
        <pc:cxnChg chg="add">
          <ac:chgData name="LUIFERNEY ORTIZ PARRA" userId="S::luiferneyortiz@ucundinamarca.edu.co::311f1f2d-e9a2-4bc8-96ab-a2f2d284c8a5" providerId="AD" clId="Web-{FC72915A-76D1-3E6B-A88C-1BD6968E23FC}" dt="2026-03-02T02:05:22.069" v="208"/>
          <ac:cxnSpMkLst>
            <pc:docMk/>
            <pc:sldMk cId="1167842162" sldId="272"/>
            <ac:cxnSpMk id="18" creationId="{C49DA8F6-BCC1-4447-B54C-57856834B94B}"/>
          </ac:cxnSpMkLst>
        </pc:cxn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5:39.023" v="209"/>
        <pc:sldMkLst>
          <pc:docMk/>
          <pc:sldMk cId="4290108038" sldId="273"/>
        </pc:sldMkLst>
        <pc:spChg chg="mod">
          <ac:chgData name="LUIFERNEY ORTIZ PARRA" userId="S::luiferneyortiz@ucundinamarca.edu.co::311f1f2d-e9a2-4bc8-96ab-a2f2d284c8a5" providerId="AD" clId="Web-{FC72915A-76D1-3E6B-A88C-1BD6968E23FC}" dt="2026-03-02T02:05:39.023" v="209"/>
          <ac:spMkLst>
            <pc:docMk/>
            <pc:sldMk cId="4290108038" sldId="273"/>
            <ac:spMk id="2" creationId="{6D80571E-F5B3-178A-226A-CDB576DDDE6D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5:39.023" v="209"/>
          <ac:spMkLst>
            <pc:docMk/>
            <pc:sldMk cId="4290108038" sldId="273"/>
            <ac:spMk id="3" creationId="{1BDA5EF7-FB19-EBCE-8498-E21D90741E6A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5:39.023" v="209"/>
          <ac:spMkLst>
            <pc:docMk/>
            <pc:sldMk cId="4290108038" sldId="273"/>
            <ac:spMk id="9" creationId="{3ECBE1F1-D69B-4AFA-ABD5-8E41720EF6DE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5:39.023" v="209"/>
          <ac:spMkLst>
            <pc:docMk/>
            <pc:sldMk cId="4290108038" sldId="273"/>
            <ac:spMk id="11" creationId="{603A6265-E10C-4B85-9C20-E75FCAF9CC63}"/>
          </ac:spMkLst>
        </pc:spChg>
        <pc:picChg chg="add">
          <ac:chgData name="LUIFERNEY ORTIZ PARRA" userId="S::luiferneyortiz@ucundinamarca.edu.co::311f1f2d-e9a2-4bc8-96ab-a2f2d284c8a5" providerId="AD" clId="Web-{FC72915A-76D1-3E6B-A88C-1BD6968E23FC}" dt="2026-03-02T02:05:39.023" v="209"/>
          <ac:picMkLst>
            <pc:docMk/>
            <pc:sldMk cId="4290108038" sldId="273"/>
            <ac:picMk id="5" creationId="{82014B15-9B64-76C1-EF70-ECB3080BA320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5:45.883" v="210"/>
        <pc:sldMkLst>
          <pc:docMk/>
          <pc:sldMk cId="1743697912" sldId="274"/>
        </pc:sldMkLst>
        <pc:spChg chg="mod">
          <ac:chgData name="LUIFERNEY ORTIZ PARRA" userId="S::luiferneyortiz@ucundinamarca.edu.co::311f1f2d-e9a2-4bc8-96ab-a2f2d284c8a5" providerId="AD" clId="Web-{FC72915A-76D1-3E6B-A88C-1BD6968E23FC}" dt="2026-03-02T02:05:45.883" v="210"/>
          <ac:spMkLst>
            <pc:docMk/>
            <pc:sldMk cId="1743697912" sldId="274"/>
            <ac:spMk id="2" creationId="{D2625371-7457-5AD6-C3A6-9FAD57F38C66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5:45.883" v="210"/>
          <ac:spMkLst>
            <pc:docMk/>
            <pc:sldMk cId="1743697912" sldId="274"/>
            <ac:spMk id="3" creationId="{F8C547C1-0744-4800-FCC3-253EB0065B50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5:45.883" v="210"/>
          <ac:spMkLst>
            <pc:docMk/>
            <pc:sldMk cId="1743697912" sldId="274"/>
            <ac:spMk id="9" creationId="{04812C46-200A-4DEB-A05E-3ED6C68C2387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5:45.883" v="210"/>
          <ac:spMkLst>
            <pc:docMk/>
            <pc:sldMk cId="1743697912" sldId="274"/>
            <ac:spMk id="11" creationId="{D1EA859B-E555-4109-94F3-6700E046E008}"/>
          </ac:spMkLst>
        </pc:spChg>
        <pc:picChg chg="add">
          <ac:chgData name="LUIFERNEY ORTIZ PARRA" userId="S::luiferneyortiz@ucundinamarca.edu.co::311f1f2d-e9a2-4bc8-96ab-a2f2d284c8a5" providerId="AD" clId="Web-{FC72915A-76D1-3E6B-A88C-1BD6968E23FC}" dt="2026-03-02T02:05:45.883" v="210"/>
          <ac:picMkLst>
            <pc:docMk/>
            <pc:sldMk cId="1743697912" sldId="274"/>
            <ac:picMk id="5" creationId="{4D670687-2F1E-70F7-B611-5DC6D7FDFD03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6:36.762" v="211"/>
        <pc:sldMkLst>
          <pc:docMk/>
          <pc:sldMk cId="1473651672" sldId="275"/>
        </pc:sldMkLst>
        <pc:spChg chg="mod">
          <ac:chgData name="LUIFERNEY ORTIZ PARRA" userId="S::luiferneyortiz@ucundinamarca.edu.co::311f1f2d-e9a2-4bc8-96ab-a2f2d284c8a5" providerId="AD" clId="Web-{FC72915A-76D1-3E6B-A88C-1BD6968E23FC}" dt="2026-03-02T02:06:36.762" v="211"/>
          <ac:spMkLst>
            <pc:docMk/>
            <pc:sldMk cId="1473651672" sldId="275"/>
            <ac:spMk id="2" creationId="{61D78C31-4882-48DD-E4DB-B55009EABAD7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6:36.762" v="211"/>
          <ac:spMkLst>
            <pc:docMk/>
            <pc:sldMk cId="1473651672" sldId="275"/>
            <ac:spMk id="3" creationId="{78F9C024-52D3-8E7B-3264-F82D2A7ACCFF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6:36.762" v="211"/>
          <ac:spMkLst>
            <pc:docMk/>
            <pc:sldMk cId="1473651672" sldId="275"/>
            <ac:spMk id="8" creationId="{1B15ED52-F352-441B-82BF-E0EA34836D08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6:36.762" v="211"/>
          <ac:spMkLst>
            <pc:docMk/>
            <pc:sldMk cId="1473651672" sldId="275"/>
            <ac:spMk id="10" creationId="{3B2E3793-BFE6-45A2-9B7B-E18844431C99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6:36.762" v="211"/>
          <ac:spMkLst>
            <pc:docMk/>
            <pc:sldMk cId="1473651672" sldId="275"/>
            <ac:spMk id="12" creationId="{BC4C4868-CB8F-4AF9-9CDB-8108F2C19B67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6:36.762" v="211"/>
          <ac:spMkLst>
            <pc:docMk/>
            <pc:sldMk cId="1473651672" sldId="275"/>
            <ac:spMk id="14" creationId="{375E0459-6403-40CD-989D-56A4407CA12E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6:36.762" v="211"/>
          <ac:spMkLst>
            <pc:docMk/>
            <pc:sldMk cId="1473651672" sldId="275"/>
            <ac:spMk id="16" creationId="{53E5B1A8-3AC9-4BD1-9BBC-78CA94F2D1BA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6:46.091" v="212"/>
        <pc:sldMkLst>
          <pc:docMk/>
          <pc:sldMk cId="485400185" sldId="276"/>
        </pc:sldMkLst>
        <pc:spChg chg="mod">
          <ac:chgData name="LUIFERNEY ORTIZ PARRA" userId="S::luiferneyortiz@ucundinamarca.edu.co::311f1f2d-e9a2-4bc8-96ab-a2f2d284c8a5" providerId="AD" clId="Web-{FC72915A-76D1-3E6B-A88C-1BD6968E23FC}" dt="2026-03-02T02:06:46.091" v="212"/>
          <ac:spMkLst>
            <pc:docMk/>
            <pc:sldMk cId="485400185" sldId="276"/>
            <ac:spMk id="2" creationId="{E57784B3-95F2-33D9-6B28-2713682BACDC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6:46.091" v="212"/>
          <ac:spMkLst>
            <pc:docMk/>
            <pc:sldMk cId="485400185" sldId="276"/>
            <ac:spMk id="3" creationId="{04694F95-38A7-5270-D551-5FF403A5C732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6:46.091" v="212"/>
          <ac:spMkLst>
            <pc:docMk/>
            <pc:sldMk cId="485400185" sldId="276"/>
            <ac:spMk id="8" creationId="{09588DA8-065E-4F6F-8EFD-43104AB2E0CF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6:46.091" v="212"/>
          <ac:spMkLst>
            <pc:docMk/>
            <pc:sldMk cId="485400185" sldId="276"/>
            <ac:spMk id="10" creationId="{C4285719-470E-454C-AF62-8323075F1F5B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6:46.091" v="212"/>
          <ac:spMkLst>
            <pc:docMk/>
            <pc:sldMk cId="485400185" sldId="276"/>
            <ac:spMk id="12" creationId="{CD9FE4EF-C4D8-49A0-B2FF-81D8DB7D8A24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6:46.091" v="212"/>
          <ac:spMkLst>
            <pc:docMk/>
            <pc:sldMk cId="485400185" sldId="276"/>
            <ac:spMk id="14" creationId="{4300840D-0A0B-4512-BACA-B439D5B9C57C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6:46.091" v="212"/>
          <ac:spMkLst>
            <pc:docMk/>
            <pc:sldMk cId="485400185" sldId="276"/>
            <ac:spMk id="16" creationId="{D2B78728-A580-49A7-84F9-6EF6F583ADE0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6:46.091" v="212"/>
          <ac:spMkLst>
            <pc:docMk/>
            <pc:sldMk cId="485400185" sldId="276"/>
            <ac:spMk id="18" creationId="{38FAA1A1-D861-433F-88FA-1E9D6FD31D11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6:46.091" v="212"/>
          <ac:spMkLst>
            <pc:docMk/>
            <pc:sldMk cId="485400185" sldId="276"/>
            <ac:spMk id="20" creationId="{8D71EDA1-87BF-4D5D-AB79-F346FD19278A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6:51.826" v="213"/>
        <pc:sldMkLst>
          <pc:docMk/>
          <pc:sldMk cId="225257009" sldId="277"/>
        </pc:sldMkLst>
        <pc:spChg chg="mod">
          <ac:chgData name="LUIFERNEY ORTIZ PARRA" userId="S::luiferneyortiz@ucundinamarca.edu.co::311f1f2d-e9a2-4bc8-96ab-a2f2d284c8a5" providerId="AD" clId="Web-{FC72915A-76D1-3E6B-A88C-1BD6968E23FC}" dt="2026-03-02T02:06:51.826" v="213"/>
          <ac:spMkLst>
            <pc:docMk/>
            <pc:sldMk cId="225257009" sldId="277"/>
            <ac:spMk id="2" creationId="{8749E4A7-31CF-B74C-F5EB-5B840B012D9C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6:51.826" v="213"/>
          <ac:spMkLst>
            <pc:docMk/>
            <pc:sldMk cId="225257009" sldId="277"/>
            <ac:spMk id="3" creationId="{12C442B9-7E7B-9DB4-B40B-696F636F6B85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6:51.826" v="213"/>
          <ac:spMkLst>
            <pc:docMk/>
            <pc:sldMk cId="225257009" sldId="277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6:51.826" v="213"/>
          <ac:spMkLst>
            <pc:docMk/>
            <pc:sldMk cId="225257009" sldId="277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FC72915A-76D1-3E6B-A88C-1BD6968E23FC}" dt="2026-03-02T02:06:51.826" v="213"/>
          <ac:picMkLst>
            <pc:docMk/>
            <pc:sldMk cId="225257009" sldId="277"/>
            <ac:picMk id="5" creationId="{9E3A4895-1EC1-EB8F-5004-6A41B4238610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FC72915A-76D1-3E6B-A88C-1BD6968E23FC}" dt="2026-03-02T02:07:21.516" v="215"/>
        <pc:sldMkLst>
          <pc:docMk/>
          <pc:sldMk cId="3490076450" sldId="278"/>
        </pc:sldMkLst>
        <pc:spChg chg="mod">
          <ac:chgData name="LUIFERNEY ORTIZ PARRA" userId="S::luiferneyortiz@ucundinamarca.edu.co::311f1f2d-e9a2-4bc8-96ab-a2f2d284c8a5" providerId="AD" clId="Web-{FC72915A-76D1-3E6B-A88C-1BD6968E23FC}" dt="2026-03-02T02:07:21.516" v="215"/>
          <ac:spMkLst>
            <pc:docMk/>
            <pc:sldMk cId="3490076450" sldId="278"/>
            <ac:spMk id="2" creationId="{4B1FF8C8-8AD8-0E10-5B42-7D1B57A0BF0E}"/>
          </ac:spMkLst>
        </pc:spChg>
        <pc:spChg chg="mod">
          <ac:chgData name="LUIFERNEY ORTIZ PARRA" userId="S::luiferneyortiz@ucundinamarca.edu.co::311f1f2d-e9a2-4bc8-96ab-a2f2d284c8a5" providerId="AD" clId="Web-{FC72915A-76D1-3E6B-A88C-1BD6968E23FC}" dt="2026-03-02T02:07:21.516" v="215"/>
          <ac:spMkLst>
            <pc:docMk/>
            <pc:sldMk cId="3490076450" sldId="278"/>
            <ac:spMk id="3" creationId="{07A913AB-8A87-FCDC-AA4B-E127BC40019F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7:21.516" v="215"/>
          <ac:spMkLst>
            <pc:docMk/>
            <pc:sldMk cId="3490076450" sldId="278"/>
            <ac:spMk id="9" creationId="{04812C46-200A-4DEB-A05E-3ED6C68C2387}"/>
          </ac:spMkLst>
        </pc:spChg>
        <pc:spChg chg="add">
          <ac:chgData name="LUIFERNEY ORTIZ PARRA" userId="S::luiferneyortiz@ucundinamarca.edu.co::311f1f2d-e9a2-4bc8-96ab-a2f2d284c8a5" providerId="AD" clId="Web-{FC72915A-76D1-3E6B-A88C-1BD6968E23FC}" dt="2026-03-02T02:07:21.516" v="215"/>
          <ac:spMkLst>
            <pc:docMk/>
            <pc:sldMk cId="3490076450" sldId="278"/>
            <ac:spMk id="11" creationId="{D1EA859B-E555-4109-94F3-6700E046E008}"/>
          </ac:spMkLst>
        </pc:spChg>
        <pc:picChg chg="add mod ord">
          <ac:chgData name="LUIFERNEY ORTIZ PARRA" userId="S::luiferneyortiz@ucundinamarca.edu.co::311f1f2d-e9a2-4bc8-96ab-a2f2d284c8a5" providerId="AD" clId="Web-{FC72915A-76D1-3E6B-A88C-1BD6968E23FC}" dt="2026-03-02T02:07:21.516" v="215"/>
          <ac:picMkLst>
            <pc:docMk/>
            <pc:sldMk cId="3490076450" sldId="278"/>
            <ac:picMk id="4" creationId="{4C7F7FA9-8482-A3DB-8CA2-BFEBB6D5F270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609A2B-8956-43D4-B54C-6511E5A348B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283158B9-CE4B-4E9D-A1FE-69F1EC58ABC1}">
      <dgm:prSet/>
      <dgm:spPr/>
      <dgm:t>
        <a:bodyPr/>
        <a:lstStyle/>
        <a:p>
          <a:r>
            <a:rPr lang="es-ES"/>
            <a:t>Flujo de caja más rápido</a:t>
          </a:r>
          <a:endParaRPr lang="en-US"/>
        </a:p>
      </dgm:t>
    </dgm:pt>
    <dgm:pt modelId="{933E80B0-25F9-4A35-978D-FA6C04689EB2}" type="parTrans" cxnId="{4C16144F-6CFA-456F-B36D-2DB4E7C3AA6F}">
      <dgm:prSet/>
      <dgm:spPr/>
      <dgm:t>
        <a:bodyPr/>
        <a:lstStyle/>
        <a:p>
          <a:endParaRPr lang="en-US"/>
        </a:p>
      </dgm:t>
    </dgm:pt>
    <dgm:pt modelId="{BB11E3AC-0D79-4365-B336-7293154DEFF7}" type="sibTrans" cxnId="{4C16144F-6CFA-456F-B36D-2DB4E7C3AA6F}">
      <dgm:prSet/>
      <dgm:spPr/>
      <dgm:t>
        <a:bodyPr/>
        <a:lstStyle/>
        <a:p>
          <a:endParaRPr lang="en-US"/>
        </a:p>
      </dgm:t>
    </dgm:pt>
    <dgm:pt modelId="{582371D1-E776-4F2F-A10A-95146543256C}">
      <dgm:prSet/>
      <dgm:spPr/>
      <dgm:t>
        <a:bodyPr/>
        <a:lstStyle/>
        <a:p>
          <a:r>
            <a:rPr lang="es-ES"/>
            <a:t>Feedback temprano</a:t>
          </a:r>
          <a:endParaRPr lang="en-US"/>
        </a:p>
      </dgm:t>
    </dgm:pt>
    <dgm:pt modelId="{E14EBF20-476A-4F12-99A8-770B8B093162}" type="parTrans" cxnId="{1176D3D0-C058-4C56-95C5-13C24DEB37A6}">
      <dgm:prSet/>
      <dgm:spPr/>
      <dgm:t>
        <a:bodyPr/>
        <a:lstStyle/>
        <a:p>
          <a:endParaRPr lang="en-US"/>
        </a:p>
      </dgm:t>
    </dgm:pt>
    <dgm:pt modelId="{E31ED9F1-8BD2-4718-8FC5-8C2F24A588CC}" type="sibTrans" cxnId="{1176D3D0-C058-4C56-95C5-13C24DEB37A6}">
      <dgm:prSet/>
      <dgm:spPr/>
      <dgm:t>
        <a:bodyPr/>
        <a:lstStyle/>
        <a:p>
          <a:endParaRPr lang="en-US"/>
        </a:p>
      </dgm:t>
    </dgm:pt>
    <dgm:pt modelId="{9FFA6E90-54A0-4A0D-A04A-04351D18DF58}">
      <dgm:prSet/>
      <dgm:spPr/>
      <dgm:t>
        <a:bodyPr/>
        <a:lstStyle/>
        <a:p>
          <a:r>
            <a:rPr lang="es-ES"/>
            <a:t>Reducción de riesgo financiero</a:t>
          </a:r>
          <a:endParaRPr lang="en-US"/>
        </a:p>
      </dgm:t>
    </dgm:pt>
    <dgm:pt modelId="{B8D850CB-4310-4C27-A63F-D92C34070924}" type="parTrans" cxnId="{8FFA6FDB-DA6C-4B35-9F7F-E5CBCD0166AA}">
      <dgm:prSet/>
      <dgm:spPr/>
      <dgm:t>
        <a:bodyPr/>
        <a:lstStyle/>
        <a:p>
          <a:endParaRPr lang="en-US"/>
        </a:p>
      </dgm:t>
    </dgm:pt>
    <dgm:pt modelId="{4245842D-9A1A-4D4D-A9CC-B667C32E4859}" type="sibTrans" cxnId="{8FFA6FDB-DA6C-4B35-9F7F-E5CBCD0166AA}">
      <dgm:prSet/>
      <dgm:spPr/>
      <dgm:t>
        <a:bodyPr/>
        <a:lstStyle/>
        <a:p>
          <a:endParaRPr lang="en-US"/>
        </a:p>
      </dgm:t>
    </dgm:pt>
    <dgm:pt modelId="{7FB18063-32A6-4069-97DB-33C95D5CF69D}">
      <dgm:prSet/>
      <dgm:spPr/>
      <dgm:t>
        <a:bodyPr/>
        <a:lstStyle/>
        <a:p>
          <a:r>
            <a:rPr lang="es-ES"/>
            <a:t>Priorización de valor</a:t>
          </a:r>
          <a:endParaRPr lang="en-US"/>
        </a:p>
      </dgm:t>
    </dgm:pt>
    <dgm:pt modelId="{419A144E-7695-4C7A-907A-CC8384F1EC66}" type="parTrans" cxnId="{9C3583B8-C452-431D-A4CA-1EF85532097F}">
      <dgm:prSet/>
      <dgm:spPr/>
      <dgm:t>
        <a:bodyPr/>
        <a:lstStyle/>
        <a:p>
          <a:endParaRPr lang="en-US"/>
        </a:p>
      </dgm:t>
    </dgm:pt>
    <dgm:pt modelId="{8AB5FA45-8E78-40C1-A1CF-E112DF9BB8A5}" type="sibTrans" cxnId="{9C3583B8-C452-431D-A4CA-1EF85532097F}">
      <dgm:prSet/>
      <dgm:spPr/>
      <dgm:t>
        <a:bodyPr/>
        <a:lstStyle/>
        <a:p>
          <a:endParaRPr lang="en-US"/>
        </a:p>
      </dgm:t>
    </dgm:pt>
    <dgm:pt modelId="{EFDFA087-009B-49B2-AD7F-17C660A2F57D}" type="pres">
      <dgm:prSet presAssocID="{8F609A2B-8956-43D4-B54C-6511E5A348B9}" presName="root" presStyleCnt="0">
        <dgm:presLayoutVars>
          <dgm:dir/>
          <dgm:resizeHandles val="exact"/>
        </dgm:presLayoutVars>
      </dgm:prSet>
      <dgm:spPr/>
    </dgm:pt>
    <dgm:pt modelId="{DF5A5464-1E09-446D-99A7-A9F7BF08D4E2}" type="pres">
      <dgm:prSet presAssocID="{8F609A2B-8956-43D4-B54C-6511E5A348B9}" presName="container" presStyleCnt="0">
        <dgm:presLayoutVars>
          <dgm:dir/>
          <dgm:resizeHandles val="exact"/>
        </dgm:presLayoutVars>
      </dgm:prSet>
      <dgm:spPr/>
    </dgm:pt>
    <dgm:pt modelId="{D4E46CF3-6C1A-40E9-9CB7-B158E73F73BD}" type="pres">
      <dgm:prSet presAssocID="{283158B9-CE4B-4E9D-A1FE-69F1EC58ABC1}" presName="compNode" presStyleCnt="0"/>
      <dgm:spPr/>
    </dgm:pt>
    <dgm:pt modelId="{639B0349-761B-4440-BEC2-5B80C128C214}" type="pres">
      <dgm:prSet presAssocID="{283158B9-CE4B-4E9D-A1FE-69F1EC58ABC1}" presName="iconBgRect" presStyleLbl="bgShp" presStyleIdx="0" presStyleCnt="4"/>
      <dgm:spPr/>
    </dgm:pt>
    <dgm:pt modelId="{EC99AD6C-9DF2-43AD-BF31-8D298F4708D4}" type="pres">
      <dgm:prSet presAssocID="{283158B9-CE4B-4E9D-A1FE-69F1EC58ABC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0AE3BEC9-F23E-4984-A801-901B6C733FC4}" type="pres">
      <dgm:prSet presAssocID="{283158B9-CE4B-4E9D-A1FE-69F1EC58ABC1}" presName="spaceRect" presStyleCnt="0"/>
      <dgm:spPr/>
    </dgm:pt>
    <dgm:pt modelId="{DF24C986-6FE5-4EA6-ABD3-14DDE9D2ECC8}" type="pres">
      <dgm:prSet presAssocID="{283158B9-CE4B-4E9D-A1FE-69F1EC58ABC1}" presName="textRect" presStyleLbl="revTx" presStyleIdx="0" presStyleCnt="4">
        <dgm:presLayoutVars>
          <dgm:chMax val="1"/>
          <dgm:chPref val="1"/>
        </dgm:presLayoutVars>
      </dgm:prSet>
      <dgm:spPr/>
    </dgm:pt>
    <dgm:pt modelId="{3347E0A9-2623-448B-A4FE-34ED7BF78BA9}" type="pres">
      <dgm:prSet presAssocID="{BB11E3AC-0D79-4365-B336-7293154DEFF7}" presName="sibTrans" presStyleLbl="sibTrans2D1" presStyleIdx="0" presStyleCnt="0"/>
      <dgm:spPr/>
    </dgm:pt>
    <dgm:pt modelId="{22ED4A65-74DA-413E-A138-5C00D48563CB}" type="pres">
      <dgm:prSet presAssocID="{582371D1-E776-4F2F-A10A-95146543256C}" presName="compNode" presStyleCnt="0"/>
      <dgm:spPr/>
    </dgm:pt>
    <dgm:pt modelId="{1001004A-085F-45A4-BA41-43210D1CCE07}" type="pres">
      <dgm:prSet presAssocID="{582371D1-E776-4F2F-A10A-95146543256C}" presName="iconBgRect" presStyleLbl="bgShp" presStyleIdx="1" presStyleCnt="4"/>
      <dgm:spPr/>
    </dgm:pt>
    <dgm:pt modelId="{F4C38CF2-1BAD-453A-8FAF-9E42FAF97652}" type="pres">
      <dgm:prSet presAssocID="{582371D1-E776-4F2F-A10A-95146543256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80D19F09-E98D-42BE-8D87-530280473739}" type="pres">
      <dgm:prSet presAssocID="{582371D1-E776-4F2F-A10A-95146543256C}" presName="spaceRect" presStyleCnt="0"/>
      <dgm:spPr/>
    </dgm:pt>
    <dgm:pt modelId="{77C6504F-AF6C-4175-864F-983918DD7392}" type="pres">
      <dgm:prSet presAssocID="{582371D1-E776-4F2F-A10A-95146543256C}" presName="textRect" presStyleLbl="revTx" presStyleIdx="1" presStyleCnt="4">
        <dgm:presLayoutVars>
          <dgm:chMax val="1"/>
          <dgm:chPref val="1"/>
        </dgm:presLayoutVars>
      </dgm:prSet>
      <dgm:spPr/>
    </dgm:pt>
    <dgm:pt modelId="{962D52E0-F937-48B8-88B1-B899013F8142}" type="pres">
      <dgm:prSet presAssocID="{E31ED9F1-8BD2-4718-8FC5-8C2F24A588CC}" presName="sibTrans" presStyleLbl="sibTrans2D1" presStyleIdx="0" presStyleCnt="0"/>
      <dgm:spPr/>
    </dgm:pt>
    <dgm:pt modelId="{9E770D3F-E810-47AC-B4F9-A8CBA6A75FE7}" type="pres">
      <dgm:prSet presAssocID="{9FFA6E90-54A0-4A0D-A04A-04351D18DF58}" presName="compNode" presStyleCnt="0"/>
      <dgm:spPr/>
    </dgm:pt>
    <dgm:pt modelId="{1495BEE4-E03D-4D89-ABF9-69183F0F3D24}" type="pres">
      <dgm:prSet presAssocID="{9FFA6E90-54A0-4A0D-A04A-04351D18DF58}" presName="iconBgRect" presStyleLbl="bgShp" presStyleIdx="2" presStyleCnt="4"/>
      <dgm:spPr/>
    </dgm:pt>
    <dgm:pt modelId="{6576E10D-A8C1-40AA-8D59-E422B62D1E3A}" type="pres">
      <dgm:prSet presAssocID="{9FFA6E90-54A0-4A0D-A04A-04351D18DF5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1177A180-37F2-494F-96C5-A08382DFC7E5}" type="pres">
      <dgm:prSet presAssocID="{9FFA6E90-54A0-4A0D-A04A-04351D18DF58}" presName="spaceRect" presStyleCnt="0"/>
      <dgm:spPr/>
    </dgm:pt>
    <dgm:pt modelId="{45CF91D8-6B96-4D77-8EB4-B886F9ECE2E9}" type="pres">
      <dgm:prSet presAssocID="{9FFA6E90-54A0-4A0D-A04A-04351D18DF58}" presName="textRect" presStyleLbl="revTx" presStyleIdx="2" presStyleCnt="4">
        <dgm:presLayoutVars>
          <dgm:chMax val="1"/>
          <dgm:chPref val="1"/>
        </dgm:presLayoutVars>
      </dgm:prSet>
      <dgm:spPr/>
    </dgm:pt>
    <dgm:pt modelId="{1F9718C3-554C-48E1-BD4C-6352F4B31F4A}" type="pres">
      <dgm:prSet presAssocID="{4245842D-9A1A-4D4D-A9CC-B667C32E4859}" presName="sibTrans" presStyleLbl="sibTrans2D1" presStyleIdx="0" presStyleCnt="0"/>
      <dgm:spPr/>
    </dgm:pt>
    <dgm:pt modelId="{AFDC73B8-5F12-4E61-90BE-04C06342A782}" type="pres">
      <dgm:prSet presAssocID="{7FB18063-32A6-4069-97DB-33C95D5CF69D}" presName="compNode" presStyleCnt="0"/>
      <dgm:spPr/>
    </dgm:pt>
    <dgm:pt modelId="{CD02E85E-88DC-4E56-BC6D-1EE4BE787C8F}" type="pres">
      <dgm:prSet presAssocID="{7FB18063-32A6-4069-97DB-33C95D5CF69D}" presName="iconBgRect" presStyleLbl="bgShp" presStyleIdx="3" presStyleCnt="4"/>
      <dgm:spPr/>
    </dgm:pt>
    <dgm:pt modelId="{45E72183-FF86-48E2-A835-94140CE083D9}" type="pres">
      <dgm:prSet presAssocID="{7FB18063-32A6-4069-97DB-33C95D5CF69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rona de laureles"/>
        </a:ext>
      </dgm:extLst>
    </dgm:pt>
    <dgm:pt modelId="{4C8614A5-D885-4D23-A73B-28EB8F8BA9AD}" type="pres">
      <dgm:prSet presAssocID="{7FB18063-32A6-4069-97DB-33C95D5CF69D}" presName="spaceRect" presStyleCnt="0"/>
      <dgm:spPr/>
    </dgm:pt>
    <dgm:pt modelId="{C1841099-E918-4541-8E6D-EB1142952AE0}" type="pres">
      <dgm:prSet presAssocID="{7FB18063-32A6-4069-97DB-33C95D5CF69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FFCB407-98BE-4F69-ACF2-41B081972E42}" type="presOf" srcId="{9FFA6E90-54A0-4A0D-A04A-04351D18DF58}" destId="{45CF91D8-6B96-4D77-8EB4-B886F9ECE2E9}" srcOrd="0" destOrd="0" presId="urn:microsoft.com/office/officeart/2018/2/layout/IconCircleList"/>
    <dgm:cxn modelId="{077A0C1A-2082-4AD0-A553-E2D05A9E541B}" type="presOf" srcId="{582371D1-E776-4F2F-A10A-95146543256C}" destId="{77C6504F-AF6C-4175-864F-983918DD7392}" srcOrd="0" destOrd="0" presId="urn:microsoft.com/office/officeart/2018/2/layout/IconCircleList"/>
    <dgm:cxn modelId="{86412321-2BB7-4BFC-9842-C51F6215EE62}" type="presOf" srcId="{4245842D-9A1A-4D4D-A9CC-B667C32E4859}" destId="{1F9718C3-554C-48E1-BD4C-6352F4B31F4A}" srcOrd="0" destOrd="0" presId="urn:microsoft.com/office/officeart/2018/2/layout/IconCircleList"/>
    <dgm:cxn modelId="{4C16144F-6CFA-456F-B36D-2DB4E7C3AA6F}" srcId="{8F609A2B-8956-43D4-B54C-6511E5A348B9}" destId="{283158B9-CE4B-4E9D-A1FE-69F1EC58ABC1}" srcOrd="0" destOrd="0" parTransId="{933E80B0-25F9-4A35-978D-FA6C04689EB2}" sibTransId="{BB11E3AC-0D79-4365-B336-7293154DEFF7}"/>
    <dgm:cxn modelId="{3AFDBDB4-D17A-4D9C-AC9F-2A7D1C5B903F}" type="presOf" srcId="{8F609A2B-8956-43D4-B54C-6511E5A348B9}" destId="{EFDFA087-009B-49B2-AD7F-17C660A2F57D}" srcOrd="0" destOrd="0" presId="urn:microsoft.com/office/officeart/2018/2/layout/IconCircleList"/>
    <dgm:cxn modelId="{9C3583B8-C452-431D-A4CA-1EF85532097F}" srcId="{8F609A2B-8956-43D4-B54C-6511E5A348B9}" destId="{7FB18063-32A6-4069-97DB-33C95D5CF69D}" srcOrd="3" destOrd="0" parTransId="{419A144E-7695-4C7A-907A-CC8384F1EC66}" sibTransId="{8AB5FA45-8E78-40C1-A1CF-E112DF9BB8A5}"/>
    <dgm:cxn modelId="{4F8A00C1-DF35-49CD-97FA-0C3ABD8F3E49}" type="presOf" srcId="{7FB18063-32A6-4069-97DB-33C95D5CF69D}" destId="{C1841099-E918-4541-8E6D-EB1142952AE0}" srcOrd="0" destOrd="0" presId="urn:microsoft.com/office/officeart/2018/2/layout/IconCircleList"/>
    <dgm:cxn modelId="{1176D3D0-C058-4C56-95C5-13C24DEB37A6}" srcId="{8F609A2B-8956-43D4-B54C-6511E5A348B9}" destId="{582371D1-E776-4F2F-A10A-95146543256C}" srcOrd="1" destOrd="0" parTransId="{E14EBF20-476A-4F12-99A8-770B8B093162}" sibTransId="{E31ED9F1-8BD2-4718-8FC5-8C2F24A588CC}"/>
    <dgm:cxn modelId="{05996EDA-614E-4A61-8A7F-D617DC4AEE97}" type="presOf" srcId="{E31ED9F1-8BD2-4718-8FC5-8C2F24A588CC}" destId="{962D52E0-F937-48B8-88B1-B899013F8142}" srcOrd="0" destOrd="0" presId="urn:microsoft.com/office/officeart/2018/2/layout/IconCircleList"/>
    <dgm:cxn modelId="{8FFA6FDB-DA6C-4B35-9F7F-E5CBCD0166AA}" srcId="{8F609A2B-8956-43D4-B54C-6511E5A348B9}" destId="{9FFA6E90-54A0-4A0D-A04A-04351D18DF58}" srcOrd="2" destOrd="0" parTransId="{B8D850CB-4310-4C27-A63F-D92C34070924}" sibTransId="{4245842D-9A1A-4D4D-A9CC-B667C32E4859}"/>
    <dgm:cxn modelId="{FB3BB9EC-05BA-482C-87DE-ABE915B66310}" type="presOf" srcId="{283158B9-CE4B-4E9D-A1FE-69F1EC58ABC1}" destId="{DF24C986-6FE5-4EA6-ABD3-14DDE9D2ECC8}" srcOrd="0" destOrd="0" presId="urn:microsoft.com/office/officeart/2018/2/layout/IconCircleList"/>
    <dgm:cxn modelId="{0BEC19F6-976F-4699-A1EE-FE38F6F036AB}" type="presOf" srcId="{BB11E3AC-0D79-4365-B336-7293154DEFF7}" destId="{3347E0A9-2623-448B-A4FE-34ED7BF78BA9}" srcOrd="0" destOrd="0" presId="urn:microsoft.com/office/officeart/2018/2/layout/IconCircleList"/>
    <dgm:cxn modelId="{AD38A590-5FB9-47A0-8835-C0CD7C0E668F}" type="presParOf" srcId="{EFDFA087-009B-49B2-AD7F-17C660A2F57D}" destId="{DF5A5464-1E09-446D-99A7-A9F7BF08D4E2}" srcOrd="0" destOrd="0" presId="urn:microsoft.com/office/officeart/2018/2/layout/IconCircleList"/>
    <dgm:cxn modelId="{2F4C6FE4-D5A9-40B3-8F29-57CC203B5A70}" type="presParOf" srcId="{DF5A5464-1E09-446D-99A7-A9F7BF08D4E2}" destId="{D4E46CF3-6C1A-40E9-9CB7-B158E73F73BD}" srcOrd="0" destOrd="0" presId="urn:microsoft.com/office/officeart/2018/2/layout/IconCircleList"/>
    <dgm:cxn modelId="{5D0345E3-B164-4C12-9DCD-1EEE30393F15}" type="presParOf" srcId="{D4E46CF3-6C1A-40E9-9CB7-B158E73F73BD}" destId="{639B0349-761B-4440-BEC2-5B80C128C214}" srcOrd="0" destOrd="0" presId="urn:microsoft.com/office/officeart/2018/2/layout/IconCircleList"/>
    <dgm:cxn modelId="{698F7CBC-0CCE-4F4D-8C93-17A202A74AC2}" type="presParOf" srcId="{D4E46CF3-6C1A-40E9-9CB7-B158E73F73BD}" destId="{EC99AD6C-9DF2-43AD-BF31-8D298F4708D4}" srcOrd="1" destOrd="0" presId="urn:microsoft.com/office/officeart/2018/2/layout/IconCircleList"/>
    <dgm:cxn modelId="{ADEB66CD-46C3-4433-A133-B83B4068E3E0}" type="presParOf" srcId="{D4E46CF3-6C1A-40E9-9CB7-B158E73F73BD}" destId="{0AE3BEC9-F23E-4984-A801-901B6C733FC4}" srcOrd="2" destOrd="0" presId="urn:microsoft.com/office/officeart/2018/2/layout/IconCircleList"/>
    <dgm:cxn modelId="{D9ACBD3D-3E0C-4E6A-835A-2AFEADE83601}" type="presParOf" srcId="{D4E46CF3-6C1A-40E9-9CB7-B158E73F73BD}" destId="{DF24C986-6FE5-4EA6-ABD3-14DDE9D2ECC8}" srcOrd="3" destOrd="0" presId="urn:microsoft.com/office/officeart/2018/2/layout/IconCircleList"/>
    <dgm:cxn modelId="{D8A59D0F-0D7A-4B51-8819-5007C431DCF6}" type="presParOf" srcId="{DF5A5464-1E09-446D-99A7-A9F7BF08D4E2}" destId="{3347E0A9-2623-448B-A4FE-34ED7BF78BA9}" srcOrd="1" destOrd="0" presId="urn:microsoft.com/office/officeart/2018/2/layout/IconCircleList"/>
    <dgm:cxn modelId="{0681D1C3-DA3F-4E9F-BC1D-4A99706C3C28}" type="presParOf" srcId="{DF5A5464-1E09-446D-99A7-A9F7BF08D4E2}" destId="{22ED4A65-74DA-413E-A138-5C00D48563CB}" srcOrd="2" destOrd="0" presId="urn:microsoft.com/office/officeart/2018/2/layout/IconCircleList"/>
    <dgm:cxn modelId="{1ED814C5-094C-4CE5-8401-8B9BF629496A}" type="presParOf" srcId="{22ED4A65-74DA-413E-A138-5C00D48563CB}" destId="{1001004A-085F-45A4-BA41-43210D1CCE07}" srcOrd="0" destOrd="0" presId="urn:microsoft.com/office/officeart/2018/2/layout/IconCircleList"/>
    <dgm:cxn modelId="{45CD5ADB-429B-4E94-8FD8-C51FAC2FAF6D}" type="presParOf" srcId="{22ED4A65-74DA-413E-A138-5C00D48563CB}" destId="{F4C38CF2-1BAD-453A-8FAF-9E42FAF97652}" srcOrd="1" destOrd="0" presId="urn:microsoft.com/office/officeart/2018/2/layout/IconCircleList"/>
    <dgm:cxn modelId="{1028446C-4312-4D04-8D6A-E40CDE4C60B5}" type="presParOf" srcId="{22ED4A65-74DA-413E-A138-5C00D48563CB}" destId="{80D19F09-E98D-42BE-8D87-530280473739}" srcOrd="2" destOrd="0" presId="urn:microsoft.com/office/officeart/2018/2/layout/IconCircleList"/>
    <dgm:cxn modelId="{2C7F8764-C1AE-445D-B885-1F8BED98EA2B}" type="presParOf" srcId="{22ED4A65-74DA-413E-A138-5C00D48563CB}" destId="{77C6504F-AF6C-4175-864F-983918DD7392}" srcOrd="3" destOrd="0" presId="urn:microsoft.com/office/officeart/2018/2/layout/IconCircleList"/>
    <dgm:cxn modelId="{E09E053B-B397-478A-8A3A-A5597B21BE96}" type="presParOf" srcId="{DF5A5464-1E09-446D-99A7-A9F7BF08D4E2}" destId="{962D52E0-F937-48B8-88B1-B899013F8142}" srcOrd="3" destOrd="0" presId="urn:microsoft.com/office/officeart/2018/2/layout/IconCircleList"/>
    <dgm:cxn modelId="{E87ED406-F7B4-48BB-931E-B10EFF100580}" type="presParOf" srcId="{DF5A5464-1E09-446D-99A7-A9F7BF08D4E2}" destId="{9E770D3F-E810-47AC-B4F9-A8CBA6A75FE7}" srcOrd="4" destOrd="0" presId="urn:microsoft.com/office/officeart/2018/2/layout/IconCircleList"/>
    <dgm:cxn modelId="{E61580A5-0793-4E76-A97D-04FE73F7236C}" type="presParOf" srcId="{9E770D3F-E810-47AC-B4F9-A8CBA6A75FE7}" destId="{1495BEE4-E03D-4D89-ABF9-69183F0F3D24}" srcOrd="0" destOrd="0" presId="urn:microsoft.com/office/officeart/2018/2/layout/IconCircleList"/>
    <dgm:cxn modelId="{F30701A6-6F6B-497C-A94B-309260368582}" type="presParOf" srcId="{9E770D3F-E810-47AC-B4F9-A8CBA6A75FE7}" destId="{6576E10D-A8C1-40AA-8D59-E422B62D1E3A}" srcOrd="1" destOrd="0" presId="urn:microsoft.com/office/officeart/2018/2/layout/IconCircleList"/>
    <dgm:cxn modelId="{913BFB9F-8669-407F-A4F9-4E87A276BD70}" type="presParOf" srcId="{9E770D3F-E810-47AC-B4F9-A8CBA6A75FE7}" destId="{1177A180-37F2-494F-96C5-A08382DFC7E5}" srcOrd="2" destOrd="0" presId="urn:microsoft.com/office/officeart/2018/2/layout/IconCircleList"/>
    <dgm:cxn modelId="{E347E671-D2ED-4E58-B84A-E7862C9AA06F}" type="presParOf" srcId="{9E770D3F-E810-47AC-B4F9-A8CBA6A75FE7}" destId="{45CF91D8-6B96-4D77-8EB4-B886F9ECE2E9}" srcOrd="3" destOrd="0" presId="urn:microsoft.com/office/officeart/2018/2/layout/IconCircleList"/>
    <dgm:cxn modelId="{FA00F5A3-4EEB-41E2-B917-6AAD31C73F17}" type="presParOf" srcId="{DF5A5464-1E09-446D-99A7-A9F7BF08D4E2}" destId="{1F9718C3-554C-48E1-BD4C-6352F4B31F4A}" srcOrd="5" destOrd="0" presId="urn:microsoft.com/office/officeart/2018/2/layout/IconCircleList"/>
    <dgm:cxn modelId="{1F790650-CC86-4268-9E2C-F5C62EE17624}" type="presParOf" srcId="{DF5A5464-1E09-446D-99A7-A9F7BF08D4E2}" destId="{AFDC73B8-5F12-4E61-90BE-04C06342A782}" srcOrd="6" destOrd="0" presId="urn:microsoft.com/office/officeart/2018/2/layout/IconCircleList"/>
    <dgm:cxn modelId="{105327E3-80DC-47A5-BFBE-44F21BEADB42}" type="presParOf" srcId="{AFDC73B8-5F12-4E61-90BE-04C06342A782}" destId="{CD02E85E-88DC-4E56-BC6D-1EE4BE787C8F}" srcOrd="0" destOrd="0" presId="urn:microsoft.com/office/officeart/2018/2/layout/IconCircleList"/>
    <dgm:cxn modelId="{B1CAE4B8-9133-4275-9C36-47272EB66133}" type="presParOf" srcId="{AFDC73B8-5F12-4E61-90BE-04C06342A782}" destId="{45E72183-FF86-48E2-A835-94140CE083D9}" srcOrd="1" destOrd="0" presId="urn:microsoft.com/office/officeart/2018/2/layout/IconCircleList"/>
    <dgm:cxn modelId="{39B57E65-8E22-4906-8493-A6299F07DF9C}" type="presParOf" srcId="{AFDC73B8-5F12-4E61-90BE-04C06342A782}" destId="{4C8614A5-D885-4D23-A73B-28EB8F8BA9AD}" srcOrd="2" destOrd="0" presId="urn:microsoft.com/office/officeart/2018/2/layout/IconCircleList"/>
    <dgm:cxn modelId="{F3D7D3BE-A570-4B65-9B04-7A748451DFC6}" type="presParOf" srcId="{AFDC73B8-5F12-4E61-90BE-04C06342A782}" destId="{C1841099-E918-4541-8E6D-EB1142952AE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5EB289-3B3B-42F0-861D-143905E86D4C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094B540-A535-4192-8505-8597AC435A21}">
      <dgm:prSet/>
      <dgm:spPr/>
      <dgm:t>
        <a:bodyPr/>
        <a:lstStyle/>
        <a:p>
          <a:r>
            <a:rPr lang="es-ES"/>
            <a:t>Incremental:</a:t>
          </a:r>
          <a:br>
            <a:rPr lang="es-ES"/>
          </a:br>
          <a:r>
            <a:rPr lang="es-ES"/>
            <a:t> Se agregan módulos nuevos.</a:t>
          </a:r>
          <a:endParaRPr lang="en-US"/>
        </a:p>
      </dgm:t>
    </dgm:pt>
    <dgm:pt modelId="{EAC79CE1-6F75-4793-A393-5F6BFCDCE517}" type="parTrans" cxnId="{EFB43ED0-DFD1-4E2F-9BF8-492E68AC6B35}">
      <dgm:prSet/>
      <dgm:spPr/>
      <dgm:t>
        <a:bodyPr/>
        <a:lstStyle/>
        <a:p>
          <a:endParaRPr lang="en-US"/>
        </a:p>
      </dgm:t>
    </dgm:pt>
    <dgm:pt modelId="{15721957-2398-4CE5-A6A1-C431451EBD8D}" type="sibTrans" cxnId="{EFB43ED0-DFD1-4E2F-9BF8-492E68AC6B35}">
      <dgm:prSet/>
      <dgm:spPr/>
      <dgm:t>
        <a:bodyPr/>
        <a:lstStyle/>
        <a:p>
          <a:endParaRPr lang="en-US"/>
        </a:p>
      </dgm:t>
    </dgm:pt>
    <dgm:pt modelId="{4924BC15-16B6-4BD8-AACB-418A12D112D0}">
      <dgm:prSet/>
      <dgm:spPr/>
      <dgm:t>
        <a:bodyPr/>
        <a:lstStyle/>
        <a:p>
          <a:r>
            <a:rPr lang="es-ES"/>
            <a:t>Iterativo:</a:t>
          </a:r>
          <a:br>
            <a:rPr lang="es-ES"/>
          </a:br>
          <a:r>
            <a:rPr lang="es-ES"/>
            <a:t> Se perfecciona lo existente.</a:t>
          </a:r>
          <a:endParaRPr lang="en-US"/>
        </a:p>
      </dgm:t>
    </dgm:pt>
    <dgm:pt modelId="{8A76E8E1-88AB-45AA-9D3D-921D541C4BF6}" type="parTrans" cxnId="{59CF2009-7C61-4128-9578-5F09703E4035}">
      <dgm:prSet/>
      <dgm:spPr/>
      <dgm:t>
        <a:bodyPr/>
        <a:lstStyle/>
        <a:p>
          <a:endParaRPr lang="en-US"/>
        </a:p>
      </dgm:t>
    </dgm:pt>
    <dgm:pt modelId="{2B0713D9-9801-4FEF-9175-2B4C415A0D5C}" type="sibTrans" cxnId="{59CF2009-7C61-4128-9578-5F09703E4035}">
      <dgm:prSet/>
      <dgm:spPr/>
      <dgm:t>
        <a:bodyPr/>
        <a:lstStyle/>
        <a:p>
          <a:endParaRPr lang="en-US"/>
        </a:p>
      </dgm:t>
    </dgm:pt>
    <dgm:pt modelId="{507712EA-75D2-40E1-8D56-FCE35633BFC6}">
      <dgm:prSet/>
      <dgm:spPr/>
      <dgm:t>
        <a:bodyPr/>
        <a:lstStyle/>
        <a:p>
          <a:r>
            <a:rPr lang="es-ES"/>
            <a:t>Ambos reducen riesgo comparado con cascada.</a:t>
          </a:r>
          <a:endParaRPr lang="en-US"/>
        </a:p>
      </dgm:t>
    </dgm:pt>
    <dgm:pt modelId="{B9D08E75-50AC-4BBE-88CC-71F639DFEB05}" type="parTrans" cxnId="{83F38489-3012-4636-976A-0386B40A58A5}">
      <dgm:prSet/>
      <dgm:spPr/>
      <dgm:t>
        <a:bodyPr/>
        <a:lstStyle/>
        <a:p>
          <a:endParaRPr lang="en-US"/>
        </a:p>
      </dgm:t>
    </dgm:pt>
    <dgm:pt modelId="{FF6F22FC-CA17-49CD-81D4-12FAC2F58A61}" type="sibTrans" cxnId="{83F38489-3012-4636-976A-0386B40A58A5}">
      <dgm:prSet/>
      <dgm:spPr/>
      <dgm:t>
        <a:bodyPr/>
        <a:lstStyle/>
        <a:p>
          <a:endParaRPr lang="en-US"/>
        </a:p>
      </dgm:t>
    </dgm:pt>
    <dgm:pt modelId="{C6982F75-2BC1-4309-8107-8BD3EFEBBF01}" type="pres">
      <dgm:prSet presAssocID="{DC5EB289-3B3B-42F0-861D-143905E86D4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0A933F7-BC35-4D7E-98E0-3BBB36176CC7}" type="pres">
      <dgm:prSet presAssocID="{E094B540-A535-4192-8505-8597AC435A21}" presName="root" presStyleCnt="0"/>
      <dgm:spPr/>
    </dgm:pt>
    <dgm:pt modelId="{6EC198AD-89F6-47E2-854B-FC249503D017}" type="pres">
      <dgm:prSet presAssocID="{E094B540-A535-4192-8505-8597AC435A21}" presName="rootComposite" presStyleCnt="0"/>
      <dgm:spPr/>
    </dgm:pt>
    <dgm:pt modelId="{3086EF4E-BDF6-4899-9E79-9764ACF1C34E}" type="pres">
      <dgm:prSet presAssocID="{E094B540-A535-4192-8505-8597AC435A21}" presName="rootText" presStyleLbl="node1" presStyleIdx="0" presStyleCnt="3"/>
      <dgm:spPr/>
    </dgm:pt>
    <dgm:pt modelId="{82A04ED2-93F2-46E1-9D71-B3403429E69A}" type="pres">
      <dgm:prSet presAssocID="{E094B540-A535-4192-8505-8597AC435A21}" presName="rootConnector" presStyleLbl="node1" presStyleIdx="0" presStyleCnt="3"/>
      <dgm:spPr/>
    </dgm:pt>
    <dgm:pt modelId="{D140CEE7-837C-412E-8E1A-CF3496323449}" type="pres">
      <dgm:prSet presAssocID="{E094B540-A535-4192-8505-8597AC435A21}" presName="childShape" presStyleCnt="0"/>
      <dgm:spPr/>
    </dgm:pt>
    <dgm:pt modelId="{DCF29B3A-5B03-46E8-AD33-C8D4F1CAD87D}" type="pres">
      <dgm:prSet presAssocID="{4924BC15-16B6-4BD8-AACB-418A12D112D0}" presName="root" presStyleCnt="0"/>
      <dgm:spPr/>
    </dgm:pt>
    <dgm:pt modelId="{2C2492D9-294F-497A-92C1-40A34A1F87F8}" type="pres">
      <dgm:prSet presAssocID="{4924BC15-16B6-4BD8-AACB-418A12D112D0}" presName="rootComposite" presStyleCnt="0"/>
      <dgm:spPr/>
    </dgm:pt>
    <dgm:pt modelId="{1A7A043F-5EC7-4EED-9A6F-0420AC7ED5AE}" type="pres">
      <dgm:prSet presAssocID="{4924BC15-16B6-4BD8-AACB-418A12D112D0}" presName="rootText" presStyleLbl="node1" presStyleIdx="1" presStyleCnt="3"/>
      <dgm:spPr/>
    </dgm:pt>
    <dgm:pt modelId="{FE4EFC71-20EC-45CC-AB84-FA4F27189361}" type="pres">
      <dgm:prSet presAssocID="{4924BC15-16B6-4BD8-AACB-418A12D112D0}" presName="rootConnector" presStyleLbl="node1" presStyleIdx="1" presStyleCnt="3"/>
      <dgm:spPr/>
    </dgm:pt>
    <dgm:pt modelId="{5BBC793A-7FC9-4EA8-96CB-CD59370B6368}" type="pres">
      <dgm:prSet presAssocID="{4924BC15-16B6-4BD8-AACB-418A12D112D0}" presName="childShape" presStyleCnt="0"/>
      <dgm:spPr/>
    </dgm:pt>
    <dgm:pt modelId="{B772C862-8AE8-4257-9652-7CC077344E86}" type="pres">
      <dgm:prSet presAssocID="{507712EA-75D2-40E1-8D56-FCE35633BFC6}" presName="root" presStyleCnt="0"/>
      <dgm:spPr/>
    </dgm:pt>
    <dgm:pt modelId="{D14227DB-5ABE-496F-935F-9969A6143B73}" type="pres">
      <dgm:prSet presAssocID="{507712EA-75D2-40E1-8D56-FCE35633BFC6}" presName="rootComposite" presStyleCnt="0"/>
      <dgm:spPr/>
    </dgm:pt>
    <dgm:pt modelId="{AE209000-C6A4-440B-AF30-4D0B8550C7BB}" type="pres">
      <dgm:prSet presAssocID="{507712EA-75D2-40E1-8D56-FCE35633BFC6}" presName="rootText" presStyleLbl="node1" presStyleIdx="2" presStyleCnt="3"/>
      <dgm:spPr/>
    </dgm:pt>
    <dgm:pt modelId="{D3DC5C7C-768B-4914-BAC3-573A34B81693}" type="pres">
      <dgm:prSet presAssocID="{507712EA-75D2-40E1-8D56-FCE35633BFC6}" presName="rootConnector" presStyleLbl="node1" presStyleIdx="2" presStyleCnt="3"/>
      <dgm:spPr/>
    </dgm:pt>
    <dgm:pt modelId="{53B627B4-02B1-4173-B01C-B94AD391D2BC}" type="pres">
      <dgm:prSet presAssocID="{507712EA-75D2-40E1-8D56-FCE35633BFC6}" presName="childShape" presStyleCnt="0"/>
      <dgm:spPr/>
    </dgm:pt>
  </dgm:ptLst>
  <dgm:cxnLst>
    <dgm:cxn modelId="{59CF2009-7C61-4128-9578-5F09703E4035}" srcId="{DC5EB289-3B3B-42F0-861D-143905E86D4C}" destId="{4924BC15-16B6-4BD8-AACB-418A12D112D0}" srcOrd="1" destOrd="0" parTransId="{8A76E8E1-88AB-45AA-9D3D-921D541C4BF6}" sibTransId="{2B0713D9-9801-4FEF-9175-2B4C415A0D5C}"/>
    <dgm:cxn modelId="{26D7CC38-1539-4512-B4FA-7B4D6B4677E5}" type="presOf" srcId="{507712EA-75D2-40E1-8D56-FCE35633BFC6}" destId="{D3DC5C7C-768B-4914-BAC3-573A34B81693}" srcOrd="1" destOrd="0" presId="urn:microsoft.com/office/officeart/2005/8/layout/hierarchy3"/>
    <dgm:cxn modelId="{D723DD69-5993-4942-A529-B17E67A1A450}" type="presOf" srcId="{E094B540-A535-4192-8505-8597AC435A21}" destId="{82A04ED2-93F2-46E1-9D71-B3403429E69A}" srcOrd="1" destOrd="0" presId="urn:microsoft.com/office/officeart/2005/8/layout/hierarchy3"/>
    <dgm:cxn modelId="{FDBECB6D-632F-47D5-A2B8-9264646BE430}" type="presOf" srcId="{DC5EB289-3B3B-42F0-861D-143905E86D4C}" destId="{C6982F75-2BC1-4309-8107-8BD3EFEBBF01}" srcOrd="0" destOrd="0" presId="urn:microsoft.com/office/officeart/2005/8/layout/hierarchy3"/>
    <dgm:cxn modelId="{695AE25A-9906-44B8-B12E-C12B0E9BC0BC}" type="presOf" srcId="{4924BC15-16B6-4BD8-AACB-418A12D112D0}" destId="{1A7A043F-5EC7-4EED-9A6F-0420AC7ED5AE}" srcOrd="0" destOrd="0" presId="urn:microsoft.com/office/officeart/2005/8/layout/hierarchy3"/>
    <dgm:cxn modelId="{83F38489-3012-4636-976A-0386B40A58A5}" srcId="{DC5EB289-3B3B-42F0-861D-143905E86D4C}" destId="{507712EA-75D2-40E1-8D56-FCE35633BFC6}" srcOrd="2" destOrd="0" parTransId="{B9D08E75-50AC-4BBE-88CC-71F639DFEB05}" sibTransId="{FF6F22FC-CA17-49CD-81D4-12FAC2F58A61}"/>
    <dgm:cxn modelId="{76052CAB-E477-4BCD-904A-E73F141D4929}" type="presOf" srcId="{4924BC15-16B6-4BD8-AACB-418A12D112D0}" destId="{FE4EFC71-20EC-45CC-AB84-FA4F27189361}" srcOrd="1" destOrd="0" presId="urn:microsoft.com/office/officeart/2005/8/layout/hierarchy3"/>
    <dgm:cxn modelId="{6461ADB9-3889-484C-AF06-F17D20F5D47B}" type="presOf" srcId="{507712EA-75D2-40E1-8D56-FCE35633BFC6}" destId="{AE209000-C6A4-440B-AF30-4D0B8550C7BB}" srcOrd="0" destOrd="0" presId="urn:microsoft.com/office/officeart/2005/8/layout/hierarchy3"/>
    <dgm:cxn modelId="{EFB43ED0-DFD1-4E2F-9BF8-492E68AC6B35}" srcId="{DC5EB289-3B3B-42F0-861D-143905E86D4C}" destId="{E094B540-A535-4192-8505-8597AC435A21}" srcOrd="0" destOrd="0" parTransId="{EAC79CE1-6F75-4793-A393-5F6BFCDCE517}" sibTransId="{15721957-2398-4CE5-A6A1-C431451EBD8D}"/>
    <dgm:cxn modelId="{74AE5AF2-5EA4-46A3-846D-3FE57E90599C}" type="presOf" srcId="{E094B540-A535-4192-8505-8597AC435A21}" destId="{3086EF4E-BDF6-4899-9E79-9764ACF1C34E}" srcOrd="0" destOrd="0" presId="urn:microsoft.com/office/officeart/2005/8/layout/hierarchy3"/>
    <dgm:cxn modelId="{69BF54A8-A622-43D5-89B9-87D77851C7BF}" type="presParOf" srcId="{C6982F75-2BC1-4309-8107-8BD3EFEBBF01}" destId="{E0A933F7-BC35-4D7E-98E0-3BBB36176CC7}" srcOrd="0" destOrd="0" presId="urn:microsoft.com/office/officeart/2005/8/layout/hierarchy3"/>
    <dgm:cxn modelId="{F75710DF-6489-478D-8EFA-8884A810D67E}" type="presParOf" srcId="{E0A933F7-BC35-4D7E-98E0-3BBB36176CC7}" destId="{6EC198AD-89F6-47E2-854B-FC249503D017}" srcOrd="0" destOrd="0" presId="urn:microsoft.com/office/officeart/2005/8/layout/hierarchy3"/>
    <dgm:cxn modelId="{95520061-BCEE-470F-8835-AF78E75C64DC}" type="presParOf" srcId="{6EC198AD-89F6-47E2-854B-FC249503D017}" destId="{3086EF4E-BDF6-4899-9E79-9764ACF1C34E}" srcOrd="0" destOrd="0" presId="urn:microsoft.com/office/officeart/2005/8/layout/hierarchy3"/>
    <dgm:cxn modelId="{CDD6467F-CA66-459D-8B19-10A96388DFF8}" type="presParOf" srcId="{6EC198AD-89F6-47E2-854B-FC249503D017}" destId="{82A04ED2-93F2-46E1-9D71-B3403429E69A}" srcOrd="1" destOrd="0" presId="urn:microsoft.com/office/officeart/2005/8/layout/hierarchy3"/>
    <dgm:cxn modelId="{CD1FCF58-0877-4946-86C6-41F0F2B29FD6}" type="presParOf" srcId="{E0A933F7-BC35-4D7E-98E0-3BBB36176CC7}" destId="{D140CEE7-837C-412E-8E1A-CF3496323449}" srcOrd="1" destOrd="0" presId="urn:microsoft.com/office/officeart/2005/8/layout/hierarchy3"/>
    <dgm:cxn modelId="{27D109A3-EDCA-44B5-94DD-9112A3D7F390}" type="presParOf" srcId="{C6982F75-2BC1-4309-8107-8BD3EFEBBF01}" destId="{DCF29B3A-5B03-46E8-AD33-C8D4F1CAD87D}" srcOrd="1" destOrd="0" presId="urn:microsoft.com/office/officeart/2005/8/layout/hierarchy3"/>
    <dgm:cxn modelId="{CAF92CE3-306B-4157-9DAB-96BC72DE0BC2}" type="presParOf" srcId="{DCF29B3A-5B03-46E8-AD33-C8D4F1CAD87D}" destId="{2C2492D9-294F-497A-92C1-40A34A1F87F8}" srcOrd="0" destOrd="0" presId="urn:microsoft.com/office/officeart/2005/8/layout/hierarchy3"/>
    <dgm:cxn modelId="{4E1C73FC-C361-4BF3-B316-74E08236B3F3}" type="presParOf" srcId="{2C2492D9-294F-497A-92C1-40A34A1F87F8}" destId="{1A7A043F-5EC7-4EED-9A6F-0420AC7ED5AE}" srcOrd="0" destOrd="0" presId="urn:microsoft.com/office/officeart/2005/8/layout/hierarchy3"/>
    <dgm:cxn modelId="{59C8616A-FE92-4C36-A61E-8150D355554D}" type="presParOf" srcId="{2C2492D9-294F-497A-92C1-40A34A1F87F8}" destId="{FE4EFC71-20EC-45CC-AB84-FA4F27189361}" srcOrd="1" destOrd="0" presId="urn:microsoft.com/office/officeart/2005/8/layout/hierarchy3"/>
    <dgm:cxn modelId="{5CEA1E20-8510-4715-B794-6535593B2E50}" type="presParOf" srcId="{DCF29B3A-5B03-46E8-AD33-C8D4F1CAD87D}" destId="{5BBC793A-7FC9-4EA8-96CB-CD59370B6368}" srcOrd="1" destOrd="0" presId="urn:microsoft.com/office/officeart/2005/8/layout/hierarchy3"/>
    <dgm:cxn modelId="{D0AB311B-0A19-4C32-BD47-796D457D4F7C}" type="presParOf" srcId="{C6982F75-2BC1-4309-8107-8BD3EFEBBF01}" destId="{B772C862-8AE8-4257-9652-7CC077344E86}" srcOrd="2" destOrd="0" presId="urn:microsoft.com/office/officeart/2005/8/layout/hierarchy3"/>
    <dgm:cxn modelId="{2C010583-F36C-40C6-8855-4DA307BBFB52}" type="presParOf" srcId="{B772C862-8AE8-4257-9652-7CC077344E86}" destId="{D14227DB-5ABE-496F-935F-9969A6143B73}" srcOrd="0" destOrd="0" presId="urn:microsoft.com/office/officeart/2005/8/layout/hierarchy3"/>
    <dgm:cxn modelId="{4324039D-0078-4260-A9BC-F70B3088C02C}" type="presParOf" srcId="{D14227DB-5ABE-496F-935F-9969A6143B73}" destId="{AE209000-C6A4-440B-AF30-4D0B8550C7BB}" srcOrd="0" destOrd="0" presId="urn:microsoft.com/office/officeart/2005/8/layout/hierarchy3"/>
    <dgm:cxn modelId="{1FB9C21E-4F90-45B1-95E3-998661B97D98}" type="presParOf" srcId="{D14227DB-5ABE-496F-935F-9969A6143B73}" destId="{D3DC5C7C-768B-4914-BAC3-573A34B81693}" srcOrd="1" destOrd="0" presId="urn:microsoft.com/office/officeart/2005/8/layout/hierarchy3"/>
    <dgm:cxn modelId="{779F0E76-6E70-472C-B046-7AD2A2EB2C7B}" type="presParOf" srcId="{B772C862-8AE8-4257-9652-7CC077344E86}" destId="{53B627B4-02B1-4173-B01C-B94AD391D2BC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B0349-761B-4440-BEC2-5B80C128C214}">
      <dsp:nvSpPr>
        <dsp:cNvPr id="0" name=""/>
        <dsp:cNvSpPr/>
      </dsp:nvSpPr>
      <dsp:spPr>
        <a:xfrm>
          <a:off x="189082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9AD6C-9DF2-43AD-BF31-8D298F4708D4}">
      <dsp:nvSpPr>
        <dsp:cNvPr id="0" name=""/>
        <dsp:cNvSpPr/>
      </dsp:nvSpPr>
      <dsp:spPr>
        <a:xfrm>
          <a:off x="467104" y="286217"/>
          <a:ext cx="767869" cy="7678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4C986-6FE5-4EA6-ABD3-14DDE9D2ECC8}">
      <dsp:nvSpPr>
        <dsp:cNvPr id="0" name=""/>
        <dsp:cNvSpPr/>
      </dsp:nvSpPr>
      <dsp:spPr>
        <a:xfrm>
          <a:off x="1796691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Flujo de caja más rápido</a:t>
          </a:r>
          <a:endParaRPr lang="en-US" sz="2400" kern="1200"/>
        </a:p>
      </dsp:txBody>
      <dsp:txXfrm>
        <a:off x="1796691" y="8195"/>
        <a:ext cx="3120653" cy="1323913"/>
      </dsp:txXfrm>
    </dsp:sp>
    <dsp:sp modelId="{1001004A-085F-45A4-BA41-43210D1CCE07}">
      <dsp:nvSpPr>
        <dsp:cNvPr id="0" name=""/>
        <dsp:cNvSpPr/>
      </dsp:nvSpPr>
      <dsp:spPr>
        <a:xfrm>
          <a:off x="5461095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C38CF2-1BAD-453A-8FAF-9E42FAF97652}">
      <dsp:nvSpPr>
        <dsp:cNvPr id="0" name=""/>
        <dsp:cNvSpPr/>
      </dsp:nvSpPr>
      <dsp:spPr>
        <a:xfrm>
          <a:off x="5739116" y="286217"/>
          <a:ext cx="767869" cy="7678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6504F-AF6C-4175-864F-983918DD7392}">
      <dsp:nvSpPr>
        <dsp:cNvPr id="0" name=""/>
        <dsp:cNvSpPr/>
      </dsp:nvSpPr>
      <dsp:spPr>
        <a:xfrm>
          <a:off x="7068704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Feedback temprano</a:t>
          </a:r>
          <a:endParaRPr lang="en-US" sz="2400" kern="1200"/>
        </a:p>
      </dsp:txBody>
      <dsp:txXfrm>
        <a:off x="7068704" y="8195"/>
        <a:ext cx="3120653" cy="1323913"/>
      </dsp:txXfrm>
    </dsp:sp>
    <dsp:sp modelId="{1495BEE4-E03D-4D89-ABF9-69183F0F3D24}">
      <dsp:nvSpPr>
        <dsp:cNvPr id="0" name=""/>
        <dsp:cNvSpPr/>
      </dsp:nvSpPr>
      <dsp:spPr>
        <a:xfrm>
          <a:off x="189082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76E10D-A8C1-40AA-8D59-E422B62D1E3A}">
      <dsp:nvSpPr>
        <dsp:cNvPr id="0" name=""/>
        <dsp:cNvSpPr/>
      </dsp:nvSpPr>
      <dsp:spPr>
        <a:xfrm>
          <a:off x="467104" y="2155814"/>
          <a:ext cx="767869" cy="7678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CF91D8-6B96-4D77-8EB4-B886F9ECE2E9}">
      <dsp:nvSpPr>
        <dsp:cNvPr id="0" name=""/>
        <dsp:cNvSpPr/>
      </dsp:nvSpPr>
      <dsp:spPr>
        <a:xfrm>
          <a:off x="1796691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Reducción de riesgo financiero</a:t>
          </a:r>
          <a:endParaRPr lang="en-US" sz="2400" kern="1200"/>
        </a:p>
      </dsp:txBody>
      <dsp:txXfrm>
        <a:off x="1796691" y="1877792"/>
        <a:ext cx="3120653" cy="1323913"/>
      </dsp:txXfrm>
    </dsp:sp>
    <dsp:sp modelId="{CD02E85E-88DC-4E56-BC6D-1EE4BE787C8F}">
      <dsp:nvSpPr>
        <dsp:cNvPr id="0" name=""/>
        <dsp:cNvSpPr/>
      </dsp:nvSpPr>
      <dsp:spPr>
        <a:xfrm>
          <a:off x="5461095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E72183-FF86-48E2-A835-94140CE083D9}">
      <dsp:nvSpPr>
        <dsp:cNvPr id="0" name=""/>
        <dsp:cNvSpPr/>
      </dsp:nvSpPr>
      <dsp:spPr>
        <a:xfrm>
          <a:off x="5739116" y="2155814"/>
          <a:ext cx="767869" cy="7678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841099-E918-4541-8E6D-EB1142952AE0}">
      <dsp:nvSpPr>
        <dsp:cNvPr id="0" name=""/>
        <dsp:cNvSpPr/>
      </dsp:nvSpPr>
      <dsp:spPr>
        <a:xfrm>
          <a:off x="7068704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Priorización de valor</a:t>
          </a:r>
          <a:endParaRPr lang="en-US" sz="2400" kern="1200"/>
        </a:p>
      </dsp:txBody>
      <dsp:txXfrm>
        <a:off x="7068704" y="1877792"/>
        <a:ext cx="3120653" cy="13239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86EF4E-BDF6-4899-9E79-9764ACF1C34E}">
      <dsp:nvSpPr>
        <dsp:cNvPr id="0" name=""/>
        <dsp:cNvSpPr/>
      </dsp:nvSpPr>
      <dsp:spPr>
        <a:xfrm>
          <a:off x="1333" y="1316033"/>
          <a:ext cx="3121474" cy="156073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Incremental:</a:t>
          </a:r>
          <a:br>
            <a:rPr lang="es-ES" sz="2900" kern="1200"/>
          </a:br>
          <a:r>
            <a:rPr lang="es-ES" sz="2900" kern="1200"/>
            <a:t> Se agregan módulos nuevos.</a:t>
          </a:r>
          <a:endParaRPr lang="en-US" sz="2900" kern="1200"/>
        </a:p>
      </dsp:txBody>
      <dsp:txXfrm>
        <a:off x="47045" y="1361745"/>
        <a:ext cx="3030050" cy="1469313"/>
      </dsp:txXfrm>
    </dsp:sp>
    <dsp:sp modelId="{1A7A043F-5EC7-4EED-9A6F-0420AC7ED5AE}">
      <dsp:nvSpPr>
        <dsp:cNvPr id="0" name=""/>
        <dsp:cNvSpPr/>
      </dsp:nvSpPr>
      <dsp:spPr>
        <a:xfrm>
          <a:off x="3903177" y="1316033"/>
          <a:ext cx="3121474" cy="1560737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Iterativo:</a:t>
          </a:r>
          <a:br>
            <a:rPr lang="es-ES" sz="2900" kern="1200"/>
          </a:br>
          <a:r>
            <a:rPr lang="es-ES" sz="2900" kern="1200"/>
            <a:t> Se perfecciona lo existente.</a:t>
          </a:r>
          <a:endParaRPr lang="en-US" sz="2900" kern="1200"/>
        </a:p>
      </dsp:txBody>
      <dsp:txXfrm>
        <a:off x="3948889" y="1361745"/>
        <a:ext cx="3030050" cy="1469313"/>
      </dsp:txXfrm>
    </dsp:sp>
    <dsp:sp modelId="{AE209000-C6A4-440B-AF30-4D0B8550C7BB}">
      <dsp:nvSpPr>
        <dsp:cNvPr id="0" name=""/>
        <dsp:cNvSpPr/>
      </dsp:nvSpPr>
      <dsp:spPr>
        <a:xfrm>
          <a:off x="7805020" y="1316033"/>
          <a:ext cx="3121474" cy="1560737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Ambos reducen riesgo comparado con cascada.</a:t>
          </a:r>
          <a:endParaRPr lang="en-US" sz="2900" kern="1200"/>
        </a:p>
      </dsp:txBody>
      <dsp:txXfrm>
        <a:off x="7850732" y="1361745"/>
        <a:ext cx="3030050" cy="14693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500+ Imágenes de Desarrollo de Software | Descargar imágenes gratis en  Unsplash">
            <a:extLst>
              <a:ext uri="{FF2B5EF4-FFF2-40B4-BE49-F238E27FC236}">
                <a16:creationId xmlns:a16="http://schemas.microsoft.com/office/drawing/2014/main" id="{B2FEBCD3-4A1A-3716-EB2B-491C7EE0582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1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433260"/>
            <a:ext cx="9144000" cy="29005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Ingeneniería de Software 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75661" y="5334693"/>
            <a:ext cx="9144000" cy="1524597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ES" sz="1600">
                <a:solidFill>
                  <a:srgbClr val="FFFFFF"/>
                </a:solidFill>
                <a:ea typeface="+mn-lt"/>
                <a:cs typeface="+mn-lt"/>
              </a:rPr>
              <a:t>Modelo Incremental, Iterativo y RUP</a:t>
            </a:r>
          </a:p>
          <a:p>
            <a:r>
              <a:rPr lang="es-ES" sz="1600">
                <a:solidFill>
                  <a:srgbClr val="FFFFFF"/>
                </a:solidFill>
                <a:ea typeface="+mn-lt"/>
                <a:cs typeface="+mn-lt"/>
              </a:rPr>
              <a:t>Enfoque empresarial: </a:t>
            </a:r>
          </a:p>
          <a:p>
            <a:r>
              <a:rPr lang="es-ES" sz="1600">
                <a:solidFill>
                  <a:srgbClr val="FFFFFF"/>
                </a:solidFill>
                <a:ea typeface="+mn-lt"/>
                <a:cs typeface="+mn-lt"/>
              </a:rPr>
              <a:t>Entregas parciales, arquitectura temprana y transición hacia lo ágil</a:t>
            </a:r>
            <a:endParaRPr lang="es-ES" sz="1600">
              <a:solidFill>
                <a:srgbClr val="FFFFFF"/>
              </a:solidFill>
            </a:endParaRPr>
          </a:p>
          <a:p>
            <a:r>
              <a:rPr lang="es-ES" sz="1600">
                <a:solidFill>
                  <a:srgbClr val="FFFFFF"/>
                </a:solidFill>
              </a:rPr>
              <a:t>Ingeniero Luiferney Ortiz Parra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A6B478-A712-B082-962D-BCFA72462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Contexto Empresarial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20403C-B844-6AEF-3E85-5BF1EAA93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900">
                <a:ea typeface="+mn-lt"/>
                <a:cs typeface="+mn-lt"/>
              </a:rPr>
              <a:t>Imaginemos:</a:t>
            </a:r>
            <a:endParaRPr lang="es-ES" sz="1900"/>
          </a:p>
          <a:p>
            <a:pPr>
              <a:buNone/>
            </a:pPr>
            <a:r>
              <a:rPr lang="es-ES" sz="1900">
                <a:ea typeface="+mn-lt"/>
                <a:cs typeface="+mn-lt"/>
              </a:rPr>
              <a:t>Su empresa ganó un contrato para desarrollar una plataforma digital.</a:t>
            </a:r>
            <a:endParaRPr lang="es-ES" sz="1900"/>
          </a:p>
          <a:p>
            <a:pPr>
              <a:buNone/>
            </a:pPr>
            <a:r>
              <a:rPr lang="es-ES" sz="1900">
                <a:ea typeface="+mn-lt"/>
                <a:cs typeface="+mn-lt"/>
              </a:rPr>
              <a:t>El cliente exige: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Resultados visibles en 3 meses.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Reducción de riesgo.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Control de presupuesto.</a:t>
            </a:r>
            <a:endParaRPr lang="es-ES" sz="1900"/>
          </a:p>
          <a:p>
            <a:pPr indent="0">
              <a:buNone/>
            </a:pPr>
            <a:r>
              <a:rPr lang="es-ES" sz="1900">
                <a:ea typeface="+mn-lt"/>
                <a:cs typeface="+mn-lt"/>
              </a:rPr>
              <a:t>Pregunta:</a:t>
            </a:r>
            <a:endParaRPr lang="es-ES" sz="1900"/>
          </a:p>
          <a:p>
            <a:pPr>
              <a:buNone/>
            </a:pPr>
            <a:r>
              <a:rPr lang="es-ES" sz="1900">
                <a:ea typeface="+mn-lt"/>
                <a:cs typeface="+mn-lt"/>
              </a:rPr>
              <a:t>¿Tiene sentido entregar todo al final del proyecto?</a:t>
            </a:r>
            <a:endParaRPr lang="es-ES" sz="1900"/>
          </a:p>
          <a:p>
            <a:pPr marL="0" indent="0">
              <a:buNone/>
            </a:pPr>
            <a:endParaRPr lang="es-ES" sz="1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194DD6-062F-404D-BAB3-FBD4A598F1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89" r="40483" b="625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031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E6AF0-4C7F-2AB7-5B2D-D381FAE3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s-ES" sz="3600">
                <a:ea typeface="+mj-lt"/>
                <a:cs typeface="+mj-lt"/>
              </a:rPr>
              <a:t>El Problema del “Big Bang”</a:t>
            </a:r>
            <a:endParaRPr lang="es-ES" sz="3600"/>
          </a:p>
        </p:txBody>
      </p:sp>
      <p:pic>
        <p:nvPicPr>
          <p:cNvPr id="4" name="Imagen 3" descr="Teoría del Big Bang - Concepto, importancia y autores">
            <a:extLst>
              <a:ext uri="{FF2B5EF4-FFF2-40B4-BE49-F238E27FC236}">
                <a16:creationId xmlns:a16="http://schemas.microsoft.com/office/drawing/2014/main" id="{9D9A0526-8671-F096-41E7-A0D53F5978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68" b="20663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12EE7C-55A1-EB9B-B5D0-C09ECBFAF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800">
                <a:ea typeface="+mn-lt"/>
                <a:cs typeface="+mn-lt"/>
              </a:rPr>
              <a:t>Modelo tradicional extremo:</a:t>
            </a:r>
            <a:endParaRPr lang="es-ES" sz="1800"/>
          </a:p>
          <a:p>
            <a:pPr>
              <a:buNone/>
            </a:pPr>
            <a:r>
              <a:rPr lang="es-ES" sz="1800">
                <a:ea typeface="+mn-lt"/>
                <a:cs typeface="+mn-lt"/>
              </a:rPr>
              <a:t>Planificar todo → Construir todo → Entregar todo.</a:t>
            </a:r>
            <a:endParaRPr lang="es-ES" sz="1800"/>
          </a:p>
          <a:p>
            <a:pPr>
              <a:buNone/>
            </a:pPr>
            <a:r>
              <a:rPr lang="es-ES" sz="1800">
                <a:ea typeface="+mn-lt"/>
                <a:cs typeface="+mn-lt"/>
              </a:rPr>
              <a:t>Riesgos empresariales:</a:t>
            </a:r>
            <a:endParaRPr lang="es-ES" sz="1800"/>
          </a:p>
          <a:p>
            <a:pPr>
              <a:buFont typeface="Arial"/>
              <a:buChar char="•"/>
            </a:pPr>
            <a:r>
              <a:rPr lang="es-ES" sz="1800">
                <a:ea typeface="+mn-lt"/>
                <a:cs typeface="+mn-lt"/>
              </a:rPr>
              <a:t>Pérdida de inversión</a:t>
            </a:r>
            <a:endParaRPr lang="es-ES" sz="1800"/>
          </a:p>
          <a:p>
            <a:pPr>
              <a:buFont typeface="Arial"/>
              <a:buChar char="•"/>
            </a:pPr>
            <a:r>
              <a:rPr lang="es-ES" sz="1800">
                <a:ea typeface="+mn-lt"/>
                <a:cs typeface="+mn-lt"/>
              </a:rPr>
              <a:t>Mala adaptación al mercado</a:t>
            </a:r>
            <a:endParaRPr lang="es-ES" sz="1800"/>
          </a:p>
          <a:p>
            <a:pPr>
              <a:buFont typeface="Arial"/>
              <a:buChar char="•"/>
            </a:pPr>
            <a:r>
              <a:rPr lang="es-ES" sz="1800">
                <a:ea typeface="+mn-lt"/>
                <a:cs typeface="+mn-lt"/>
              </a:rPr>
              <a:t>Producto obsoleto al salir</a:t>
            </a:r>
            <a:endParaRPr lang="es-ES" sz="1800"/>
          </a:p>
          <a:p>
            <a:pPr marL="0" indent="0">
              <a:buNone/>
            </a:pPr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4059341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97FA7E-79C6-ECD2-5C9B-6EA24FDDD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es-ES">
                <a:ea typeface="+mj-lt"/>
                <a:cs typeface="+mj-lt"/>
              </a:rPr>
              <a:t>MODELO INCREMENTAL</a:t>
            </a:r>
            <a:endParaRPr lang="es-ES"/>
          </a:p>
        </p:txBody>
      </p:sp>
      <p:pic>
        <p:nvPicPr>
          <p:cNvPr id="4" name="Imagen 3" descr="Disrupción vs. cambios incrementales - AEEN">
            <a:extLst>
              <a:ext uri="{FF2B5EF4-FFF2-40B4-BE49-F238E27FC236}">
                <a16:creationId xmlns:a16="http://schemas.microsoft.com/office/drawing/2014/main" id="{B9CC0BF0-CFA5-5176-C023-3954470420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40" r="1" b="1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9DECB1-BA98-A450-46C3-77ED2AEED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Modelo Incremental: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El sistema se divide en partes funcionales completas.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Cada incremento: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Es usable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Aporta valor real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Puede ponerse en producción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3519291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FF001A-37CA-A912-4BCB-7A46F5F18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Ejemplo Empresarial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0B1865-93B1-ADD5-8FA7-28C7EE34A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Proyecto: Sistema académico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Incremento 1 → Gestión de usuarios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Incremento 2 → Gestión de materias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Incremento 3 → Reportes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Incremento 4 → Integración externa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Cada entrega genera retorno.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1118881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43CF95-6CD1-BDC3-10E3-6234A07B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ES" sz="4800">
                <a:ea typeface="+mj-lt"/>
                <a:cs typeface="+mj-lt"/>
              </a:rPr>
              <a:t>Ventajas Empresariales</a:t>
            </a:r>
            <a:endParaRPr lang="es-ES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Marcador de contenido 2">
            <a:extLst>
              <a:ext uri="{FF2B5EF4-FFF2-40B4-BE49-F238E27FC236}">
                <a16:creationId xmlns:a16="http://schemas.microsoft.com/office/drawing/2014/main" id="{26E764ED-B5ED-7AE6-34FC-5FEF306045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217023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2221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E8478F-5802-A94D-C271-600D06559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Riesgos del Modelo Incremental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510E25-E6D7-6FCE-FAFC-13A3C672D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Mala definición de dependencias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Problemas de integración tardía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Arquitectura insuficiente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Pregunta clave: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¿Se puede hacer incremental sin pensar arquitectura desde el inicio?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Figuras de casas en diferentes posiciones y tamaños">
            <a:extLst>
              <a:ext uri="{FF2B5EF4-FFF2-40B4-BE49-F238E27FC236}">
                <a16:creationId xmlns:a16="http://schemas.microsoft.com/office/drawing/2014/main" id="{1C29E5FE-6184-9F1D-358B-D765F359E7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70" r="34251" b="7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3409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48D54A-A7E9-8586-65E3-B8C0131DE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Aplicación al Proyecto Integrador</a:t>
            </a:r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77D2A2-EC00-F7BD-D079-3A3451FCA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Trabajo en equipos (10 min):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Definir: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¿Cuáles serían sus 3 primeros incrementos?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¿Cuál genera mayor valor?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¿Cuál tiene mayor riesgo?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Socialización breve.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2254332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582A3B-B17C-EBF1-1AE0-E87B71B07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MODELO ITERATIVO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2C6085-BFCF-5D8C-75BC-B48CBBE7F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Modelo Iterativo:</a:t>
            </a:r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El sistema se construye completo desde el inicio,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pero se mejora progresivamente en ciclos.</a:t>
            </a:r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Versión 1 → básica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Versión 2 → mejoras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Versión 3 → optimización</a:t>
            </a:r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Representación en 3D de un techo rojo en medio de casas blancas">
            <a:extLst>
              <a:ext uri="{FF2B5EF4-FFF2-40B4-BE49-F238E27FC236}">
                <a16:creationId xmlns:a16="http://schemas.microsoft.com/office/drawing/2014/main" id="{28AB7405-82A9-683A-4683-C25A6707A4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04" r="2453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331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EEB696-DF03-B215-B0A2-DFA29D65E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Diferencia Clave</a:t>
            </a:r>
            <a:endParaRPr lang="es-ES" sz="40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CA1FEA7-CBB6-4A0E-2603-F3BCA72E7C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507681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8513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F3F79C-A741-AEAC-C269-4CD13CA0B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>
                <a:ea typeface="+mj-lt"/>
                <a:cs typeface="+mj-lt"/>
              </a:rPr>
              <a:t>Enfoque Empresarial</a:t>
            </a:r>
            <a:endParaRPr lang="es-ES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725F2E-79B1-24E3-571F-AB9E68E01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400">
                <a:ea typeface="+mn-lt"/>
                <a:cs typeface="+mn-lt"/>
              </a:rPr>
              <a:t>El modelo iterativo permite: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Ajustar UX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Mejorar rendimiento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Refinar reglas de negocio</a:t>
            </a:r>
            <a:endParaRPr lang="es-ES" sz="2400"/>
          </a:p>
          <a:p>
            <a:pPr indent="0">
              <a:buNone/>
            </a:pPr>
            <a:r>
              <a:rPr lang="es-ES" sz="2400">
                <a:ea typeface="+mn-lt"/>
                <a:cs typeface="+mn-lt"/>
              </a:rPr>
              <a:t>Es ideal cuando el negocio evoluciona.</a:t>
            </a:r>
            <a:endParaRPr lang="es-ES" sz="2400"/>
          </a:p>
          <a:p>
            <a:pPr marL="0" indent="0">
              <a:buNone/>
            </a:pPr>
            <a:endParaRPr lang="es-E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06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091A50-CA48-140D-9520-FF7843DDB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Riesgo Empresarial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7BB97D-4EDB-B867-3635-AC507E27C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Si no hay arquitectura clara: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Cada iteración puede aumentar el acoplamiento.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Resultado: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Sistema difícil de mantener.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Aquí empieza la necesidad real de arquitectura sólida.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Vista con un ángulo bajo de la esquina del edificio contra el cielo azul claro">
            <a:extLst>
              <a:ext uri="{FF2B5EF4-FFF2-40B4-BE49-F238E27FC236}">
                <a16:creationId xmlns:a16="http://schemas.microsoft.com/office/drawing/2014/main" id="{604729EA-16F2-F881-1131-047323DB5B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00" r="28461" b="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06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194E12-614E-DCA2-EC2C-7254BAE85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RUP COMO PUENTE</a:t>
            </a:r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C24CE7-0F69-834F-4DD7-CCFE87D3A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3200">
                <a:ea typeface="+mn-lt"/>
                <a:cs typeface="+mn-lt"/>
              </a:rPr>
              <a:t>Desarrollado por </a:t>
            </a:r>
            <a:r>
              <a:rPr lang="es-ES" sz="3200" b="1">
                <a:ea typeface="+mn-lt"/>
                <a:cs typeface="+mn-lt"/>
              </a:rPr>
              <a:t>Rational Software</a:t>
            </a:r>
            <a:r>
              <a:rPr lang="es-ES" sz="3200">
                <a:ea typeface="+mn-lt"/>
                <a:cs typeface="+mn-lt"/>
              </a:rPr>
              <a:t>, luego integrado en </a:t>
            </a:r>
            <a:r>
              <a:rPr lang="es-ES" sz="3200" b="1">
                <a:ea typeface="+mn-lt"/>
                <a:cs typeface="+mn-lt"/>
              </a:rPr>
              <a:t>IBM</a:t>
            </a:r>
            <a:r>
              <a:rPr lang="es-ES" sz="3200">
                <a:ea typeface="+mn-lt"/>
                <a:cs typeface="+mn-lt"/>
              </a:rPr>
              <a:t>.</a:t>
            </a:r>
          </a:p>
          <a:p>
            <a:pPr>
              <a:buNone/>
            </a:pPr>
            <a:r>
              <a:rPr lang="es-ES" sz="3200">
                <a:ea typeface="+mn-lt"/>
                <a:cs typeface="+mn-lt"/>
              </a:rPr>
              <a:t>Rational Unified Process (RUP):</a:t>
            </a:r>
          </a:p>
          <a:p>
            <a:pPr>
              <a:buNone/>
            </a:pPr>
            <a:r>
              <a:rPr lang="es-ES" sz="3200">
                <a:ea typeface="+mn-lt"/>
                <a:cs typeface="+mn-lt"/>
              </a:rPr>
              <a:t>Modelo iterativo formal con enfoque arquitectónico fuerte.</a:t>
            </a:r>
          </a:p>
          <a:p>
            <a:pPr marL="0" indent="0">
              <a:buNone/>
            </a:pPr>
            <a:endParaRPr lang="es-ES" sz="3200"/>
          </a:p>
        </p:txBody>
      </p:sp>
    </p:spTree>
    <p:extLst>
      <p:ext uri="{BB962C8B-B14F-4D97-AF65-F5344CB8AC3E}">
        <p14:creationId xmlns:p14="http://schemas.microsoft.com/office/powerpoint/2010/main" val="782600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4" descr="Silueta de puesta de sol de un andamio en un sitio en construcción">
            <a:extLst>
              <a:ext uri="{FF2B5EF4-FFF2-40B4-BE49-F238E27FC236}">
                <a16:creationId xmlns:a16="http://schemas.microsoft.com/office/drawing/2014/main" id="{52E659BE-8E48-ADA7-D55D-A640542C49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23" r="14116" b="4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7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986818-3DEF-3FFF-E54C-4B16A3BAE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Fases de RUP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761FC9-53D5-F84B-FBFB-0C943BB32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Inicio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Elaboración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Construcción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Transición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Lo importante: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La arquitectura se define temprano.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680510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íneas 3D blancas que forman una pared y el suelo">
            <a:extLst>
              <a:ext uri="{FF2B5EF4-FFF2-40B4-BE49-F238E27FC236}">
                <a16:creationId xmlns:a16="http://schemas.microsoft.com/office/drawing/2014/main" id="{50AEC762-9B8F-33BA-ECA5-3C4794DD65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413" b="4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33D17A-E4E4-76A7-C0D5-E30888D0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Principio Empresarial de RUP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BD41DC-EB2B-8B45-46E3-D8F567E31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>
                <a:ea typeface="+mn-lt"/>
                <a:cs typeface="+mn-lt"/>
              </a:rPr>
              <a:t>RUP entiende algo clave:</a:t>
            </a:r>
            <a:endParaRPr lang="es-ES"/>
          </a:p>
          <a:p>
            <a:pPr>
              <a:buNone/>
            </a:pPr>
            <a:r>
              <a:rPr lang="es-ES">
                <a:ea typeface="+mn-lt"/>
                <a:cs typeface="+mn-lt"/>
              </a:rPr>
              <a:t>Si la arquitectura falla,</a:t>
            </a:r>
            <a:br>
              <a:rPr lang="es-ES">
                <a:ea typeface="+mn-lt"/>
                <a:cs typeface="+mn-lt"/>
              </a:rPr>
            </a:br>
            <a:r>
              <a:rPr lang="es-ES">
                <a:ea typeface="+mn-lt"/>
                <a:cs typeface="+mn-lt"/>
              </a:rPr>
              <a:t> el proyecto falla.</a:t>
            </a:r>
            <a:endParaRPr lang="es-ES"/>
          </a:p>
          <a:p>
            <a:pPr>
              <a:buNone/>
            </a:pPr>
            <a:r>
              <a:rPr lang="es-ES">
                <a:ea typeface="+mn-lt"/>
                <a:cs typeface="+mn-lt"/>
              </a:rPr>
              <a:t>Por eso la fase de Elaboración es crítica.</a:t>
            </a:r>
            <a:endParaRPr lang="es-ES"/>
          </a:p>
          <a:p>
            <a:pPr marL="0" indent="0">
              <a:buNone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9037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090646-5122-4FD3-A9CA-617869627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¿Por qué RUP fue tan influyente?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A0D3F1-F76F-D986-7304-DC0EF73D2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Porque introdujo: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Iteración estructurada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Gestión formal de riesgos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Arquitectura como eje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Disciplina empresarial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Fue el puente entre lo tradicional y lo ágil.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Edificios metálicos">
            <a:extLst>
              <a:ext uri="{FF2B5EF4-FFF2-40B4-BE49-F238E27FC236}">
                <a16:creationId xmlns:a16="http://schemas.microsoft.com/office/drawing/2014/main" id="{EF5C939D-F59A-2366-9853-65127C3C0E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061" r="13178" b="-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9612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8D3A8A-E6F7-A28D-F9FC-3713C0D69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s-ES" sz="5200">
                <a:solidFill>
                  <a:srgbClr val="FFFFFF"/>
                </a:solidFill>
                <a:ea typeface="+mj-lt"/>
                <a:cs typeface="+mj-lt"/>
              </a:rPr>
              <a:t>Limitaciones de RUP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AA32C8-36FA-E038-1C66-F36D36A75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s-E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Pesado documentalmente</a:t>
            </a:r>
            <a:endParaRPr lang="es-ES" sz="2000">
              <a:solidFill>
                <a:schemeClr val="tx1">
                  <a:alpha val="80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s-E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Complejo de implementar</a:t>
            </a:r>
            <a:endParaRPr lang="es-ES" sz="2000">
              <a:solidFill>
                <a:schemeClr val="tx1">
                  <a:alpha val="80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s-E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Costoso en equipos pequeños</a:t>
            </a:r>
            <a:endParaRPr lang="es-ES" sz="2000">
              <a:solidFill>
                <a:schemeClr val="tx1">
                  <a:alpha val="80000"/>
                </a:schemeClr>
              </a:solidFill>
            </a:endParaRPr>
          </a:p>
          <a:p>
            <a:pPr indent="0">
              <a:buNone/>
            </a:pPr>
            <a:r>
              <a:rPr lang="es-E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Pregunta:</a:t>
            </a:r>
            <a:endParaRPr lang="es-ES" sz="2000">
              <a:solidFill>
                <a:schemeClr val="tx1">
                  <a:alpha val="80000"/>
                </a:schemeClr>
              </a:solidFill>
            </a:endParaRPr>
          </a:p>
          <a:p>
            <a:pPr>
              <a:buNone/>
            </a:pPr>
            <a:r>
              <a:rPr lang="es-E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¿Un proyecto académico necesita todo el peso de RUP?</a:t>
            </a:r>
            <a:endParaRPr lang="es-ES" sz="20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s-E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842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014B15-9B64-76C1-EF70-ECB3080BA3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21" r="38897" b="-4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80571E-F5B3-178A-226A-CDB576DDD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Simulación: Junta Directiva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DA5EF7-FB19-EBCE-8498-E21D90741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700">
                <a:ea typeface="+mn-lt"/>
                <a:cs typeface="+mn-lt"/>
              </a:rPr>
              <a:t>Escenario:</a:t>
            </a:r>
            <a:endParaRPr lang="es-ES" sz="1700"/>
          </a:p>
          <a:p>
            <a:pPr>
              <a:buNone/>
            </a:pPr>
            <a:r>
              <a:rPr lang="es-ES" sz="1700">
                <a:ea typeface="+mn-lt"/>
                <a:cs typeface="+mn-lt"/>
              </a:rPr>
              <a:t>Ustedes presentan su estrategia metodológica ante la junta.</a:t>
            </a:r>
            <a:endParaRPr lang="es-ES" sz="1700"/>
          </a:p>
          <a:p>
            <a:pPr>
              <a:buNone/>
            </a:pPr>
            <a:r>
              <a:rPr lang="es-ES" sz="1700">
                <a:ea typeface="+mn-lt"/>
                <a:cs typeface="+mn-lt"/>
              </a:rPr>
              <a:t>Deben responder: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¿Incremental o Iterativo?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¿Por qué?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¿Qué riesgos están gestionando?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¿Cómo protegerán la arquitectura?</a:t>
            </a:r>
            <a:endParaRPr lang="es-ES" sz="1700"/>
          </a:p>
          <a:p>
            <a:pPr indent="0">
              <a:buNone/>
            </a:pPr>
            <a:r>
              <a:rPr lang="es-ES" sz="1700">
                <a:ea typeface="+mn-lt"/>
                <a:cs typeface="+mn-lt"/>
              </a:rPr>
              <a:t>Tiempo preparación: 10 min</a:t>
            </a:r>
            <a:br>
              <a:rPr lang="es-ES" sz="1700">
                <a:ea typeface="+mn-lt"/>
                <a:cs typeface="+mn-lt"/>
              </a:rPr>
            </a:br>
            <a:r>
              <a:rPr lang="es-ES" sz="1700">
                <a:ea typeface="+mn-lt"/>
                <a:cs typeface="+mn-lt"/>
              </a:rPr>
              <a:t> Presentación breve por equipo.</a:t>
            </a:r>
            <a:endParaRPr lang="es-ES" sz="1700"/>
          </a:p>
          <a:p>
            <a:pPr marL="0" indent="0">
              <a:buNone/>
            </a:pPr>
            <a:endParaRPr lang="es-ES" sz="1700"/>
          </a:p>
        </p:txBody>
      </p:sp>
    </p:spTree>
    <p:extLst>
      <p:ext uri="{BB962C8B-B14F-4D97-AF65-F5344CB8AC3E}">
        <p14:creationId xmlns:p14="http://schemas.microsoft.com/office/powerpoint/2010/main" val="4290108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as en escritorio de reunión">
            <a:extLst>
              <a:ext uri="{FF2B5EF4-FFF2-40B4-BE49-F238E27FC236}">
                <a16:creationId xmlns:a16="http://schemas.microsoft.com/office/drawing/2014/main" id="{4D670687-2F1E-70F7-B611-5DC6D7FDF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37" r="15850" b="-2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625371-7457-5AD6-C3A6-9FAD57F38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TRANSICIÓN HACIA LO ÁGIL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C547C1-0744-4800-FCC3-253EB0065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Mientras más iterativo el modelo:</a:t>
            </a:r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Más adaptable</a:t>
            </a:r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Más cercano al cliente</a:t>
            </a:r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Más dinámico</a:t>
            </a:r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La evolución hacia lo ágil era inevitable.</a:t>
            </a:r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1743697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D78C31-4882-48DD-E4DB-B55009EA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Pregunta Estratégica Final</a:t>
            </a:r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F9C024-52D3-8E7B-3264-F82D2A7AC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Si ya: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Entregamos por partes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Iteramos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Gestionamos riesgo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Entonces…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¿Qué falta para que nazca Scrum?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1473651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7784B3-95F2-33D9-6B28-2713682BA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Conexión con la Próxima Clase</a:t>
            </a:r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694F95-38A7-5270-D551-5FF403A5C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La próxima clase: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Compararemos formalmente: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Tradicional vs Ágil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Y cada equipo deberá tomar una decisión informada.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No por moda.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Sino por estrategia empresarial.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485400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49E4A7-31CF-B74C-F5EB-5B840B012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Conclusión 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C442B9-7E7B-9DB4-B40B-696F636F6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Los modelos evolucionaron porque el mercado lo exigió.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Las empresas no cambiaron por gusto.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Cambiaron por supervivencia.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La ingeniería de software moderna es estrategia empresarial aplicada al desarrollo.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3A4895-1EC1-EB8F-5004-6A41B42386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71" r="41572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7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Soluciones tecnológicas para el CRM y la fidelización de clientes » COPIMAR  Sistemas Impresión">
            <a:extLst>
              <a:ext uri="{FF2B5EF4-FFF2-40B4-BE49-F238E27FC236}">
                <a16:creationId xmlns:a16="http://schemas.microsoft.com/office/drawing/2014/main" id="{4C7F7FA9-8482-A3DB-8CA2-BFEBB6D5F2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55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1FF8C8-8AD8-0E10-5B42-7D1B57A0B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Mensaje del día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A913AB-8A87-FCDC-AA4B-E127BC400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2000">
                <a:ea typeface="+mn-lt"/>
                <a:cs typeface="+mn-lt"/>
              </a:rPr>
              <a:t>“Las grandes soluciones no nacen completas.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Se construyen por capas, por decisiones,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por versiones que aprenden de la anterior.”</a:t>
            </a: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34900764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23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4" baseType="lpstr">
      <vt:lpstr>Tema de Office</vt:lpstr>
      <vt:lpstr>Ingeneniería de Software I</vt:lpstr>
      <vt:lpstr>Contexto Empresarial</vt:lpstr>
      <vt:lpstr>El Problema del “Big Bang”</vt:lpstr>
      <vt:lpstr>MODELO INCREMENTAL</vt:lpstr>
      <vt:lpstr>Ejemplo Empresarial</vt:lpstr>
      <vt:lpstr>Ventajas Empresariales</vt:lpstr>
      <vt:lpstr>Riesgos del Modelo Incremental</vt:lpstr>
      <vt:lpstr>Aplicación al Proyecto Integrador</vt:lpstr>
      <vt:lpstr>MODELO ITERATIVO</vt:lpstr>
      <vt:lpstr>Diferencia Clave</vt:lpstr>
      <vt:lpstr>Enfoque Empresarial</vt:lpstr>
      <vt:lpstr>Riesgo Empresarial</vt:lpstr>
      <vt:lpstr>RUP COMO PUENTE</vt:lpstr>
      <vt:lpstr>Fases de RUP</vt:lpstr>
      <vt:lpstr>Principio Empresarial de RUP</vt:lpstr>
      <vt:lpstr>¿Por qué RUP fue tan influyente?</vt:lpstr>
      <vt:lpstr>Limitaciones de RUP</vt:lpstr>
      <vt:lpstr>Simulación: Junta Directiva</vt:lpstr>
      <vt:lpstr>TRANSICIÓN HACIA LO ÁGIL</vt:lpstr>
      <vt:lpstr>Pregunta Estratégica Final</vt:lpstr>
      <vt:lpstr>Conexión con la Próxima Clase</vt:lpstr>
      <vt:lpstr>Conclusión </vt:lpstr>
      <vt:lpstr>Mensaje del día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91</cp:revision>
  <dcterms:created xsi:type="dcterms:W3CDTF">2026-03-02T01:51:09Z</dcterms:created>
  <dcterms:modified xsi:type="dcterms:W3CDTF">2026-03-02T02:07:22Z</dcterms:modified>
</cp:coreProperties>
</file>