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D7F92-28E8-9CB1-05BF-C44FA6A961FB}" v="122" dt="2026-02-23T04:16:54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B96D7F92-28E8-9CB1-05BF-C44FA6A961FB}"/>
    <pc:docChg chg="addSld modSld">
      <pc:chgData name="LUIFERNEY ORTIZ PARRA" userId="S::luiferneyortiz@ucundinamarca.edu.co::311f1f2d-e9a2-4bc8-96ab-a2f2d284c8a5" providerId="AD" clId="Web-{B96D7F92-28E8-9CB1-05BF-C44FA6A961FB}" dt="2026-02-23T04:16:57.902" v="140"/>
      <pc:docMkLst>
        <pc:docMk/>
      </pc:docMkLst>
      <pc:sldChg chg="addSp modSp mod setBg">
        <pc:chgData name="LUIFERNEY ORTIZ PARRA" userId="S::luiferneyortiz@ucundinamarca.edu.co::311f1f2d-e9a2-4bc8-96ab-a2f2d284c8a5" providerId="AD" clId="Web-{B96D7F92-28E8-9CB1-05BF-C44FA6A961FB}" dt="2026-02-23T04:14:08.830" v="121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B96D7F92-28E8-9CB1-05BF-C44FA6A961FB}" dt="2026-02-23T04:14:08.830" v="121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4:08.830" v="121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08.830" v="121"/>
          <ac:spMkLst>
            <pc:docMk/>
            <pc:sldMk cId="2406273178" sldId="256"/>
            <ac:spMk id="9" creationId="{657F69E0-C4B0-4BEC-A689-4F8D877F05D4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08.830" v="121"/>
          <ac:spMkLst>
            <pc:docMk/>
            <pc:sldMk cId="2406273178" sldId="256"/>
            <ac:spMk id="11" creationId="{9F6380B4-6A1C-481E-8408-B4E6C75B9B81}"/>
          </ac:spMkLst>
        </pc:spChg>
        <pc:picChg chg="add mod ord">
          <ac:chgData name="LUIFERNEY ORTIZ PARRA" userId="S::luiferneyortiz@ucundinamarca.edu.co::311f1f2d-e9a2-4bc8-96ab-a2f2d284c8a5" providerId="AD" clId="Web-{B96D7F92-28E8-9CB1-05BF-C44FA6A961FB}" dt="2026-02-23T04:14:08.830" v="121"/>
          <ac:picMkLst>
            <pc:docMk/>
            <pc:sldMk cId="2406273178" sldId="256"/>
            <ac:picMk id="4" creationId="{A0F3F6D8-6ACA-138F-3BF6-E9A9529E500F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4:22.503" v="122"/>
        <pc:sldMkLst>
          <pc:docMk/>
          <pc:sldMk cId="21967886" sldId="257"/>
        </pc:sldMkLst>
        <pc:spChg chg="mod">
          <ac:chgData name="LUIFERNEY ORTIZ PARRA" userId="S::luiferneyortiz@ucundinamarca.edu.co::311f1f2d-e9a2-4bc8-96ab-a2f2d284c8a5" providerId="AD" clId="Web-{B96D7F92-28E8-9CB1-05BF-C44FA6A961FB}" dt="2026-02-23T04:14:22.503" v="122"/>
          <ac:spMkLst>
            <pc:docMk/>
            <pc:sldMk cId="21967886" sldId="257"/>
            <ac:spMk id="2" creationId="{A7EC46B7-241F-5E7A-5A5F-13D66EEE35B0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4:22.503" v="122"/>
          <ac:spMkLst>
            <pc:docMk/>
            <pc:sldMk cId="21967886" sldId="257"/>
            <ac:spMk id="3" creationId="{F11E4BCE-D1A8-10C1-211F-3D6590DB2A8F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22.503" v="122"/>
          <ac:spMkLst>
            <pc:docMk/>
            <pc:sldMk cId="21967886" sldId="257"/>
            <ac:spMk id="8" creationId="{B6CDA21F-E7AF-4C75-8395-33F58D5B0E45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22.503" v="122"/>
          <ac:spMkLst>
            <pc:docMk/>
            <pc:sldMk cId="21967886" sldId="257"/>
            <ac:spMk id="15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B96D7F92-28E8-9CB1-05BF-C44FA6A961FB}" dt="2026-02-23T04:14:22.503" v="122"/>
          <ac:grpSpMkLst>
            <pc:docMk/>
            <pc:sldMk cId="21967886" sldId="257"/>
            <ac:grpSpMk id="10" creationId="{AE1C45F0-260A-458C-96ED-C1F6D2151219}"/>
          </ac:grpSpMkLst>
        </pc:grpChg>
        <pc:cxnChg chg="add">
          <ac:chgData name="LUIFERNEY ORTIZ PARRA" userId="S::luiferneyortiz@ucundinamarca.edu.co::311f1f2d-e9a2-4bc8-96ab-a2f2d284c8a5" providerId="AD" clId="Web-{B96D7F92-28E8-9CB1-05BF-C44FA6A961FB}" dt="2026-02-23T04:14:22.503" v="122"/>
          <ac:cxnSpMkLst>
            <pc:docMk/>
            <pc:sldMk cId="21967886" sldId="257"/>
            <ac:cxnSpMk id="17" creationId="{6CF1BAF6-AD41-4082-B212-8A1F9A2E8779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4:43.317" v="123"/>
        <pc:sldMkLst>
          <pc:docMk/>
          <pc:sldMk cId="1637544365" sldId="258"/>
        </pc:sldMkLst>
        <pc:spChg chg="mod">
          <ac:chgData name="LUIFERNEY ORTIZ PARRA" userId="S::luiferneyortiz@ucundinamarca.edu.co::311f1f2d-e9a2-4bc8-96ab-a2f2d284c8a5" providerId="AD" clId="Web-{B96D7F92-28E8-9CB1-05BF-C44FA6A961FB}" dt="2026-02-23T04:14:43.317" v="123"/>
          <ac:spMkLst>
            <pc:docMk/>
            <pc:sldMk cId="1637544365" sldId="258"/>
            <ac:spMk id="2" creationId="{2D56743F-F17E-D4F2-0CF2-CE60CE93304F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4:43.317" v="123"/>
          <ac:spMkLst>
            <pc:docMk/>
            <pc:sldMk cId="1637544365" sldId="258"/>
            <ac:spMk id="3" creationId="{3EF57B25-B4DE-268E-7FD9-6194B6A605FE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43.317" v="123"/>
          <ac:spMkLst>
            <pc:docMk/>
            <pc:sldMk cId="1637544365" sldId="258"/>
            <ac:spMk id="8" creationId="{95408913-B323-422F-B521-2957A5B7FEE8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43.317" v="123"/>
          <ac:spMkLst>
            <pc:docMk/>
            <pc:sldMk cId="1637544365" sldId="258"/>
            <ac:spMk id="10" creationId="{AA770EBD-5B77-46EC-BF58-EF27ACD6B47C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4:48.849" v="124"/>
        <pc:sldMkLst>
          <pc:docMk/>
          <pc:sldMk cId="599921334" sldId="259"/>
        </pc:sldMkLst>
        <pc:spChg chg="mod">
          <ac:chgData name="LUIFERNEY ORTIZ PARRA" userId="S::luiferneyortiz@ucundinamarca.edu.co::311f1f2d-e9a2-4bc8-96ab-a2f2d284c8a5" providerId="AD" clId="Web-{B96D7F92-28E8-9CB1-05BF-C44FA6A961FB}" dt="2026-02-23T04:14:48.849" v="124"/>
          <ac:spMkLst>
            <pc:docMk/>
            <pc:sldMk cId="599921334" sldId="259"/>
            <ac:spMk id="2" creationId="{1870F3BD-6E82-9F2B-5E1A-D04CEEA2C893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4:48.849" v="124"/>
          <ac:spMkLst>
            <pc:docMk/>
            <pc:sldMk cId="599921334" sldId="259"/>
            <ac:spMk id="3" creationId="{1ECE2B4B-FB85-DD61-E69F-61CD3721EEED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48.849" v="124"/>
          <ac:spMkLst>
            <pc:docMk/>
            <pc:sldMk cId="599921334" sldId="259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48.849" v="124"/>
          <ac:spMkLst>
            <pc:docMk/>
            <pc:sldMk cId="599921334" sldId="259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96D7F92-28E8-9CB1-05BF-C44FA6A961FB}" dt="2026-02-23T04:14:48.849" v="124"/>
          <ac:picMkLst>
            <pc:docMk/>
            <pc:sldMk cId="599921334" sldId="259"/>
            <ac:picMk id="5" creationId="{BA271C48-D44E-93D0-EE99-02FB6D9D53DD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4:58.334" v="125"/>
        <pc:sldMkLst>
          <pc:docMk/>
          <pc:sldMk cId="2904768180" sldId="260"/>
        </pc:sldMkLst>
        <pc:spChg chg="mod">
          <ac:chgData name="LUIFERNEY ORTIZ PARRA" userId="S::luiferneyortiz@ucundinamarca.edu.co::311f1f2d-e9a2-4bc8-96ab-a2f2d284c8a5" providerId="AD" clId="Web-{B96D7F92-28E8-9CB1-05BF-C44FA6A961FB}" dt="2026-02-23T04:14:58.334" v="125"/>
          <ac:spMkLst>
            <pc:docMk/>
            <pc:sldMk cId="2904768180" sldId="260"/>
            <ac:spMk id="2" creationId="{90B7C778-5B64-C243-2303-79353F7A70FE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4:58.334" v="125"/>
          <ac:spMkLst>
            <pc:docMk/>
            <pc:sldMk cId="2904768180" sldId="260"/>
            <ac:spMk id="3" creationId="{68AFF623-18D5-B572-09D5-95B53E4B5613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58.334" v="125"/>
          <ac:spMkLst>
            <pc:docMk/>
            <pc:sldMk cId="2904768180" sldId="260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4:58.334" v="125"/>
          <ac:spMkLst>
            <pc:docMk/>
            <pc:sldMk cId="2904768180" sldId="260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96D7F92-28E8-9CB1-05BF-C44FA6A961FB}" dt="2026-02-23T04:14:58.334" v="125"/>
          <ac:picMkLst>
            <pc:docMk/>
            <pc:sldMk cId="2904768180" sldId="260"/>
            <ac:picMk id="5" creationId="{F6B391BE-F03F-9A59-1E1A-D61E65E13099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5:17.054" v="126"/>
        <pc:sldMkLst>
          <pc:docMk/>
          <pc:sldMk cId="2991764280" sldId="261"/>
        </pc:sldMkLst>
        <pc:spChg chg="mod">
          <ac:chgData name="LUIFERNEY ORTIZ PARRA" userId="S::luiferneyortiz@ucundinamarca.edu.co::311f1f2d-e9a2-4bc8-96ab-a2f2d284c8a5" providerId="AD" clId="Web-{B96D7F92-28E8-9CB1-05BF-C44FA6A961FB}" dt="2026-02-23T04:15:17.054" v="126"/>
          <ac:spMkLst>
            <pc:docMk/>
            <pc:sldMk cId="2991764280" sldId="261"/>
            <ac:spMk id="2" creationId="{FF69FF27-5CAF-FBFF-94CA-58A9C18B4D30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5:17.054" v="126"/>
          <ac:spMkLst>
            <pc:docMk/>
            <pc:sldMk cId="2991764280" sldId="261"/>
            <ac:spMk id="3" creationId="{306A8124-4675-0F3C-D6DE-F77EE5F346D0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17.054" v="126"/>
          <ac:spMkLst>
            <pc:docMk/>
            <pc:sldMk cId="2991764280" sldId="261"/>
            <ac:spMk id="8" creationId="{B6CDA21F-E7AF-4C75-8395-33F58D5B0E45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17.054" v="126"/>
          <ac:spMkLst>
            <pc:docMk/>
            <pc:sldMk cId="2991764280" sldId="261"/>
            <ac:spMk id="15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B96D7F92-28E8-9CB1-05BF-C44FA6A961FB}" dt="2026-02-23T04:15:17.054" v="126"/>
          <ac:grpSpMkLst>
            <pc:docMk/>
            <pc:sldMk cId="2991764280" sldId="261"/>
            <ac:grpSpMk id="10" creationId="{AE1C45F0-260A-458C-96ED-C1F6D2151219}"/>
          </ac:grpSpMkLst>
        </pc:grpChg>
        <pc:cxnChg chg="add">
          <ac:chgData name="LUIFERNEY ORTIZ PARRA" userId="S::luiferneyortiz@ucundinamarca.edu.co::311f1f2d-e9a2-4bc8-96ab-a2f2d284c8a5" providerId="AD" clId="Web-{B96D7F92-28E8-9CB1-05BF-C44FA6A961FB}" dt="2026-02-23T04:15:17.054" v="126"/>
          <ac:cxnSpMkLst>
            <pc:docMk/>
            <pc:sldMk cId="2991764280" sldId="261"/>
            <ac:cxnSpMk id="17" creationId="{6CF1BAF6-AD41-4082-B212-8A1F9A2E8779}"/>
          </ac:cxnSpMkLst>
        </pc:cxnChg>
      </pc:sldChg>
      <pc:sldChg chg="addSp delSp modSp new mod setBg">
        <pc:chgData name="LUIFERNEY ORTIZ PARRA" userId="S::luiferneyortiz@ucundinamarca.edu.co::311f1f2d-e9a2-4bc8-96ab-a2f2d284c8a5" providerId="AD" clId="Web-{B96D7F92-28E8-9CB1-05BF-C44FA6A961FB}" dt="2026-02-23T04:15:28.180" v="131"/>
        <pc:sldMkLst>
          <pc:docMk/>
          <pc:sldMk cId="565736358" sldId="262"/>
        </pc:sldMkLst>
        <pc:spChg chg="mod">
          <ac:chgData name="LUIFERNEY ORTIZ PARRA" userId="S::luiferneyortiz@ucundinamarca.edu.co::311f1f2d-e9a2-4bc8-96ab-a2f2d284c8a5" providerId="AD" clId="Web-{B96D7F92-28E8-9CB1-05BF-C44FA6A961FB}" dt="2026-02-23T04:15:28.180" v="131"/>
          <ac:spMkLst>
            <pc:docMk/>
            <pc:sldMk cId="565736358" sldId="262"/>
            <ac:spMk id="2" creationId="{593315F2-DD2E-DE54-4825-7BC272B0812D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5:28.180" v="131"/>
          <ac:spMkLst>
            <pc:docMk/>
            <pc:sldMk cId="565736358" sldId="262"/>
            <ac:spMk id="3" creationId="{192D9692-8CA8-61FE-CEA0-379C1976CFC4}"/>
          </ac:spMkLst>
        </pc:spChg>
        <pc:spChg chg="add del">
          <ac:chgData name="LUIFERNEY ORTIZ PARRA" userId="S::luiferneyortiz@ucundinamarca.edu.co::311f1f2d-e9a2-4bc8-96ab-a2f2d284c8a5" providerId="AD" clId="Web-{B96D7F92-28E8-9CB1-05BF-C44FA6A961FB}" dt="2026-02-23T04:15:25.336" v="128"/>
          <ac:spMkLst>
            <pc:docMk/>
            <pc:sldMk cId="565736358" sldId="262"/>
            <ac:spMk id="9" creationId="{C0763A76-9F1C-4FC5-82B7-DD475DA461B2}"/>
          </ac:spMkLst>
        </pc:spChg>
        <pc:spChg chg="add del">
          <ac:chgData name="LUIFERNEY ORTIZ PARRA" userId="S::luiferneyortiz@ucundinamarca.edu.co::311f1f2d-e9a2-4bc8-96ab-a2f2d284c8a5" providerId="AD" clId="Web-{B96D7F92-28E8-9CB1-05BF-C44FA6A961FB}" dt="2026-02-23T04:15:25.336" v="128"/>
          <ac:spMkLst>
            <pc:docMk/>
            <pc:sldMk cId="565736358" sldId="262"/>
            <ac:spMk id="11" creationId="{E81BF4F6-F2CF-4984-9D14-D6966D92F99F}"/>
          </ac:spMkLst>
        </pc:spChg>
        <pc:spChg chg="add del">
          <ac:chgData name="LUIFERNEY ORTIZ PARRA" userId="S::luiferneyortiz@ucundinamarca.edu.co::311f1f2d-e9a2-4bc8-96ab-a2f2d284c8a5" providerId="AD" clId="Web-{B96D7F92-28E8-9CB1-05BF-C44FA6A961FB}" dt="2026-02-23T04:15:28.149" v="130"/>
          <ac:spMkLst>
            <pc:docMk/>
            <pc:sldMk cId="565736358" sldId="262"/>
            <ac:spMk id="13" creationId="{9F7D5CDA-D291-4307-BF55-1381FED29634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28.180" v="131"/>
          <ac:spMkLst>
            <pc:docMk/>
            <pc:sldMk cId="565736358" sldId="262"/>
            <ac:spMk id="16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28.180" v="131"/>
          <ac:spMkLst>
            <pc:docMk/>
            <pc:sldMk cId="565736358" sldId="262"/>
            <ac:spMk id="17" creationId="{E81BF4F6-F2CF-4984-9D14-D6966D92F99F}"/>
          </ac:spMkLst>
        </pc:spChg>
        <pc:picChg chg="add del">
          <ac:chgData name="LUIFERNEY ORTIZ PARRA" userId="S::luiferneyortiz@ucundinamarca.edu.co::311f1f2d-e9a2-4bc8-96ab-a2f2d284c8a5" providerId="AD" clId="Web-{B96D7F92-28E8-9CB1-05BF-C44FA6A961FB}" dt="2026-02-23T04:15:25.336" v="128"/>
          <ac:picMkLst>
            <pc:docMk/>
            <pc:sldMk cId="565736358" sldId="262"/>
            <ac:picMk id="5" creationId="{736ADC9A-410D-7869-AE36-E29A2F2F2BCC}"/>
          </ac:picMkLst>
        </pc:picChg>
        <pc:picChg chg="add del">
          <ac:chgData name="LUIFERNEY ORTIZ PARRA" userId="S::luiferneyortiz@ucundinamarca.edu.co::311f1f2d-e9a2-4bc8-96ab-a2f2d284c8a5" providerId="AD" clId="Web-{B96D7F92-28E8-9CB1-05BF-C44FA6A961FB}" dt="2026-02-23T04:15:28.149" v="130"/>
          <ac:picMkLst>
            <pc:docMk/>
            <pc:sldMk cId="565736358" sldId="262"/>
            <ac:picMk id="14" creationId="{F46D5925-48FD-4549-1BC3-45219FF81432}"/>
          </ac:picMkLst>
        </pc:picChg>
        <pc:picChg chg="add">
          <ac:chgData name="LUIFERNEY ORTIZ PARRA" userId="S::luiferneyortiz@ucundinamarca.edu.co::311f1f2d-e9a2-4bc8-96ab-a2f2d284c8a5" providerId="AD" clId="Web-{B96D7F92-28E8-9CB1-05BF-C44FA6A961FB}" dt="2026-02-23T04:15:28.180" v="131"/>
          <ac:picMkLst>
            <pc:docMk/>
            <pc:sldMk cId="565736358" sldId="262"/>
            <ac:picMk id="18" creationId="{736ADC9A-410D-7869-AE36-E29A2F2F2BCC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5:33.399" v="132"/>
        <pc:sldMkLst>
          <pc:docMk/>
          <pc:sldMk cId="3534229311" sldId="263"/>
        </pc:sldMkLst>
        <pc:spChg chg="mod">
          <ac:chgData name="LUIFERNEY ORTIZ PARRA" userId="S::luiferneyortiz@ucundinamarca.edu.co::311f1f2d-e9a2-4bc8-96ab-a2f2d284c8a5" providerId="AD" clId="Web-{B96D7F92-28E8-9CB1-05BF-C44FA6A961FB}" dt="2026-02-23T04:15:33.399" v="132"/>
          <ac:spMkLst>
            <pc:docMk/>
            <pc:sldMk cId="3534229311" sldId="263"/>
            <ac:spMk id="2" creationId="{A082F3AC-7572-FF37-F70A-6922992D19F1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5:33.399" v="132"/>
          <ac:spMkLst>
            <pc:docMk/>
            <pc:sldMk cId="3534229311" sldId="263"/>
            <ac:spMk id="3" creationId="{6570F425-C42B-10D0-3D6B-F72C6A800E04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33.399" v="132"/>
          <ac:spMkLst>
            <pc:docMk/>
            <pc:sldMk cId="3534229311" sldId="263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B96D7F92-28E8-9CB1-05BF-C44FA6A961FB}" dt="2026-02-23T04:15:33.399" v="132"/>
          <ac:picMkLst>
            <pc:docMk/>
            <pc:sldMk cId="3534229311" sldId="263"/>
            <ac:picMk id="5" creationId="{067A1557-70B0-9321-86F9-16F0C55CA8BF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5:40.227" v="133"/>
        <pc:sldMkLst>
          <pc:docMk/>
          <pc:sldMk cId="3224983542" sldId="264"/>
        </pc:sldMkLst>
        <pc:spChg chg="mod">
          <ac:chgData name="LUIFERNEY ORTIZ PARRA" userId="S::luiferneyortiz@ucundinamarca.edu.co::311f1f2d-e9a2-4bc8-96ab-a2f2d284c8a5" providerId="AD" clId="Web-{B96D7F92-28E8-9CB1-05BF-C44FA6A961FB}" dt="2026-02-23T04:15:40.227" v="133"/>
          <ac:spMkLst>
            <pc:docMk/>
            <pc:sldMk cId="3224983542" sldId="264"/>
            <ac:spMk id="2" creationId="{E5229B05-5F01-0D5F-C1DE-56DDBCE9593A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5:40.227" v="133"/>
          <ac:spMkLst>
            <pc:docMk/>
            <pc:sldMk cId="3224983542" sldId="264"/>
            <ac:spMk id="3" creationId="{D05F0990-FDC0-7804-BCAD-5C48DC8DF7A4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40.227" v="133"/>
          <ac:spMkLst>
            <pc:docMk/>
            <pc:sldMk cId="3224983542" sldId="264"/>
            <ac:spMk id="9" creationId="{3ECBE1F1-D69B-4AFA-ABD5-8E41720EF6DE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40.227" v="133"/>
          <ac:spMkLst>
            <pc:docMk/>
            <pc:sldMk cId="3224983542" sldId="264"/>
            <ac:spMk id="11" creationId="{603A6265-E10C-4B85-9C20-E75FCAF9CC63}"/>
          </ac:spMkLst>
        </pc:spChg>
        <pc:picChg chg="add">
          <ac:chgData name="LUIFERNEY ORTIZ PARRA" userId="S::luiferneyortiz@ucundinamarca.edu.co::311f1f2d-e9a2-4bc8-96ab-a2f2d284c8a5" providerId="AD" clId="Web-{B96D7F92-28E8-9CB1-05BF-C44FA6A961FB}" dt="2026-02-23T04:15:40.227" v="133"/>
          <ac:picMkLst>
            <pc:docMk/>
            <pc:sldMk cId="3224983542" sldId="264"/>
            <ac:picMk id="5" creationId="{C6D63082-8343-D309-8498-88930A12D2B9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5:48.634" v="134"/>
        <pc:sldMkLst>
          <pc:docMk/>
          <pc:sldMk cId="3739984753" sldId="265"/>
        </pc:sldMkLst>
        <pc:spChg chg="mod">
          <ac:chgData name="LUIFERNEY ORTIZ PARRA" userId="S::luiferneyortiz@ucundinamarca.edu.co::311f1f2d-e9a2-4bc8-96ab-a2f2d284c8a5" providerId="AD" clId="Web-{B96D7F92-28E8-9CB1-05BF-C44FA6A961FB}" dt="2026-02-23T04:15:48.634" v="134"/>
          <ac:spMkLst>
            <pc:docMk/>
            <pc:sldMk cId="3739984753" sldId="265"/>
            <ac:spMk id="2" creationId="{B0976A5F-1290-71E9-CAEC-AC47F3E32782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5:48.634" v="134"/>
          <ac:spMkLst>
            <pc:docMk/>
            <pc:sldMk cId="3739984753" sldId="265"/>
            <ac:spMk id="3" creationId="{3522D35D-1C52-2D16-6297-518728E52D3F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48.634" v="134"/>
          <ac:spMkLst>
            <pc:docMk/>
            <pc:sldMk cId="3739984753" sldId="265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48.634" v="134"/>
          <ac:spMkLst>
            <pc:docMk/>
            <pc:sldMk cId="3739984753" sldId="265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96D7F92-28E8-9CB1-05BF-C44FA6A961FB}" dt="2026-02-23T04:15:48.634" v="134"/>
          <ac:picMkLst>
            <pc:docMk/>
            <pc:sldMk cId="3739984753" sldId="265"/>
            <ac:picMk id="5" creationId="{03E802A5-6860-1E5C-8B9F-DBC843061F0B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5:57.181" v="135"/>
        <pc:sldMkLst>
          <pc:docMk/>
          <pc:sldMk cId="2719135885" sldId="266"/>
        </pc:sldMkLst>
        <pc:spChg chg="mod">
          <ac:chgData name="LUIFERNEY ORTIZ PARRA" userId="S::luiferneyortiz@ucundinamarca.edu.co::311f1f2d-e9a2-4bc8-96ab-a2f2d284c8a5" providerId="AD" clId="Web-{B96D7F92-28E8-9CB1-05BF-C44FA6A961FB}" dt="2026-02-23T04:15:57.181" v="135"/>
          <ac:spMkLst>
            <pc:docMk/>
            <pc:sldMk cId="2719135885" sldId="266"/>
            <ac:spMk id="2" creationId="{810C6E9E-094E-54D1-BAB7-61996E7897C1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5:57.181" v="135"/>
          <ac:spMkLst>
            <pc:docMk/>
            <pc:sldMk cId="2719135885" sldId="266"/>
            <ac:spMk id="3" creationId="{80A88E53-7EBA-CA4F-54E9-F84F0AE4947C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57.181" v="135"/>
          <ac:spMkLst>
            <pc:docMk/>
            <pc:sldMk cId="2719135885" sldId="266"/>
            <ac:spMk id="9" creationId="{3ECBE1F1-D69B-4AFA-ABD5-8E41720EF6DE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5:57.181" v="135"/>
          <ac:spMkLst>
            <pc:docMk/>
            <pc:sldMk cId="2719135885" sldId="266"/>
            <ac:spMk id="11" creationId="{603A6265-E10C-4B85-9C20-E75FCAF9CC63}"/>
          </ac:spMkLst>
        </pc:spChg>
        <pc:picChg chg="add">
          <ac:chgData name="LUIFERNEY ORTIZ PARRA" userId="S::luiferneyortiz@ucundinamarca.edu.co::311f1f2d-e9a2-4bc8-96ab-a2f2d284c8a5" providerId="AD" clId="Web-{B96D7F92-28E8-9CB1-05BF-C44FA6A961FB}" dt="2026-02-23T04:15:57.181" v="135"/>
          <ac:picMkLst>
            <pc:docMk/>
            <pc:sldMk cId="2719135885" sldId="266"/>
            <ac:picMk id="5" creationId="{26A019B7-962B-F56D-A6ED-0216C54755E6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6:02.666" v="136"/>
        <pc:sldMkLst>
          <pc:docMk/>
          <pc:sldMk cId="3269435709" sldId="267"/>
        </pc:sldMkLst>
        <pc:spChg chg="mod">
          <ac:chgData name="LUIFERNEY ORTIZ PARRA" userId="S::luiferneyortiz@ucundinamarca.edu.co::311f1f2d-e9a2-4bc8-96ab-a2f2d284c8a5" providerId="AD" clId="Web-{B96D7F92-28E8-9CB1-05BF-C44FA6A961FB}" dt="2026-02-23T04:16:02.666" v="136"/>
          <ac:spMkLst>
            <pc:docMk/>
            <pc:sldMk cId="3269435709" sldId="267"/>
            <ac:spMk id="2" creationId="{00D55118-E49B-8FAE-BAF5-70F68CC3CF4C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6:02.666" v="136"/>
          <ac:spMkLst>
            <pc:docMk/>
            <pc:sldMk cId="3269435709" sldId="267"/>
            <ac:spMk id="3" creationId="{2BAC1777-1943-7F04-CAD4-6A4369273C54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6:02.666" v="136"/>
          <ac:spMkLst>
            <pc:docMk/>
            <pc:sldMk cId="3269435709" sldId="267"/>
            <ac:spMk id="9" creationId="{3ECBE1F1-D69B-4AFA-ABD5-8E41720EF6DE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6:02.666" v="136"/>
          <ac:spMkLst>
            <pc:docMk/>
            <pc:sldMk cId="3269435709" sldId="267"/>
            <ac:spMk id="11" creationId="{603A6265-E10C-4B85-9C20-E75FCAF9CC63}"/>
          </ac:spMkLst>
        </pc:spChg>
        <pc:picChg chg="add">
          <ac:chgData name="LUIFERNEY ORTIZ PARRA" userId="S::luiferneyortiz@ucundinamarca.edu.co::311f1f2d-e9a2-4bc8-96ab-a2f2d284c8a5" providerId="AD" clId="Web-{B96D7F92-28E8-9CB1-05BF-C44FA6A961FB}" dt="2026-02-23T04:16:02.666" v="136"/>
          <ac:picMkLst>
            <pc:docMk/>
            <pc:sldMk cId="3269435709" sldId="267"/>
            <ac:picMk id="5" creationId="{A5BCA9CB-7384-7AB2-238F-44B20015FF98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6:18.573" v="137"/>
        <pc:sldMkLst>
          <pc:docMk/>
          <pc:sldMk cId="2268777646" sldId="268"/>
        </pc:sldMkLst>
        <pc:spChg chg="mod">
          <ac:chgData name="LUIFERNEY ORTIZ PARRA" userId="S::luiferneyortiz@ucundinamarca.edu.co::311f1f2d-e9a2-4bc8-96ab-a2f2d284c8a5" providerId="AD" clId="Web-{B96D7F92-28E8-9CB1-05BF-C44FA6A961FB}" dt="2026-02-23T04:16:18.573" v="137"/>
          <ac:spMkLst>
            <pc:docMk/>
            <pc:sldMk cId="2268777646" sldId="268"/>
            <ac:spMk id="2" creationId="{CBC31B22-F77A-5D88-5BF8-5E0B3A235ECF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6:18.573" v="137"/>
          <ac:spMkLst>
            <pc:docMk/>
            <pc:sldMk cId="2268777646" sldId="268"/>
            <ac:spMk id="3" creationId="{58CD8D50-3CFC-A4E0-0E91-8BC966E3C812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6:18.573" v="137"/>
          <ac:spMkLst>
            <pc:docMk/>
            <pc:sldMk cId="2268777646" sldId="268"/>
            <ac:spMk id="8" creationId="{081EA652-8C6A-4E69-BEB9-170809474553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6:18.573" v="137"/>
          <ac:spMkLst>
            <pc:docMk/>
            <pc:sldMk cId="2268777646" sldId="268"/>
            <ac:spMk id="10" creationId="{5298780A-33B9-4EA2-8F67-DE68AD62841B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6:18.573" v="137"/>
          <ac:spMkLst>
            <pc:docMk/>
            <pc:sldMk cId="2268777646" sldId="268"/>
            <ac:spMk id="12" creationId="{7F488E8B-4E1E-4402-8935-D4E6C02615C7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6:24.932" v="138"/>
        <pc:sldMkLst>
          <pc:docMk/>
          <pc:sldMk cId="4045224996" sldId="269"/>
        </pc:sldMkLst>
        <pc:spChg chg="mod">
          <ac:chgData name="LUIFERNEY ORTIZ PARRA" userId="S::luiferneyortiz@ucundinamarca.edu.co::311f1f2d-e9a2-4bc8-96ab-a2f2d284c8a5" providerId="AD" clId="Web-{B96D7F92-28E8-9CB1-05BF-C44FA6A961FB}" dt="2026-02-23T04:16:24.932" v="138"/>
          <ac:spMkLst>
            <pc:docMk/>
            <pc:sldMk cId="4045224996" sldId="269"/>
            <ac:spMk id="2" creationId="{FB8A4A7E-78F6-FDC9-A8FC-343894811E3F}"/>
          </ac:spMkLst>
        </pc:spChg>
        <pc:spChg chg="mod">
          <ac:chgData name="LUIFERNEY ORTIZ PARRA" userId="S::luiferneyortiz@ucundinamarca.edu.co::311f1f2d-e9a2-4bc8-96ab-a2f2d284c8a5" providerId="AD" clId="Web-{B96D7F92-28E8-9CB1-05BF-C44FA6A961FB}" dt="2026-02-23T04:16:24.932" v="138"/>
          <ac:spMkLst>
            <pc:docMk/>
            <pc:sldMk cId="4045224996" sldId="269"/>
            <ac:spMk id="3" creationId="{FB7B035A-DE86-1794-1CA5-A2F4CBF939D1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6:24.932" v="138"/>
          <ac:spMkLst>
            <pc:docMk/>
            <pc:sldMk cId="4045224996" sldId="269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B96D7F92-28E8-9CB1-05BF-C44FA6A961FB}" dt="2026-02-23T04:16:24.932" v="138"/>
          <ac:picMkLst>
            <pc:docMk/>
            <pc:sldMk cId="4045224996" sldId="269"/>
            <ac:picMk id="5" creationId="{846DD9BA-089B-6746-4585-2B298A5C1FED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96D7F92-28E8-9CB1-05BF-C44FA6A961FB}" dt="2026-02-23T04:16:57.902" v="140"/>
        <pc:sldMkLst>
          <pc:docMk/>
          <pc:sldMk cId="65245031" sldId="270"/>
        </pc:sldMkLst>
        <pc:spChg chg="mod">
          <ac:chgData name="LUIFERNEY ORTIZ PARRA" userId="S::luiferneyortiz@ucundinamarca.edu.co::311f1f2d-e9a2-4bc8-96ab-a2f2d284c8a5" providerId="AD" clId="Web-{B96D7F92-28E8-9CB1-05BF-C44FA6A961FB}" dt="2026-02-23T04:16:57.902" v="140"/>
          <ac:spMkLst>
            <pc:docMk/>
            <pc:sldMk cId="65245031" sldId="270"/>
            <ac:spMk id="2" creationId="{FAB81980-E172-3CCD-30D5-917462E12E0C}"/>
          </ac:spMkLst>
        </pc:spChg>
        <pc:spChg chg="mod ord">
          <ac:chgData name="LUIFERNEY ORTIZ PARRA" userId="S::luiferneyortiz@ucundinamarca.edu.co::311f1f2d-e9a2-4bc8-96ab-a2f2d284c8a5" providerId="AD" clId="Web-{B96D7F92-28E8-9CB1-05BF-C44FA6A961FB}" dt="2026-02-23T04:16:57.902" v="140"/>
          <ac:spMkLst>
            <pc:docMk/>
            <pc:sldMk cId="65245031" sldId="270"/>
            <ac:spMk id="3" creationId="{7E9120A3-0507-DE1F-F476-E937357BA6BA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6:57.902" v="140"/>
          <ac:spMkLst>
            <pc:docMk/>
            <pc:sldMk cId="65245031" sldId="270"/>
            <ac:spMk id="9" creationId="{B210AC1D-4063-4C6E-9528-FA9C4C0C18E6}"/>
          </ac:spMkLst>
        </pc:spChg>
        <pc:spChg chg="add">
          <ac:chgData name="LUIFERNEY ORTIZ PARRA" userId="S::luiferneyortiz@ucundinamarca.edu.co::311f1f2d-e9a2-4bc8-96ab-a2f2d284c8a5" providerId="AD" clId="Web-{B96D7F92-28E8-9CB1-05BF-C44FA6A961FB}" dt="2026-02-23T04:16:57.902" v="140"/>
          <ac:spMkLst>
            <pc:docMk/>
            <pc:sldMk cId="65245031" sldId="270"/>
            <ac:spMk id="11" creationId="{02F8C595-E68C-4306-AED8-DC7826A0A506}"/>
          </ac:spMkLst>
        </pc:spChg>
        <pc:picChg chg="add mod">
          <ac:chgData name="LUIFERNEY ORTIZ PARRA" userId="S::luiferneyortiz@ucundinamarca.edu.co::311f1f2d-e9a2-4bc8-96ab-a2f2d284c8a5" providerId="AD" clId="Web-{B96D7F92-28E8-9CB1-05BF-C44FA6A961FB}" dt="2026-02-23T04:16:57.902" v="140"/>
          <ac:picMkLst>
            <pc:docMk/>
            <pc:sldMk cId="65245031" sldId="270"/>
            <ac:picMk id="4" creationId="{150381DE-E3DD-471C-1022-509304BD7C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Características del software: tipos y ejemplos">
            <a:extLst>
              <a:ext uri="{FF2B5EF4-FFF2-40B4-BE49-F238E27FC236}">
                <a16:creationId xmlns:a16="http://schemas.microsoft.com/office/drawing/2014/main" id="{A0F3F6D8-6ACA-138F-3BF6-E9A9529E50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696" r="-1" b="13012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s-ES" sz="6600">
                <a:solidFill>
                  <a:schemeClr val="bg1"/>
                </a:solidFill>
              </a:rPr>
              <a:t>Ingeniería de Software I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>
                <a:solidFill>
                  <a:schemeClr val="bg1"/>
                </a:solidFill>
                <a:ea typeface="+mn-lt"/>
                <a:cs typeface="+mn-lt"/>
              </a:rPr>
              <a:t>Dependencias, Configuración y Acoplamiento Temprano</a:t>
            </a:r>
          </a:p>
          <a:p>
            <a:r>
              <a:rPr lang="es-ES">
                <a:solidFill>
                  <a:schemeClr val="bg1"/>
                </a:solidFill>
              </a:rPr>
              <a:t>Ingeniero Luiferney Ortiz Parra</a:t>
            </a:r>
          </a:p>
          <a:p>
            <a:endParaRPr lang="es-ES">
              <a:solidFill>
                <a:schemeClr val="bg1"/>
              </a:solidFill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EC46B7-241F-5E7A-5A5F-13D66EEE3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Mensaje del día</a:t>
            </a: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1E4BCE-D1A8-10C1-211F-3D6590DB2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400">
                <a:ea typeface="+mn-lt"/>
                <a:cs typeface="+mn-lt"/>
              </a:rPr>
              <a:t>“Las decisiones pequeñas que tomamos al inicio pueden convertirse en las cadenas que nos limiten después.”</a:t>
            </a:r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408913-B323-422F-B521-2957A5B7F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92" y="0"/>
            <a:ext cx="7299977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56743F-F17E-D4F2-0CF2-CE60CE93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749"/>
            <a:ext cx="4953001" cy="4726502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Pregunta detonante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F57B25-B4DE-268E-7FD9-6194B6A60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8022" y="713313"/>
            <a:ext cx="3815778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¿Qué pasaría si mañana cambia la base de datos que eligieron?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¿O si una API externa deja de funcionar?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¿Su sistema sobreviviría?</a:t>
            </a: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63754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70F3BD-6E82-9F2B-5E1A-D04CEEA2C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Recordatorio de la clase anterior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CE2B4B-FB85-DD61-E69F-61CD3721E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Modelo en Cascada: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Requerimientos → Diseño → Implementación → Pruebas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Cascada de torrentes de agua">
            <a:extLst>
              <a:ext uri="{FF2B5EF4-FFF2-40B4-BE49-F238E27FC236}">
                <a16:creationId xmlns:a16="http://schemas.microsoft.com/office/drawing/2014/main" id="{BA271C48-D44E-93D0-EE99-02FB6D9D53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65" r="28339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21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B7C778-5B64-C243-2303-79353F7A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¿Qué es una Dependencia?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AFF623-18D5-B572-09D5-95B53E4B5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Una dependencia es cualquier componente externo del cual el sistema necesita para funcionar.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Puede ser: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Base de datos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API externa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Servicio de autenticación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Librerías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Infraestructura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391BE-F03F-9A59-1E1A-D61E65E130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30" r="41913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6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69FF27-5CAF-FBFF-94CA-58A9C18B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Tipos de Dependencias</a:t>
            </a: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6A8124-4675-0F3C-D6DE-F77EE5F34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Técnicas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Externas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Organizacionales</a:t>
            </a:r>
            <a:endParaRPr lang="es-ES" sz="2400"/>
          </a:p>
          <a:p>
            <a:pPr indent="0">
              <a:buNone/>
            </a:pPr>
            <a:r>
              <a:rPr lang="es-ES" sz="2400">
                <a:ea typeface="+mn-lt"/>
                <a:cs typeface="+mn-lt"/>
              </a:rPr>
              <a:t>Pregunta: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¿Cuántas dependencias ya tiene su proyecto?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76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3315F2-DD2E-DE54-4825-7BC272B0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3700">
                <a:ea typeface="+mj-lt"/>
                <a:cs typeface="+mj-lt"/>
              </a:rPr>
              <a:t>Problema en metodologías tradicionales</a:t>
            </a:r>
            <a:endParaRPr lang="es-ES" sz="37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2D9692-8CA8-61FE-CEA0-379C1976C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Las dependencias muchas veces se descubren tarde.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Cuando se descubren tarde: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El costo aumenta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El riesgo crece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El cambio se vuelve difícil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736ADC9A-410D-7869-AE36-E29A2F2F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97" r="30176" b="625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36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82F3AC-7572-FF37-F70A-6922992D1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¿Qué es Configuración?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70F425-C42B-10D0-3D6B-F72C6A800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Configuración ≠ Código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Es todo aquello que cambia según el entorno: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URL base de datos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Claves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Puertos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Variables de entorno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Credenciales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067A1557-70B0-9321-86F9-16F0C55CA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8" r="42602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229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63082-8343-D309-8498-88930A12D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1" r="44753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229B05-5F01-0D5F-C1DE-56DDBCE9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Problema Común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5F0990-FDC0-7804-BCAD-5C48DC8DF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Cuando la configuración está dentro del código: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Se dificulta migrar de entorno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Se generan errores en producción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Se crean dependencias rígidas</a:t>
            </a:r>
            <a:endParaRPr lang="es-ES" sz="2000"/>
          </a:p>
          <a:p>
            <a:pPr marL="0" indent="0">
              <a:buNone/>
            </a:pPr>
            <a:endParaRPr lang="es-ES" sz="2000">
              <a:ea typeface="+mn-lt"/>
              <a:cs typeface="+mn-lt"/>
            </a:endParaRPr>
          </a:p>
          <a:p>
            <a:pPr marL="0" indent="0">
              <a:buFont typeface="Arial"/>
              <a:buNone/>
            </a:pPr>
            <a:r>
              <a:rPr lang="es-ES" sz="2000">
                <a:ea typeface="+mn-lt"/>
                <a:cs typeface="+mn-lt"/>
              </a:rPr>
              <a:t>¿Ya están pensando en desarrollo y producción como entornos distintos?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224983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976A5F-1290-71E9-CAEC-AC47F3E3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¿Qué es Acoplamiento?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22D35D-1C52-2D16-6297-518728E52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900">
                <a:ea typeface="+mn-lt"/>
                <a:cs typeface="+mn-lt"/>
              </a:rPr>
              <a:t>El acoplamiento ocurre cuando dos componentes dependen fuertemente entre sí.</a:t>
            </a:r>
            <a:endParaRPr lang="es-ES" sz="1900"/>
          </a:p>
          <a:p>
            <a:pPr>
              <a:buNone/>
            </a:pPr>
            <a:r>
              <a:rPr lang="es-ES" sz="1900">
                <a:ea typeface="+mn-lt"/>
                <a:cs typeface="+mn-lt"/>
              </a:rPr>
              <a:t>Acoplamiento fuerte = sistema frágil.</a:t>
            </a:r>
            <a:endParaRPr lang="es-ES" sz="1900"/>
          </a:p>
          <a:p>
            <a:pPr>
              <a:buNone/>
            </a:pPr>
            <a:r>
              <a:rPr lang="es-ES" sz="1900">
                <a:ea typeface="+mn-lt"/>
                <a:cs typeface="+mn-lt"/>
              </a:rPr>
              <a:t>Ejemplos: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Frontend conectado directamente a la base de datos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Lógica de negocio mezclada con interfaz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Dependencia exclusiva de un proveedor</a:t>
            </a:r>
            <a:endParaRPr lang="es-ES" sz="1900"/>
          </a:p>
          <a:p>
            <a:pPr marL="0" indent="0">
              <a:buNone/>
            </a:pPr>
            <a:endParaRPr lang="es-ES" sz="1900"/>
          </a:p>
        </p:txBody>
      </p:sp>
      <p:pic>
        <p:nvPicPr>
          <p:cNvPr id="5" name="Picture 4" descr="Un patrón en 3D de formas de anillos conectados por líneas">
            <a:extLst>
              <a:ext uri="{FF2B5EF4-FFF2-40B4-BE49-F238E27FC236}">
                <a16:creationId xmlns:a16="http://schemas.microsoft.com/office/drawing/2014/main" id="{03E802A5-6860-1E5C-8B9F-DBC843061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6" r="4238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8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ndo de placa de circuito">
            <a:extLst>
              <a:ext uri="{FF2B5EF4-FFF2-40B4-BE49-F238E27FC236}">
                <a16:creationId xmlns:a16="http://schemas.microsoft.com/office/drawing/2014/main" id="{26A019B7-962B-F56D-A6ED-0216C54755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41" r="37175" b="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C6E9E-094E-54D1-BAB7-61996E78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Acoplamiento Temprano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A88E53-7EBA-CA4F-54E9-F84F0AE49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Tomar decisiones rígidas demasiado pronto.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Ejemplos: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Diseñar todo pensando en una sola base de datos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Amarrar todo a una sola tecnología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No pensar en posibles cambios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719135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erda azul">
            <a:extLst>
              <a:ext uri="{FF2B5EF4-FFF2-40B4-BE49-F238E27FC236}">
                <a16:creationId xmlns:a16="http://schemas.microsoft.com/office/drawing/2014/main" id="{A5BCA9CB-7384-7AB2-238F-44B20015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91" r="14527" b="-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D55118-E49B-8FAE-BAF5-70F68CC3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Riesgos del Acoplamiento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AC1777-1943-7F04-CAD4-6A4369273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Difícil de escalar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Difícil de modificar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Costoso de mantener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Vulnerable ante cambios</a:t>
            </a:r>
            <a:endParaRPr lang="es-ES" sz="2000"/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¿Dónde podría estar su sistema más acoplado?</a:t>
            </a: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269435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C31B22-F77A-5D88-5BF8-5E0B3A235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ES" sz="7200">
                <a:ea typeface="+mj-lt"/>
                <a:cs typeface="+mj-lt"/>
              </a:rPr>
              <a:t>Taller en Equipos</a:t>
            </a:r>
            <a:endParaRPr lang="es-ES" sz="7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CD8D50-3CFC-A4E0-0E91-8BC966E3C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>
                <a:ea typeface="+mn-lt"/>
                <a:cs typeface="+mn-lt"/>
              </a:rPr>
              <a:t>Analicen su Proyecto Integrador: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Identifiquen mínimo 3 dependencias.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Identifiquen elementos de configuración.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Detecten posibles acoplamientos tempranos.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2268777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8A4A7E-78F6-FDC9-A8FC-34389481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Entregable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7B035A-DE86-1794-1CA5-A2F4CBF93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Documento breve que incluya: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Dependencias identificadas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Configuración detectada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Posibles acoplamientos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Análisis de riesgo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Lupa resalta un rendimiento económico decreciente">
            <a:extLst>
              <a:ext uri="{FF2B5EF4-FFF2-40B4-BE49-F238E27FC236}">
                <a16:creationId xmlns:a16="http://schemas.microsoft.com/office/drawing/2014/main" id="{846DD9BA-089B-6746-4585-2B298A5C1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73" r="17267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5224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B81980-E172-3CCD-30D5-917462E1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/>
              <a:t>Mensaje de Clase</a:t>
            </a:r>
          </a:p>
        </p:txBody>
      </p:sp>
      <p:pic>
        <p:nvPicPr>
          <p:cNvPr id="4" name="Imagen 3" descr="Imágenes de Software Developer: descubre bancos de fotos, ilustraciones,  vectores y vídeos de 1,228,830 | Adobe Stock">
            <a:extLst>
              <a:ext uri="{FF2B5EF4-FFF2-40B4-BE49-F238E27FC236}">
                <a16:creationId xmlns:a16="http://schemas.microsoft.com/office/drawing/2014/main" id="{150381DE-E3DD-471C-1022-509304BD7C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32" r="16133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9120A3-0507-DE1F-F476-E937357B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“Al principio todo parece flexible.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Las decisiones se sienten pequeñas, inofensivas.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Pero el tiempo convierte lo pequeño en estructura,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y la estructura en límite.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Diseñar no es solo construir lo que funciona hoy,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es evitar las cadenas que nos atraparán mañana.”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652450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Ingeniería de Software I </vt:lpstr>
      <vt:lpstr>Mensaje del día</vt:lpstr>
      <vt:lpstr>Pregunta detonante</vt:lpstr>
      <vt:lpstr>Recordatorio de la clase anterior</vt:lpstr>
      <vt:lpstr>¿Qué es una Dependencia?</vt:lpstr>
      <vt:lpstr>Tipos de Dependencias</vt:lpstr>
      <vt:lpstr>Problema en metodologías tradicionales</vt:lpstr>
      <vt:lpstr>¿Qué es Configuración?</vt:lpstr>
      <vt:lpstr>Problema Común</vt:lpstr>
      <vt:lpstr>¿Qué es Acoplamiento?</vt:lpstr>
      <vt:lpstr>Acoplamiento Temprano</vt:lpstr>
      <vt:lpstr>Riesgos del Acoplamiento</vt:lpstr>
      <vt:lpstr>Taller en Equipos</vt:lpstr>
      <vt:lpstr>Entregable</vt:lpstr>
      <vt:lpstr>Mensaje de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58</cp:revision>
  <dcterms:created xsi:type="dcterms:W3CDTF">2026-02-23T04:00:20Z</dcterms:created>
  <dcterms:modified xsi:type="dcterms:W3CDTF">2026-02-23T04:17:05Z</dcterms:modified>
</cp:coreProperties>
</file>