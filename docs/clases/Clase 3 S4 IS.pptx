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CCE0C-1C76-069B-BFB5-277DE710CB0C}" v="121" dt="2026-03-02T02:31:17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55ACCE0C-1C76-069B-BFB5-277DE710CB0C}"/>
    <pc:docChg chg="addSld modSld">
      <pc:chgData name="LUIFERNEY ORTIZ PARRA" userId="S::luiferneyortiz@ucundinamarca.edu.co::311f1f2d-e9a2-4bc8-96ab-a2f2d284c8a5" providerId="AD" clId="Web-{55ACCE0C-1C76-069B-BFB5-277DE710CB0C}" dt="2026-03-02T02:31:21.741" v="143"/>
      <pc:docMkLst>
        <pc:docMk/>
      </pc:docMkLst>
      <pc:sldChg chg="addSp modSp mod setBg">
        <pc:chgData name="LUIFERNEY ORTIZ PARRA" userId="S::luiferneyortiz@ucundinamarca.edu.co::311f1f2d-e9a2-4bc8-96ab-a2f2d284c8a5" providerId="AD" clId="Web-{55ACCE0C-1C76-069B-BFB5-277DE710CB0C}" dt="2026-03-02T02:23:40.610" v="116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55ACCE0C-1C76-069B-BFB5-277DE710CB0C}" dt="2026-03-02T02:23:40.610" v="116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3:40.610" v="116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3:40.610" v="116"/>
          <ac:spMkLst>
            <pc:docMk/>
            <pc:sldMk cId="2406273178" sldId="256"/>
            <ac:spMk id="9" creationId="{C6B158B5-50B5-4927-A367-7C9F3AFE5DCB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3:40.610" v="116"/>
          <ac:spMkLst>
            <pc:docMk/>
            <pc:sldMk cId="2406273178" sldId="256"/>
            <ac:spMk id="11" creationId="{B01367A3-F670-4BD9-9972-F7E97FC227ED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3:40.610" v="116"/>
          <ac:spMkLst>
            <pc:docMk/>
            <pc:sldMk cId="2406273178" sldId="256"/>
            <ac:spMk id="13" creationId="{38C3DB02-606C-40EC-8381-7A29A1ADFAE7}"/>
          </ac:spMkLst>
        </pc:spChg>
        <pc:picChg chg="add mod">
          <ac:chgData name="LUIFERNEY ORTIZ PARRA" userId="S::luiferneyortiz@ucundinamarca.edu.co::311f1f2d-e9a2-4bc8-96ab-a2f2d284c8a5" providerId="AD" clId="Web-{55ACCE0C-1C76-069B-BFB5-277DE710CB0C}" dt="2026-03-02T02:23:40.610" v="116"/>
          <ac:picMkLst>
            <pc:docMk/>
            <pc:sldMk cId="2406273178" sldId="256"/>
            <ac:picMk id="4" creationId="{12252D6C-97A9-ECFD-A93E-61FC215BAF02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3:54.049" v="117"/>
        <pc:sldMkLst>
          <pc:docMk/>
          <pc:sldMk cId="1270087630" sldId="257"/>
        </pc:sldMkLst>
        <pc:spChg chg="mod">
          <ac:chgData name="LUIFERNEY ORTIZ PARRA" userId="S::luiferneyortiz@ucundinamarca.edu.co::311f1f2d-e9a2-4bc8-96ab-a2f2d284c8a5" providerId="AD" clId="Web-{55ACCE0C-1C76-069B-BFB5-277DE710CB0C}" dt="2026-03-02T02:23:54.049" v="117"/>
          <ac:spMkLst>
            <pc:docMk/>
            <pc:sldMk cId="1270087630" sldId="257"/>
            <ac:spMk id="2" creationId="{9BA805F4-273E-CC3E-DA21-04A3898B92E7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3:54.049" v="117"/>
          <ac:spMkLst>
            <pc:docMk/>
            <pc:sldMk cId="1270087630" sldId="257"/>
            <ac:spMk id="3" creationId="{9B3FAC48-6966-9F9A-814D-4086EBF503DA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3:54.049" v="117"/>
          <ac:spMkLst>
            <pc:docMk/>
            <pc:sldMk cId="1270087630" sldId="257"/>
            <ac:spMk id="8" creationId="{70DFC902-7D23-471A-B557-B6B6917D7A0D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3:54.049" v="117"/>
          <ac:spMkLst>
            <pc:docMk/>
            <pc:sldMk cId="1270087630" sldId="257"/>
            <ac:spMk id="10" creationId="{A55D5633-D557-4DCA-982C-FF36EB7A1C00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3:54.049" v="117"/>
          <ac:spMkLst>
            <pc:docMk/>
            <pc:sldMk cId="1270087630" sldId="257"/>
            <ac:spMk id="12" creationId="{450D3AD2-FA80-415F-A9CE-54D884561CD7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4:19.160" v="118"/>
        <pc:sldMkLst>
          <pc:docMk/>
          <pc:sldMk cId="93587918" sldId="258"/>
        </pc:sldMkLst>
        <pc:spChg chg="mod">
          <ac:chgData name="LUIFERNEY ORTIZ PARRA" userId="S::luiferneyortiz@ucundinamarca.edu.co::311f1f2d-e9a2-4bc8-96ab-a2f2d284c8a5" providerId="AD" clId="Web-{55ACCE0C-1C76-069B-BFB5-277DE710CB0C}" dt="2026-03-02T02:24:19.160" v="118"/>
          <ac:spMkLst>
            <pc:docMk/>
            <pc:sldMk cId="93587918" sldId="258"/>
            <ac:spMk id="2" creationId="{919DF947-DFCC-5709-9B76-E7036BC235D5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4:19.160" v="118"/>
          <ac:spMkLst>
            <pc:docMk/>
            <pc:sldMk cId="93587918" sldId="258"/>
            <ac:spMk id="3" creationId="{1E0D9502-0447-38FC-01BE-0B5B49645BDE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4:19.160" v="118"/>
          <ac:spMkLst>
            <pc:docMk/>
            <pc:sldMk cId="93587918" sldId="258"/>
            <ac:spMk id="9" creationId="{B210AC1D-4063-4C6E-9528-FA9C4C0C18E6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4:19.160" v="118"/>
          <ac:spMkLst>
            <pc:docMk/>
            <pc:sldMk cId="93587918" sldId="258"/>
            <ac:spMk id="11" creationId="{02F8C595-E68C-4306-AED8-DC7826A0A506}"/>
          </ac:spMkLst>
        </pc:spChg>
        <pc:picChg chg="add">
          <ac:chgData name="LUIFERNEY ORTIZ PARRA" userId="S::luiferneyortiz@ucundinamarca.edu.co::311f1f2d-e9a2-4bc8-96ab-a2f2d284c8a5" providerId="AD" clId="Web-{55ACCE0C-1C76-069B-BFB5-277DE710CB0C}" dt="2026-03-02T02:24:19.160" v="118"/>
          <ac:picMkLst>
            <pc:docMk/>
            <pc:sldMk cId="93587918" sldId="258"/>
            <ac:picMk id="5" creationId="{5F1050F8-BDD6-01C1-AA7B-6C510D88F71B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4:26.802" v="119"/>
        <pc:sldMkLst>
          <pc:docMk/>
          <pc:sldMk cId="2624360587" sldId="259"/>
        </pc:sldMkLst>
        <pc:spChg chg="mod">
          <ac:chgData name="LUIFERNEY ORTIZ PARRA" userId="S::luiferneyortiz@ucundinamarca.edu.co::311f1f2d-e9a2-4bc8-96ab-a2f2d284c8a5" providerId="AD" clId="Web-{55ACCE0C-1C76-069B-BFB5-277DE710CB0C}" dt="2026-03-02T02:24:26.802" v="119"/>
          <ac:spMkLst>
            <pc:docMk/>
            <pc:sldMk cId="2624360587" sldId="259"/>
            <ac:spMk id="2" creationId="{F24B0B02-F19B-2892-63AA-D76B0828E9F7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4:26.802" v="119"/>
          <ac:spMkLst>
            <pc:docMk/>
            <pc:sldMk cId="2624360587" sldId="259"/>
            <ac:spMk id="3" creationId="{C2C961A6-0BDE-5C15-AA92-F8D21D2AABB9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4:26.802" v="119"/>
          <ac:spMkLst>
            <pc:docMk/>
            <pc:sldMk cId="2624360587" sldId="259"/>
            <ac:spMk id="9" creationId="{F13C74B1-5B17-4795-BED0-7140497B445A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4:26.802" v="119"/>
          <ac:spMkLst>
            <pc:docMk/>
            <pc:sldMk cId="2624360587" sldId="259"/>
            <ac:spMk id="11" creationId="{D4974D33-8DC5-464E-8C6D-BE58F0669C17}"/>
          </ac:spMkLst>
        </pc:spChg>
        <pc:picChg chg="add">
          <ac:chgData name="LUIFERNEY ORTIZ PARRA" userId="S::luiferneyortiz@ucundinamarca.edu.co::311f1f2d-e9a2-4bc8-96ab-a2f2d284c8a5" providerId="AD" clId="Web-{55ACCE0C-1C76-069B-BFB5-277DE710CB0C}" dt="2026-03-02T02:24:26.802" v="119"/>
          <ac:picMkLst>
            <pc:docMk/>
            <pc:sldMk cId="2624360587" sldId="259"/>
            <ac:picMk id="5" creationId="{6F47E145-9B7A-B629-E37F-6259B4E3DA27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55ACCE0C-1C76-069B-BFB5-277DE710CB0C}" dt="2026-03-02T02:24:37.771" v="122"/>
        <pc:sldMkLst>
          <pc:docMk/>
          <pc:sldMk cId="1124972020" sldId="260"/>
        </pc:sldMkLst>
        <pc:spChg chg="mod">
          <ac:chgData name="LUIFERNEY ORTIZ PARRA" userId="S::luiferneyortiz@ucundinamarca.edu.co::311f1f2d-e9a2-4bc8-96ab-a2f2d284c8a5" providerId="AD" clId="Web-{55ACCE0C-1C76-069B-BFB5-277DE710CB0C}" dt="2026-03-02T02:24:37.771" v="122"/>
          <ac:spMkLst>
            <pc:docMk/>
            <pc:sldMk cId="1124972020" sldId="260"/>
            <ac:spMk id="2" creationId="{4D70A7D5-81A4-B217-7D1F-6CD2BA101D86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4:37.771" v="122"/>
          <ac:spMkLst>
            <pc:docMk/>
            <pc:sldMk cId="1124972020" sldId="260"/>
            <ac:spMk id="3" creationId="{5B35906D-CA17-17A1-7B31-66EFF8D28C0D}"/>
          </ac:spMkLst>
        </pc:spChg>
        <pc:spChg chg="add del">
          <ac:chgData name="LUIFERNEY ORTIZ PARRA" userId="S::luiferneyortiz@ucundinamarca.edu.co::311f1f2d-e9a2-4bc8-96ab-a2f2d284c8a5" providerId="AD" clId="Web-{55ACCE0C-1C76-069B-BFB5-277DE710CB0C}" dt="2026-03-02T02:24:37.724" v="121"/>
          <ac:spMkLst>
            <pc:docMk/>
            <pc:sldMk cId="1124972020" sldId="260"/>
            <ac:spMk id="9" creationId="{F13C74B1-5B17-4795-BED0-7140497B445A}"/>
          </ac:spMkLst>
        </pc:spChg>
        <pc:spChg chg="add del">
          <ac:chgData name="LUIFERNEY ORTIZ PARRA" userId="S::luiferneyortiz@ucundinamarca.edu.co::311f1f2d-e9a2-4bc8-96ab-a2f2d284c8a5" providerId="AD" clId="Web-{55ACCE0C-1C76-069B-BFB5-277DE710CB0C}" dt="2026-03-02T02:24:37.724" v="121"/>
          <ac:spMkLst>
            <pc:docMk/>
            <pc:sldMk cId="1124972020" sldId="260"/>
            <ac:spMk id="11" creationId="{D4974D33-8DC5-464E-8C6D-BE58F0669C17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4:37.771" v="122"/>
          <ac:spMkLst>
            <pc:docMk/>
            <pc:sldMk cId="1124972020" sldId="260"/>
            <ac:spMk id="13" creationId="{D1D34770-47A8-402C-AF23-2B653F2D88C1}"/>
          </ac:spMkLst>
        </pc:spChg>
        <pc:picChg chg="add del">
          <ac:chgData name="LUIFERNEY ORTIZ PARRA" userId="S::luiferneyortiz@ucundinamarca.edu.co::311f1f2d-e9a2-4bc8-96ab-a2f2d284c8a5" providerId="AD" clId="Web-{55ACCE0C-1C76-069B-BFB5-277DE710CB0C}" dt="2026-03-02T02:24:37.724" v="121"/>
          <ac:picMkLst>
            <pc:docMk/>
            <pc:sldMk cId="1124972020" sldId="260"/>
            <ac:picMk id="5" creationId="{B25D12E5-1DAE-CCAB-E517-F3C1AD05913E}"/>
          </ac:picMkLst>
        </pc:picChg>
        <pc:picChg chg="add">
          <ac:chgData name="LUIFERNEY ORTIZ PARRA" userId="S::luiferneyortiz@ucundinamarca.edu.co::311f1f2d-e9a2-4bc8-96ab-a2f2d284c8a5" providerId="AD" clId="Web-{55ACCE0C-1C76-069B-BFB5-277DE710CB0C}" dt="2026-03-02T02:24:37.771" v="122"/>
          <ac:picMkLst>
            <pc:docMk/>
            <pc:sldMk cId="1124972020" sldId="260"/>
            <ac:picMk id="14" creationId="{04119833-5E34-A03F-6C4E-DF8F28A1B91A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4:46.428" v="123"/>
        <pc:sldMkLst>
          <pc:docMk/>
          <pc:sldMk cId="985851320" sldId="261"/>
        </pc:sldMkLst>
        <pc:spChg chg="mod">
          <ac:chgData name="LUIFERNEY ORTIZ PARRA" userId="S::luiferneyortiz@ucundinamarca.edu.co::311f1f2d-e9a2-4bc8-96ab-a2f2d284c8a5" providerId="AD" clId="Web-{55ACCE0C-1C76-069B-BFB5-277DE710CB0C}" dt="2026-03-02T02:24:46.428" v="123"/>
          <ac:spMkLst>
            <pc:docMk/>
            <pc:sldMk cId="985851320" sldId="261"/>
            <ac:spMk id="2" creationId="{92010CCB-548D-C2A7-94E5-21F77D75E518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4:46.428" v="123"/>
          <ac:spMkLst>
            <pc:docMk/>
            <pc:sldMk cId="985851320" sldId="261"/>
            <ac:spMk id="3" creationId="{8607C281-5350-9EEB-59FD-0EEEE047B27B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4:46.428" v="123"/>
          <ac:spMkLst>
            <pc:docMk/>
            <pc:sldMk cId="985851320" sldId="261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4:46.428" v="123"/>
          <ac:spMkLst>
            <pc:docMk/>
            <pc:sldMk cId="985851320" sldId="261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55ACCE0C-1C76-069B-BFB5-277DE710CB0C}" dt="2026-03-02T02:24:46.428" v="123"/>
          <ac:picMkLst>
            <pc:docMk/>
            <pc:sldMk cId="985851320" sldId="261"/>
            <ac:picMk id="5" creationId="{2D065113-008A-9E3E-522D-E4521F160EC4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5:01.507" v="124"/>
        <pc:sldMkLst>
          <pc:docMk/>
          <pc:sldMk cId="3064501220" sldId="262"/>
        </pc:sldMkLst>
        <pc:spChg chg="mod">
          <ac:chgData name="LUIFERNEY ORTIZ PARRA" userId="S::luiferneyortiz@ucundinamarca.edu.co::311f1f2d-e9a2-4bc8-96ab-a2f2d284c8a5" providerId="AD" clId="Web-{55ACCE0C-1C76-069B-BFB5-277DE710CB0C}" dt="2026-03-02T02:25:01.507" v="124"/>
          <ac:spMkLst>
            <pc:docMk/>
            <pc:sldMk cId="3064501220" sldId="262"/>
            <ac:spMk id="2" creationId="{BC59D583-A5FC-462F-D6C5-DB449188DF00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5:01.507" v="124"/>
          <ac:spMkLst>
            <pc:docMk/>
            <pc:sldMk cId="3064501220" sldId="262"/>
            <ac:spMk id="3" creationId="{D8B9FBE3-030E-0609-6C37-4F76C0C10510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01.507" v="124"/>
          <ac:spMkLst>
            <pc:docMk/>
            <pc:sldMk cId="3064501220" sldId="262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01.507" v="124"/>
          <ac:spMkLst>
            <pc:docMk/>
            <pc:sldMk cId="3064501220" sldId="262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55ACCE0C-1C76-069B-BFB5-277DE710CB0C}" dt="2026-03-02T02:25:01.507" v="124"/>
          <ac:grpSpMkLst>
            <pc:docMk/>
            <pc:sldMk cId="3064501220" sldId="262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55ACCE0C-1C76-069B-BFB5-277DE710CB0C}" dt="2026-03-02T02:25:01.507" v="124"/>
          <ac:cxnSpMkLst>
            <pc:docMk/>
            <pc:sldMk cId="3064501220" sldId="262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5:05.992" v="125"/>
        <pc:sldMkLst>
          <pc:docMk/>
          <pc:sldMk cId="3043341751" sldId="263"/>
        </pc:sldMkLst>
        <pc:spChg chg="mod">
          <ac:chgData name="LUIFERNEY ORTIZ PARRA" userId="S::luiferneyortiz@ucundinamarca.edu.co::311f1f2d-e9a2-4bc8-96ab-a2f2d284c8a5" providerId="AD" clId="Web-{55ACCE0C-1C76-069B-BFB5-277DE710CB0C}" dt="2026-03-02T02:25:05.992" v="125"/>
          <ac:spMkLst>
            <pc:docMk/>
            <pc:sldMk cId="3043341751" sldId="263"/>
            <ac:spMk id="2" creationId="{C50E286B-2F35-CB95-1D6D-17F679BBCB53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5:05.992" v="125"/>
          <ac:spMkLst>
            <pc:docMk/>
            <pc:sldMk cId="3043341751" sldId="263"/>
            <ac:spMk id="3" creationId="{4F3DC444-94E3-F7EE-CB6A-F0D3CB4D704E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05.992" v="125"/>
          <ac:spMkLst>
            <pc:docMk/>
            <pc:sldMk cId="3043341751" sldId="263"/>
            <ac:spMk id="9" creationId="{F13C74B1-5B17-4795-BED0-7140497B445A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05.992" v="125"/>
          <ac:spMkLst>
            <pc:docMk/>
            <pc:sldMk cId="3043341751" sldId="263"/>
            <ac:spMk id="11" creationId="{D4974D33-8DC5-464E-8C6D-BE58F0669C17}"/>
          </ac:spMkLst>
        </pc:spChg>
        <pc:picChg chg="add">
          <ac:chgData name="LUIFERNEY ORTIZ PARRA" userId="S::luiferneyortiz@ucundinamarca.edu.co::311f1f2d-e9a2-4bc8-96ab-a2f2d284c8a5" providerId="AD" clId="Web-{55ACCE0C-1C76-069B-BFB5-277DE710CB0C}" dt="2026-03-02T02:25:05.992" v="125"/>
          <ac:picMkLst>
            <pc:docMk/>
            <pc:sldMk cId="3043341751" sldId="263"/>
            <ac:picMk id="5" creationId="{9BA92647-9CAE-E1A9-4F26-08E7472F0ED2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5:34.338" v="126"/>
        <pc:sldMkLst>
          <pc:docMk/>
          <pc:sldMk cId="808979539" sldId="264"/>
        </pc:sldMkLst>
        <pc:spChg chg="mo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2" creationId="{30379D1C-F763-7A9E-4EC1-0A87F13661E7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3" creationId="{208ECD6A-634B-B87D-5EBB-A8FADCD97E5D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8" creationId="{DEE2AD96-B495-4E06-9291-B71706F728CB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10" creationId="{53CF6D67-C5A8-4ADD-9E8E-1E38CA1D3166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12" creationId="{86909FA0-B515-4681-B7A8-FA281D133B94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14" creationId="{21C9FE86-FCC3-4A31-AA1C-C882262B7FE7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16" creationId="{7D96243B-ECED-4B71-8E06-AE9A285EAD20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34.338" v="126"/>
          <ac:spMkLst>
            <pc:docMk/>
            <pc:sldMk cId="808979539" sldId="264"/>
            <ac:spMk id="18" creationId="{A09989E4-EFDC-4A90-A633-E0525FB4139E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5:53.089" v="127"/>
        <pc:sldMkLst>
          <pc:docMk/>
          <pc:sldMk cId="524227545" sldId="265"/>
        </pc:sldMkLst>
        <pc:spChg chg="mod">
          <ac:chgData name="LUIFERNEY ORTIZ PARRA" userId="S::luiferneyortiz@ucundinamarca.edu.co::311f1f2d-e9a2-4bc8-96ab-a2f2d284c8a5" providerId="AD" clId="Web-{55ACCE0C-1C76-069B-BFB5-277DE710CB0C}" dt="2026-03-02T02:25:53.089" v="127"/>
          <ac:spMkLst>
            <pc:docMk/>
            <pc:sldMk cId="524227545" sldId="265"/>
            <ac:spMk id="2" creationId="{9D05A66A-5904-24EE-1737-7FDDC0E3F9B5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5:53.089" v="127"/>
          <ac:spMkLst>
            <pc:docMk/>
            <pc:sldMk cId="524227545" sldId="265"/>
            <ac:spMk id="3" creationId="{CEE0BD11-7C0C-66EE-7D59-C685A230DAE0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53.089" v="127"/>
          <ac:spMkLst>
            <pc:docMk/>
            <pc:sldMk cId="524227545" sldId="265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53.089" v="127"/>
          <ac:spMkLst>
            <pc:docMk/>
            <pc:sldMk cId="524227545" sldId="265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55ACCE0C-1C76-069B-BFB5-277DE710CB0C}" dt="2026-03-02T02:25:53.089" v="127"/>
          <ac:picMkLst>
            <pc:docMk/>
            <pc:sldMk cId="524227545" sldId="265"/>
            <ac:picMk id="5" creationId="{26F408C0-B3FC-C19F-9CF6-52D38040032A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55ACCE0C-1C76-069B-BFB5-277DE710CB0C}" dt="2026-03-02T02:25:58.761" v="128"/>
        <pc:sldMkLst>
          <pc:docMk/>
          <pc:sldMk cId="4039522609" sldId="266"/>
        </pc:sldMkLst>
        <pc:spChg chg="mod">
          <ac:chgData name="LUIFERNEY ORTIZ PARRA" userId="S::luiferneyortiz@ucundinamarca.edu.co::311f1f2d-e9a2-4bc8-96ab-a2f2d284c8a5" providerId="AD" clId="Web-{55ACCE0C-1C76-069B-BFB5-277DE710CB0C}" dt="2026-03-02T02:25:58.761" v="128"/>
          <ac:spMkLst>
            <pc:docMk/>
            <pc:sldMk cId="4039522609" sldId="266"/>
            <ac:spMk id="2" creationId="{F7F93E98-A4CF-8B67-8654-FBEEE3DC7447}"/>
          </ac:spMkLst>
        </pc:spChg>
        <pc:spChg chg="del mod">
          <ac:chgData name="LUIFERNEY ORTIZ PARRA" userId="S::luiferneyortiz@ucundinamarca.edu.co::311f1f2d-e9a2-4bc8-96ab-a2f2d284c8a5" providerId="AD" clId="Web-{55ACCE0C-1C76-069B-BFB5-277DE710CB0C}" dt="2026-03-02T02:20:52.102" v="86"/>
          <ac:spMkLst>
            <pc:docMk/>
            <pc:sldMk cId="4039522609" sldId="266"/>
            <ac:spMk id="3" creationId="{7546B155-113F-8052-BAD7-CE0CC19789A5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58.761" v="128"/>
          <ac:spMkLst>
            <pc:docMk/>
            <pc:sldMk cId="4039522609" sldId="266"/>
            <ac:spMk id="10" creationId="{47942995-B07F-4636-9A06-C6A104B260A8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58.761" v="128"/>
          <ac:spMkLst>
            <pc:docMk/>
            <pc:sldMk cId="4039522609" sldId="266"/>
            <ac:spMk id="17" creationId="{B81933D1-5615-42C7-9C0B-4EB7105CCE2D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5:58.761" v="128"/>
          <ac:spMkLst>
            <pc:docMk/>
            <pc:sldMk cId="4039522609" sldId="266"/>
            <ac:spMk id="19" creationId="{19C9EAEA-39D0-4B0E-A0EB-51E7B26740B1}"/>
          </ac:spMkLst>
        </pc:spChg>
        <pc:grpChg chg="add">
          <ac:chgData name="LUIFERNEY ORTIZ PARRA" userId="S::luiferneyortiz@ucundinamarca.edu.co::311f1f2d-e9a2-4bc8-96ab-a2f2d284c8a5" providerId="AD" clId="Web-{55ACCE0C-1C76-069B-BFB5-277DE710CB0C}" dt="2026-03-02T02:25:58.761" v="128"/>
          <ac:grpSpMkLst>
            <pc:docMk/>
            <pc:sldMk cId="4039522609" sldId="266"/>
            <ac:grpSpMk id="12" creationId="{032D8612-31EB-44CF-A1D0-14FD4C705424}"/>
          </ac:grpSpMkLst>
        </pc:grpChg>
        <pc:graphicFrameChg chg="add mod ord modGraphic">
          <ac:chgData name="LUIFERNEY ORTIZ PARRA" userId="S::luiferneyortiz@ucundinamarca.edu.co::311f1f2d-e9a2-4bc8-96ab-a2f2d284c8a5" providerId="AD" clId="Web-{55ACCE0C-1C76-069B-BFB5-277DE710CB0C}" dt="2026-03-02T02:25:58.761" v="128"/>
          <ac:graphicFrameMkLst>
            <pc:docMk/>
            <pc:sldMk cId="4039522609" sldId="266"/>
            <ac:graphicFrameMk id="5" creationId="{F34EF012-9B46-1286-1783-133EDD22F904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8:55.612" v="129"/>
        <pc:sldMkLst>
          <pc:docMk/>
          <pc:sldMk cId="422102056" sldId="267"/>
        </pc:sldMkLst>
        <pc:spChg chg="mod">
          <ac:chgData name="LUIFERNEY ORTIZ PARRA" userId="S::luiferneyortiz@ucundinamarca.edu.co::311f1f2d-e9a2-4bc8-96ab-a2f2d284c8a5" providerId="AD" clId="Web-{55ACCE0C-1C76-069B-BFB5-277DE710CB0C}" dt="2026-03-02T02:28:55.612" v="129"/>
          <ac:spMkLst>
            <pc:docMk/>
            <pc:sldMk cId="422102056" sldId="267"/>
            <ac:spMk id="2" creationId="{1CD6122F-4C34-E6F5-A7BD-EF269807850B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8:55.612" v="129"/>
          <ac:spMkLst>
            <pc:docMk/>
            <pc:sldMk cId="422102056" sldId="267"/>
            <ac:spMk id="3" creationId="{74F9B057-AED4-D212-FE56-02EFD2DE1BCE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8:55.612" v="129"/>
          <ac:spMkLst>
            <pc:docMk/>
            <pc:sldMk cId="422102056" sldId="267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8:55.612" v="129"/>
          <ac:spMkLst>
            <pc:docMk/>
            <pc:sldMk cId="422102056" sldId="267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8:55.612" v="129"/>
          <ac:spMkLst>
            <pc:docMk/>
            <pc:sldMk cId="422102056" sldId="267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8:55.612" v="129"/>
          <ac:spMkLst>
            <pc:docMk/>
            <pc:sldMk cId="422102056" sldId="267"/>
            <ac:spMk id="14" creationId="{375E0459-6403-40CD-989D-56A4407CA12E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8:55.612" v="129"/>
          <ac:spMkLst>
            <pc:docMk/>
            <pc:sldMk cId="422102056" sldId="267"/>
            <ac:spMk id="16" creationId="{53E5B1A8-3AC9-4BD1-9BBC-78CA94F2D1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9:00.831" v="130"/>
        <pc:sldMkLst>
          <pc:docMk/>
          <pc:sldMk cId="362853365" sldId="268"/>
        </pc:sldMkLst>
        <pc:spChg chg="mod">
          <ac:chgData name="LUIFERNEY ORTIZ PARRA" userId="S::luiferneyortiz@ucundinamarca.edu.co::311f1f2d-e9a2-4bc8-96ab-a2f2d284c8a5" providerId="AD" clId="Web-{55ACCE0C-1C76-069B-BFB5-277DE710CB0C}" dt="2026-03-02T02:29:00.831" v="130"/>
          <ac:spMkLst>
            <pc:docMk/>
            <pc:sldMk cId="362853365" sldId="268"/>
            <ac:spMk id="2" creationId="{3E44CD02-F5BC-ED0C-8D6F-5FEF0545CE0A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9:00.831" v="130"/>
          <ac:spMkLst>
            <pc:docMk/>
            <pc:sldMk cId="362853365" sldId="268"/>
            <ac:spMk id="3" creationId="{B80DFADA-00C4-9EF4-E62A-6D30B962DF6B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9:00.831" v="130"/>
          <ac:spMkLst>
            <pc:docMk/>
            <pc:sldMk cId="362853365" sldId="268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55ACCE0C-1C76-069B-BFB5-277DE710CB0C}" dt="2026-03-02T02:29:00.831" v="130"/>
          <ac:picMkLst>
            <pc:docMk/>
            <pc:sldMk cId="362853365" sldId="268"/>
            <ac:picMk id="5" creationId="{EA73DC0B-2A68-2326-B430-84ECB9075DAF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55ACCE0C-1C76-069B-BFB5-277DE710CB0C}" dt="2026-03-02T02:29:30.144" v="136"/>
        <pc:sldMkLst>
          <pc:docMk/>
          <pc:sldMk cId="909959" sldId="269"/>
        </pc:sldMkLst>
        <pc:spChg chg="mod">
          <ac:chgData name="LUIFERNEY ORTIZ PARRA" userId="S::luiferneyortiz@ucundinamarca.edu.co::311f1f2d-e9a2-4bc8-96ab-a2f2d284c8a5" providerId="AD" clId="Web-{55ACCE0C-1C76-069B-BFB5-277DE710CB0C}" dt="2026-03-02T02:29:20.035" v="133"/>
          <ac:spMkLst>
            <pc:docMk/>
            <pc:sldMk cId="909959" sldId="269"/>
            <ac:spMk id="2" creationId="{651EA9D1-D3AE-27F4-455F-F3418E6EFA9F}"/>
          </ac:spMkLst>
        </pc:spChg>
        <pc:spChg chg="add del mod">
          <ac:chgData name="LUIFERNEY ORTIZ PARRA" userId="S::luiferneyortiz@ucundinamarca.edu.co::311f1f2d-e9a2-4bc8-96ab-a2f2d284c8a5" providerId="AD" clId="Web-{55ACCE0C-1C76-069B-BFB5-277DE710CB0C}" dt="2026-03-02T02:29:20.035" v="133"/>
          <ac:spMkLst>
            <pc:docMk/>
            <pc:sldMk cId="909959" sldId="269"/>
            <ac:spMk id="3" creationId="{5EFDBA55-BA14-3D61-0206-88EBA93C895B}"/>
          </ac:spMkLst>
        </pc:spChg>
        <pc:spChg chg="add del">
          <ac:chgData name="LUIFERNEY ORTIZ PARRA" userId="S::luiferneyortiz@ucundinamarca.edu.co::311f1f2d-e9a2-4bc8-96ab-a2f2d284c8a5" providerId="AD" clId="Web-{55ACCE0C-1C76-069B-BFB5-277DE710CB0C}" dt="2026-03-02T02:29:20.019" v="132"/>
          <ac:spMkLst>
            <pc:docMk/>
            <pc:sldMk cId="909959" sldId="269"/>
            <ac:spMk id="9" creationId="{2E442304-DDBD-4F7B-8017-36BCC863FB40}"/>
          </ac:spMkLst>
        </pc:spChg>
        <pc:spChg chg="add del">
          <ac:chgData name="LUIFERNEY ORTIZ PARRA" userId="S::luiferneyortiz@ucundinamarca.edu.co::311f1f2d-e9a2-4bc8-96ab-a2f2d284c8a5" providerId="AD" clId="Web-{55ACCE0C-1C76-069B-BFB5-277DE710CB0C}" dt="2026-03-02T02:29:20.019" v="132"/>
          <ac:spMkLst>
            <pc:docMk/>
            <pc:sldMk cId="909959" sldId="269"/>
            <ac:spMk id="11" creationId="{5E107275-3853-46FD-A241-DE4355A42675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9:20.035" v="133"/>
          <ac:spMkLst>
            <pc:docMk/>
            <pc:sldMk cId="909959" sldId="269"/>
            <ac:spMk id="14" creationId="{A1F6BF70-C7D1-4AF9-8DB4-BEEB8A9C3529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9:20.035" v="133"/>
          <ac:spMkLst>
            <pc:docMk/>
            <pc:sldMk cId="909959" sldId="269"/>
            <ac:spMk id="15" creationId="{2C1BBA94-3F40-40AA-8BB9-E69E25E537C1}"/>
          </ac:spMkLst>
        </pc:spChg>
        <pc:grpChg chg="add">
          <ac:chgData name="LUIFERNEY ORTIZ PARRA" userId="S::luiferneyortiz@ucundinamarca.edu.co::311f1f2d-e9a2-4bc8-96ab-a2f2d284c8a5" providerId="AD" clId="Web-{55ACCE0C-1C76-069B-BFB5-277DE710CB0C}" dt="2026-03-02T02:29:20.035" v="133"/>
          <ac:grpSpMkLst>
            <pc:docMk/>
            <pc:sldMk cId="909959" sldId="269"/>
            <ac:grpSpMk id="16" creationId="{0C66A8B6-1F6E-4FCC-93B9-B9986B6FD111}"/>
          </ac:grpSpMkLst>
        </pc:grpChg>
        <pc:graphicFrameChg chg="add del">
          <ac:chgData name="LUIFERNEY ORTIZ PARRA" userId="S::luiferneyortiz@ucundinamarca.edu.co::311f1f2d-e9a2-4bc8-96ab-a2f2d284c8a5" providerId="AD" clId="Web-{55ACCE0C-1C76-069B-BFB5-277DE710CB0C}" dt="2026-03-02T02:29:20.019" v="132"/>
          <ac:graphicFrameMkLst>
            <pc:docMk/>
            <pc:sldMk cId="909959" sldId="269"/>
            <ac:graphicFrameMk id="5" creationId="{49B53F18-E124-005F-7466-98BA9CE12D39}"/>
          </ac:graphicFrameMkLst>
        </pc:graphicFrameChg>
        <pc:graphicFrameChg chg="add modGraphic">
          <ac:chgData name="LUIFERNEY ORTIZ PARRA" userId="S::luiferneyortiz@ucundinamarca.edu.co::311f1f2d-e9a2-4bc8-96ab-a2f2d284c8a5" providerId="AD" clId="Web-{55ACCE0C-1C76-069B-BFB5-277DE710CB0C}" dt="2026-03-02T02:29:30.144" v="136"/>
          <ac:graphicFrameMkLst>
            <pc:docMk/>
            <pc:sldMk cId="909959" sldId="269"/>
            <ac:graphicFrameMk id="17" creationId="{ADE5BE69-F90D-49CE-3475-7DAA8F36CF1E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29:57.567" v="137"/>
        <pc:sldMkLst>
          <pc:docMk/>
          <pc:sldMk cId="145783343" sldId="270"/>
        </pc:sldMkLst>
        <pc:spChg chg="mod">
          <ac:chgData name="LUIFERNEY ORTIZ PARRA" userId="S::luiferneyortiz@ucundinamarca.edu.co::311f1f2d-e9a2-4bc8-96ab-a2f2d284c8a5" providerId="AD" clId="Web-{55ACCE0C-1C76-069B-BFB5-277DE710CB0C}" dt="2026-03-02T02:29:57.567" v="137"/>
          <ac:spMkLst>
            <pc:docMk/>
            <pc:sldMk cId="145783343" sldId="270"/>
            <ac:spMk id="2" creationId="{E863431C-E68D-F8B6-6831-54ADDC53F332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29:57.567" v="137"/>
          <ac:spMkLst>
            <pc:docMk/>
            <pc:sldMk cId="145783343" sldId="270"/>
            <ac:spMk id="3" creationId="{63D9A10C-48CF-F6FC-3F4B-9772F83DDCAB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9:57.567" v="137"/>
          <ac:spMkLst>
            <pc:docMk/>
            <pc:sldMk cId="145783343" sldId="270"/>
            <ac:spMk id="8" creationId="{70DFC902-7D23-471A-B557-B6B6917D7A0D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9:57.567" v="137"/>
          <ac:spMkLst>
            <pc:docMk/>
            <pc:sldMk cId="145783343" sldId="270"/>
            <ac:spMk id="10" creationId="{A55D5633-D557-4DCA-982C-FF36EB7A1C00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29:57.567" v="137"/>
          <ac:spMkLst>
            <pc:docMk/>
            <pc:sldMk cId="145783343" sldId="270"/>
            <ac:spMk id="12" creationId="{450D3AD2-FA80-415F-A9CE-54D884561CD7}"/>
          </ac:spMkLst>
        </pc:spChg>
      </pc:sldChg>
      <pc:sldChg chg="addSp modSp new mod setBg modShow">
        <pc:chgData name="LUIFERNEY ORTIZ PARRA" userId="S::luiferneyortiz@ucundinamarca.edu.co::311f1f2d-e9a2-4bc8-96ab-a2f2d284c8a5" providerId="AD" clId="Web-{55ACCE0C-1C76-069B-BFB5-277DE710CB0C}" dt="2026-03-02T02:30:10.458" v="140"/>
        <pc:sldMkLst>
          <pc:docMk/>
          <pc:sldMk cId="1238839836" sldId="271"/>
        </pc:sldMkLst>
        <pc:spChg chg="mod">
          <ac:chgData name="LUIFERNEY ORTIZ PARRA" userId="S::luiferneyortiz@ucundinamarca.edu.co::311f1f2d-e9a2-4bc8-96ab-a2f2d284c8a5" providerId="AD" clId="Web-{55ACCE0C-1C76-069B-BFB5-277DE710CB0C}" dt="2026-03-02T02:30:03.051" v="138"/>
          <ac:spMkLst>
            <pc:docMk/>
            <pc:sldMk cId="1238839836" sldId="271"/>
            <ac:spMk id="2" creationId="{3A3F4A70-F54B-74B3-94BD-8C0E0A0D6612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30:03.051" v="138"/>
          <ac:spMkLst>
            <pc:docMk/>
            <pc:sldMk cId="1238839836" sldId="271"/>
            <ac:spMk id="3" creationId="{CD9B1333-6C88-BE3E-49C9-21869FEB1A94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30:03.051" v="138"/>
          <ac:spMkLst>
            <pc:docMk/>
            <pc:sldMk cId="1238839836" sldId="271"/>
            <ac:spMk id="9" creationId="{F13C74B1-5B17-4795-BED0-7140497B445A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30:03.051" v="138"/>
          <ac:spMkLst>
            <pc:docMk/>
            <pc:sldMk cId="1238839836" sldId="271"/>
            <ac:spMk id="11" creationId="{D4974D33-8DC5-464E-8C6D-BE58F0669C17}"/>
          </ac:spMkLst>
        </pc:spChg>
        <pc:picChg chg="add">
          <ac:chgData name="LUIFERNEY ORTIZ PARRA" userId="S::luiferneyortiz@ucundinamarca.edu.co::311f1f2d-e9a2-4bc8-96ab-a2f2d284c8a5" providerId="AD" clId="Web-{55ACCE0C-1C76-069B-BFB5-277DE710CB0C}" dt="2026-03-02T02:30:03.051" v="138"/>
          <ac:picMkLst>
            <pc:docMk/>
            <pc:sldMk cId="1238839836" sldId="271"/>
            <ac:picMk id="5" creationId="{CB3A3FF8-5453-46CF-B713-30B16E0FED33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30:23.568" v="141"/>
        <pc:sldMkLst>
          <pc:docMk/>
          <pc:sldMk cId="356793078" sldId="272"/>
        </pc:sldMkLst>
        <pc:spChg chg="mod">
          <ac:chgData name="LUIFERNEY ORTIZ PARRA" userId="S::luiferneyortiz@ucundinamarca.edu.co::311f1f2d-e9a2-4bc8-96ab-a2f2d284c8a5" providerId="AD" clId="Web-{55ACCE0C-1C76-069B-BFB5-277DE710CB0C}" dt="2026-03-02T02:30:23.568" v="141"/>
          <ac:spMkLst>
            <pc:docMk/>
            <pc:sldMk cId="356793078" sldId="272"/>
            <ac:spMk id="2" creationId="{8D619F44-2654-AF19-8578-C3A5A950D9D7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30:23.568" v="141"/>
          <ac:spMkLst>
            <pc:docMk/>
            <pc:sldMk cId="356793078" sldId="272"/>
            <ac:spMk id="3" creationId="{98FEA04C-E2C5-C990-F8C8-FB625B0E4186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30:23.568" v="141"/>
          <ac:spMkLst>
            <pc:docMk/>
            <pc:sldMk cId="356793078" sldId="272"/>
            <ac:spMk id="8" creationId="{87BF42CA-AD55-48B4-8949-C4DCA60A6AEE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30:23.568" v="141"/>
          <ac:spMkLst>
            <pc:docMk/>
            <pc:sldMk cId="356793078" sldId="272"/>
            <ac:spMk id="10" creationId="{66AE1D3D-3106-4CB2-AA7C-0C1642AC0F2E}"/>
          </ac:spMkLst>
        </pc:spChg>
        <pc:grpChg chg="add">
          <ac:chgData name="LUIFERNEY ORTIZ PARRA" userId="S::luiferneyortiz@ucundinamarca.edu.co::311f1f2d-e9a2-4bc8-96ab-a2f2d284c8a5" providerId="AD" clId="Web-{55ACCE0C-1C76-069B-BFB5-277DE710CB0C}" dt="2026-03-02T02:30:23.568" v="141"/>
          <ac:grpSpMkLst>
            <pc:docMk/>
            <pc:sldMk cId="356793078" sldId="272"/>
            <ac:grpSpMk id="12" creationId="{0A31B6AF-B711-4CDB-8C2B-16E963DDC4C5}"/>
          </ac:grpSpMkLst>
        </pc:grpChg>
      </pc:sldChg>
      <pc:sldChg chg="addSp modSp new mod setBg">
        <pc:chgData name="LUIFERNEY ORTIZ PARRA" userId="S::luiferneyortiz@ucundinamarca.edu.co::311f1f2d-e9a2-4bc8-96ab-a2f2d284c8a5" providerId="AD" clId="Web-{55ACCE0C-1C76-069B-BFB5-277DE710CB0C}" dt="2026-03-02T02:31:21.741" v="143"/>
        <pc:sldMkLst>
          <pc:docMk/>
          <pc:sldMk cId="3909591240" sldId="273"/>
        </pc:sldMkLst>
        <pc:spChg chg="mod">
          <ac:chgData name="LUIFERNEY ORTIZ PARRA" userId="S::luiferneyortiz@ucundinamarca.edu.co::311f1f2d-e9a2-4bc8-96ab-a2f2d284c8a5" providerId="AD" clId="Web-{55ACCE0C-1C76-069B-BFB5-277DE710CB0C}" dt="2026-03-02T02:31:21.741" v="143"/>
          <ac:spMkLst>
            <pc:docMk/>
            <pc:sldMk cId="3909591240" sldId="273"/>
            <ac:spMk id="2" creationId="{589F8DBB-AD69-752C-6FDB-302A3EF31A21}"/>
          </ac:spMkLst>
        </pc:spChg>
        <pc:spChg chg="mod">
          <ac:chgData name="LUIFERNEY ORTIZ PARRA" userId="S::luiferneyortiz@ucundinamarca.edu.co::311f1f2d-e9a2-4bc8-96ab-a2f2d284c8a5" providerId="AD" clId="Web-{55ACCE0C-1C76-069B-BFB5-277DE710CB0C}" dt="2026-03-02T02:31:21.741" v="143"/>
          <ac:spMkLst>
            <pc:docMk/>
            <pc:sldMk cId="3909591240" sldId="273"/>
            <ac:spMk id="3" creationId="{F2AB265C-6EFF-4181-32C3-CD529A2FF101}"/>
          </ac:spMkLst>
        </pc:spChg>
        <pc:spChg chg="add">
          <ac:chgData name="LUIFERNEY ORTIZ PARRA" userId="S::luiferneyortiz@ucundinamarca.edu.co::311f1f2d-e9a2-4bc8-96ab-a2f2d284c8a5" providerId="AD" clId="Web-{55ACCE0C-1C76-069B-BFB5-277DE710CB0C}" dt="2026-03-02T02:31:21.741" v="143"/>
          <ac:spMkLst>
            <pc:docMk/>
            <pc:sldMk cId="3909591240" sldId="273"/>
            <ac:spMk id="9" creationId="{80DF40B2-80F7-4E71-B46C-284163F3654A}"/>
          </ac:spMkLst>
        </pc:spChg>
        <pc:picChg chg="add mod">
          <ac:chgData name="LUIFERNEY ORTIZ PARRA" userId="S::luiferneyortiz@ucundinamarca.edu.co::311f1f2d-e9a2-4bc8-96ab-a2f2d284c8a5" providerId="AD" clId="Web-{55ACCE0C-1C76-069B-BFB5-277DE710CB0C}" dt="2026-03-02T02:31:21.741" v="143"/>
          <ac:picMkLst>
            <pc:docMk/>
            <pc:sldMk cId="3909591240" sldId="273"/>
            <ac:picMk id="4" creationId="{6B6D849A-DB6B-3D40-1520-FE3F34FF11F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024DD9-7044-4F76-9AE7-AB37C19599B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49D8A1-2534-4684-A02F-A5FA4022FAE5}">
      <dgm:prSet/>
      <dgm:spPr/>
      <dgm:t>
        <a:bodyPr/>
        <a:lstStyle/>
        <a:p>
          <a:r>
            <a:rPr lang="es-ES"/>
            <a:t>¿Qué pasa si el cliente cambia requisitos en el mes 2?</a:t>
          </a:r>
          <a:endParaRPr lang="en-US"/>
        </a:p>
      </dgm:t>
    </dgm:pt>
    <dgm:pt modelId="{735500F6-61BF-48B1-8E5C-D551AED4C74A}" type="parTrans" cxnId="{BBA659E8-FA6F-4781-B591-2932FE8C48A3}">
      <dgm:prSet/>
      <dgm:spPr/>
      <dgm:t>
        <a:bodyPr/>
        <a:lstStyle/>
        <a:p>
          <a:endParaRPr lang="en-US"/>
        </a:p>
      </dgm:t>
    </dgm:pt>
    <dgm:pt modelId="{950611E6-8A92-4A07-B646-AF29C2BECFFD}" type="sibTrans" cxnId="{BBA659E8-FA6F-4781-B591-2932FE8C48A3}">
      <dgm:prSet/>
      <dgm:spPr/>
      <dgm:t>
        <a:bodyPr/>
        <a:lstStyle/>
        <a:p>
          <a:endParaRPr lang="en-US"/>
        </a:p>
      </dgm:t>
    </dgm:pt>
    <dgm:pt modelId="{D95E0AF5-D3BB-478A-A6AB-7EF4E5DCAFA0}">
      <dgm:prSet/>
      <dgm:spPr/>
      <dgm:t>
        <a:bodyPr/>
        <a:lstStyle/>
        <a:p>
          <a:r>
            <a:rPr lang="es-ES"/>
            <a:t>¿Cómo protege su arquitectura?</a:t>
          </a:r>
          <a:endParaRPr lang="en-US"/>
        </a:p>
      </dgm:t>
    </dgm:pt>
    <dgm:pt modelId="{FC0C7967-CF64-4510-9E71-B69B8AE94788}" type="parTrans" cxnId="{F7CCA643-A819-4AF5-9A68-DCD38935D9DD}">
      <dgm:prSet/>
      <dgm:spPr/>
      <dgm:t>
        <a:bodyPr/>
        <a:lstStyle/>
        <a:p>
          <a:endParaRPr lang="en-US"/>
        </a:p>
      </dgm:t>
    </dgm:pt>
    <dgm:pt modelId="{C58E1CB9-083D-4B34-A7AD-D2E3CFEF5CB7}" type="sibTrans" cxnId="{F7CCA643-A819-4AF5-9A68-DCD38935D9DD}">
      <dgm:prSet/>
      <dgm:spPr/>
      <dgm:t>
        <a:bodyPr/>
        <a:lstStyle/>
        <a:p>
          <a:endParaRPr lang="en-US"/>
        </a:p>
      </dgm:t>
    </dgm:pt>
    <dgm:pt modelId="{383E794D-160B-41D5-B269-47AFFC7E5D29}">
      <dgm:prSet/>
      <dgm:spPr/>
      <dgm:t>
        <a:bodyPr/>
        <a:lstStyle/>
        <a:p>
          <a:r>
            <a:rPr lang="es-ES"/>
            <a:t>¿Qué modelo minimiza riesgo financiero?</a:t>
          </a:r>
          <a:endParaRPr lang="en-US"/>
        </a:p>
      </dgm:t>
    </dgm:pt>
    <dgm:pt modelId="{61F37AC2-1393-49C4-8EBA-37885F2155CC}" type="parTrans" cxnId="{4918C428-3EA4-4FE9-9868-3895D92CC8A6}">
      <dgm:prSet/>
      <dgm:spPr/>
      <dgm:t>
        <a:bodyPr/>
        <a:lstStyle/>
        <a:p>
          <a:endParaRPr lang="en-US"/>
        </a:p>
      </dgm:t>
    </dgm:pt>
    <dgm:pt modelId="{50F766EB-868A-42F5-B0C7-A67D18F4BDFF}" type="sibTrans" cxnId="{4918C428-3EA4-4FE9-9868-3895D92CC8A6}">
      <dgm:prSet/>
      <dgm:spPr/>
      <dgm:t>
        <a:bodyPr/>
        <a:lstStyle/>
        <a:p>
          <a:endParaRPr lang="en-US"/>
        </a:p>
      </dgm:t>
    </dgm:pt>
    <dgm:pt modelId="{BFD5F284-3089-4B94-9CCA-A5B7E88A69E1}">
      <dgm:prSet/>
      <dgm:spPr/>
      <dgm:t>
        <a:bodyPr/>
        <a:lstStyle/>
        <a:p>
          <a:r>
            <a:rPr lang="es-ES"/>
            <a:t>¿Qué modelo protege mejor la calidad?</a:t>
          </a:r>
          <a:endParaRPr lang="en-US"/>
        </a:p>
      </dgm:t>
    </dgm:pt>
    <dgm:pt modelId="{6BF36A7A-A28E-4B59-A2C6-472ABBDFCD37}" type="parTrans" cxnId="{76B2EB74-5680-420C-9516-FA65F5323DFE}">
      <dgm:prSet/>
      <dgm:spPr/>
      <dgm:t>
        <a:bodyPr/>
        <a:lstStyle/>
        <a:p>
          <a:endParaRPr lang="en-US"/>
        </a:p>
      </dgm:t>
    </dgm:pt>
    <dgm:pt modelId="{77D6A7EE-CC52-43FC-974A-4B327E4FFE60}" type="sibTrans" cxnId="{76B2EB74-5680-420C-9516-FA65F5323DFE}">
      <dgm:prSet/>
      <dgm:spPr/>
      <dgm:t>
        <a:bodyPr/>
        <a:lstStyle/>
        <a:p>
          <a:endParaRPr lang="en-US"/>
        </a:p>
      </dgm:t>
    </dgm:pt>
    <dgm:pt modelId="{3591F9FC-9647-447A-B24C-16D87EB84BEB}" type="pres">
      <dgm:prSet presAssocID="{5D024DD9-7044-4F76-9AE7-AB37C19599BC}" presName="linear" presStyleCnt="0">
        <dgm:presLayoutVars>
          <dgm:animLvl val="lvl"/>
          <dgm:resizeHandles val="exact"/>
        </dgm:presLayoutVars>
      </dgm:prSet>
      <dgm:spPr/>
    </dgm:pt>
    <dgm:pt modelId="{9D72127E-7656-4D1F-A6F5-85FB5EB23C78}" type="pres">
      <dgm:prSet presAssocID="{CA49D8A1-2534-4684-A02F-A5FA4022FA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30E064-0D35-43DD-82B9-E0E5CDFB9E9C}" type="pres">
      <dgm:prSet presAssocID="{950611E6-8A92-4A07-B646-AF29C2BECFFD}" presName="spacer" presStyleCnt="0"/>
      <dgm:spPr/>
    </dgm:pt>
    <dgm:pt modelId="{FDE0AB8D-55D6-4463-B7F2-589F0C8366DF}" type="pres">
      <dgm:prSet presAssocID="{D95E0AF5-D3BB-478A-A6AB-7EF4E5DCAF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3D3F84-3234-4D3C-93EC-02CB463A5CCA}" type="pres">
      <dgm:prSet presAssocID="{C58E1CB9-083D-4B34-A7AD-D2E3CFEF5CB7}" presName="spacer" presStyleCnt="0"/>
      <dgm:spPr/>
    </dgm:pt>
    <dgm:pt modelId="{EE56AA02-659F-47A3-A94F-F8C96B234987}" type="pres">
      <dgm:prSet presAssocID="{383E794D-160B-41D5-B269-47AFFC7E5D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8F4886-7AB1-4F44-ADE3-32C5939A2B55}" type="pres">
      <dgm:prSet presAssocID="{50F766EB-868A-42F5-B0C7-A67D18F4BDFF}" presName="spacer" presStyleCnt="0"/>
      <dgm:spPr/>
    </dgm:pt>
    <dgm:pt modelId="{0C0B250E-0928-4280-8C5E-64FA9CE007FB}" type="pres">
      <dgm:prSet presAssocID="{BFD5F284-3089-4B94-9CCA-A5B7E88A69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918C428-3EA4-4FE9-9868-3895D92CC8A6}" srcId="{5D024DD9-7044-4F76-9AE7-AB37C19599BC}" destId="{383E794D-160B-41D5-B269-47AFFC7E5D29}" srcOrd="2" destOrd="0" parTransId="{61F37AC2-1393-49C4-8EBA-37885F2155CC}" sibTransId="{50F766EB-868A-42F5-B0C7-A67D18F4BDFF}"/>
    <dgm:cxn modelId="{9346DC32-1FAC-43B0-9E38-22AE4E125890}" type="presOf" srcId="{5D024DD9-7044-4F76-9AE7-AB37C19599BC}" destId="{3591F9FC-9647-447A-B24C-16D87EB84BEB}" srcOrd="0" destOrd="0" presId="urn:microsoft.com/office/officeart/2005/8/layout/vList2"/>
    <dgm:cxn modelId="{BC7CFE36-0DE8-49A2-B81B-D76A9DB4C933}" type="presOf" srcId="{CA49D8A1-2534-4684-A02F-A5FA4022FAE5}" destId="{9D72127E-7656-4D1F-A6F5-85FB5EB23C78}" srcOrd="0" destOrd="0" presId="urn:microsoft.com/office/officeart/2005/8/layout/vList2"/>
    <dgm:cxn modelId="{F7CCA643-A819-4AF5-9A68-DCD38935D9DD}" srcId="{5D024DD9-7044-4F76-9AE7-AB37C19599BC}" destId="{D95E0AF5-D3BB-478A-A6AB-7EF4E5DCAFA0}" srcOrd="1" destOrd="0" parTransId="{FC0C7967-CF64-4510-9E71-B69B8AE94788}" sibTransId="{C58E1CB9-083D-4B34-A7AD-D2E3CFEF5CB7}"/>
    <dgm:cxn modelId="{2E6F0164-E904-4A3C-AD45-C1127D63D385}" type="presOf" srcId="{383E794D-160B-41D5-B269-47AFFC7E5D29}" destId="{EE56AA02-659F-47A3-A94F-F8C96B234987}" srcOrd="0" destOrd="0" presId="urn:microsoft.com/office/officeart/2005/8/layout/vList2"/>
    <dgm:cxn modelId="{76B2EB74-5680-420C-9516-FA65F5323DFE}" srcId="{5D024DD9-7044-4F76-9AE7-AB37C19599BC}" destId="{BFD5F284-3089-4B94-9CCA-A5B7E88A69E1}" srcOrd="3" destOrd="0" parTransId="{6BF36A7A-A28E-4B59-A2C6-472ABBDFCD37}" sibTransId="{77D6A7EE-CC52-43FC-974A-4B327E4FFE60}"/>
    <dgm:cxn modelId="{E29C9AA4-F1BB-41D1-8C52-2863101C077C}" type="presOf" srcId="{D95E0AF5-D3BB-478A-A6AB-7EF4E5DCAFA0}" destId="{FDE0AB8D-55D6-4463-B7F2-589F0C8366DF}" srcOrd="0" destOrd="0" presId="urn:microsoft.com/office/officeart/2005/8/layout/vList2"/>
    <dgm:cxn modelId="{47987DA7-0F97-467E-8812-BF8EB84A72E2}" type="presOf" srcId="{BFD5F284-3089-4B94-9CCA-A5B7E88A69E1}" destId="{0C0B250E-0928-4280-8C5E-64FA9CE007FB}" srcOrd="0" destOrd="0" presId="urn:microsoft.com/office/officeart/2005/8/layout/vList2"/>
    <dgm:cxn modelId="{BBA659E8-FA6F-4781-B591-2932FE8C48A3}" srcId="{5D024DD9-7044-4F76-9AE7-AB37C19599BC}" destId="{CA49D8A1-2534-4684-A02F-A5FA4022FAE5}" srcOrd="0" destOrd="0" parTransId="{735500F6-61BF-48B1-8E5C-D551AED4C74A}" sibTransId="{950611E6-8A92-4A07-B646-AF29C2BECFFD}"/>
    <dgm:cxn modelId="{58A68033-47F7-4FDF-90A8-938EDA274FD2}" type="presParOf" srcId="{3591F9FC-9647-447A-B24C-16D87EB84BEB}" destId="{9D72127E-7656-4D1F-A6F5-85FB5EB23C78}" srcOrd="0" destOrd="0" presId="urn:microsoft.com/office/officeart/2005/8/layout/vList2"/>
    <dgm:cxn modelId="{21307436-BEBE-438B-B5E9-0B9703D1D07D}" type="presParOf" srcId="{3591F9FC-9647-447A-B24C-16D87EB84BEB}" destId="{4B30E064-0D35-43DD-82B9-E0E5CDFB9E9C}" srcOrd="1" destOrd="0" presId="urn:microsoft.com/office/officeart/2005/8/layout/vList2"/>
    <dgm:cxn modelId="{2B57ABA7-5D49-487E-B9DC-CE0534CD57E0}" type="presParOf" srcId="{3591F9FC-9647-447A-B24C-16D87EB84BEB}" destId="{FDE0AB8D-55D6-4463-B7F2-589F0C8366DF}" srcOrd="2" destOrd="0" presId="urn:microsoft.com/office/officeart/2005/8/layout/vList2"/>
    <dgm:cxn modelId="{09C98D4A-7361-49F9-8411-CEED54DA7F6A}" type="presParOf" srcId="{3591F9FC-9647-447A-B24C-16D87EB84BEB}" destId="{DA3D3F84-3234-4D3C-93EC-02CB463A5CCA}" srcOrd="3" destOrd="0" presId="urn:microsoft.com/office/officeart/2005/8/layout/vList2"/>
    <dgm:cxn modelId="{DB971823-53BD-4B05-B960-D7312B2B0693}" type="presParOf" srcId="{3591F9FC-9647-447A-B24C-16D87EB84BEB}" destId="{EE56AA02-659F-47A3-A94F-F8C96B234987}" srcOrd="4" destOrd="0" presId="urn:microsoft.com/office/officeart/2005/8/layout/vList2"/>
    <dgm:cxn modelId="{2D2B45F0-B4B1-4588-B40A-DAE92EA44114}" type="presParOf" srcId="{3591F9FC-9647-447A-B24C-16D87EB84BEB}" destId="{EF8F4886-7AB1-4F44-ADE3-32C5939A2B55}" srcOrd="5" destOrd="0" presId="urn:microsoft.com/office/officeart/2005/8/layout/vList2"/>
    <dgm:cxn modelId="{38F11508-AAC7-4405-AEF5-81DFF9EF2725}" type="presParOf" srcId="{3591F9FC-9647-447A-B24C-16D87EB84BEB}" destId="{0C0B250E-0928-4280-8C5E-64FA9CE007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2127E-7656-4D1F-A6F5-85FB5EB23C78}">
      <dsp:nvSpPr>
        <dsp:cNvPr id="0" name=""/>
        <dsp:cNvSpPr/>
      </dsp:nvSpPr>
      <dsp:spPr>
        <a:xfrm>
          <a:off x="0" y="57142"/>
          <a:ext cx="5918184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¿Qué pasa si el cliente cambia requisitos en el mes 2?</a:t>
          </a:r>
          <a:endParaRPr lang="en-US" sz="2900" kern="1200"/>
        </a:p>
      </dsp:txBody>
      <dsp:txXfrm>
        <a:off x="56315" y="113457"/>
        <a:ext cx="5805554" cy="1040990"/>
      </dsp:txXfrm>
    </dsp:sp>
    <dsp:sp modelId="{FDE0AB8D-55D6-4463-B7F2-589F0C8366DF}">
      <dsp:nvSpPr>
        <dsp:cNvPr id="0" name=""/>
        <dsp:cNvSpPr/>
      </dsp:nvSpPr>
      <dsp:spPr>
        <a:xfrm>
          <a:off x="0" y="1294282"/>
          <a:ext cx="5918184" cy="11536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¿Cómo protege su arquitectura?</a:t>
          </a:r>
          <a:endParaRPr lang="en-US" sz="2900" kern="1200"/>
        </a:p>
      </dsp:txBody>
      <dsp:txXfrm>
        <a:off x="56315" y="1350597"/>
        <a:ext cx="5805554" cy="1040990"/>
      </dsp:txXfrm>
    </dsp:sp>
    <dsp:sp modelId="{EE56AA02-659F-47A3-A94F-F8C96B234987}">
      <dsp:nvSpPr>
        <dsp:cNvPr id="0" name=""/>
        <dsp:cNvSpPr/>
      </dsp:nvSpPr>
      <dsp:spPr>
        <a:xfrm>
          <a:off x="0" y="2531422"/>
          <a:ext cx="5918184" cy="11536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¿Qué modelo minimiza riesgo financiero?</a:t>
          </a:r>
          <a:endParaRPr lang="en-US" sz="2900" kern="1200"/>
        </a:p>
      </dsp:txBody>
      <dsp:txXfrm>
        <a:off x="56315" y="2587737"/>
        <a:ext cx="5805554" cy="1040990"/>
      </dsp:txXfrm>
    </dsp:sp>
    <dsp:sp modelId="{0C0B250E-0928-4280-8C5E-64FA9CE007FB}">
      <dsp:nvSpPr>
        <dsp:cNvPr id="0" name=""/>
        <dsp:cNvSpPr/>
      </dsp:nvSpPr>
      <dsp:spPr>
        <a:xfrm>
          <a:off x="0" y="3768562"/>
          <a:ext cx="5918184" cy="11536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¿Qué modelo protege mejor la calidad?</a:t>
          </a:r>
          <a:endParaRPr lang="en-US" sz="2900" kern="1200"/>
        </a:p>
      </dsp:txBody>
      <dsp:txXfrm>
        <a:off x="56315" y="3824877"/>
        <a:ext cx="5805554" cy="104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6B158B5-50B5-4927-A367-7C9F3AFE5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981824" y="1367673"/>
            <a:ext cx="4375151" cy="2665509"/>
          </a:xfrm>
        </p:spPr>
        <p:txBody>
          <a:bodyPr>
            <a:normAutofit/>
          </a:bodyPr>
          <a:lstStyle/>
          <a:p>
            <a:pPr algn="r"/>
            <a:r>
              <a:rPr lang="es-ES" sz="6100">
                <a:solidFill>
                  <a:schemeClr val="bg1"/>
                </a:solidFill>
              </a:rPr>
              <a:t>Ingeniería de Software 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79182" y="4414180"/>
            <a:ext cx="4377793" cy="88453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s-ES" sz="1300">
                <a:solidFill>
                  <a:schemeClr val="bg1"/>
                </a:solidFill>
                <a:ea typeface="+mn-lt"/>
                <a:cs typeface="+mn-lt"/>
              </a:rPr>
              <a:t>Tradicional vs Ágil: Decisión Estratégica Empresarial</a:t>
            </a:r>
          </a:p>
          <a:p>
            <a:pPr algn="r"/>
            <a:r>
              <a:rPr lang="es-ES" sz="1300">
                <a:solidFill>
                  <a:schemeClr val="bg1"/>
                </a:solidFill>
                <a:ea typeface="+mn-lt"/>
                <a:cs typeface="+mn-lt"/>
              </a:rPr>
              <a:t>Enfoque: Gestión del cambio y dirección técnica</a:t>
            </a:r>
          </a:p>
          <a:p>
            <a:pPr algn="r"/>
            <a:r>
              <a:rPr lang="es-ES" sz="1300">
                <a:solidFill>
                  <a:schemeClr val="bg1"/>
                </a:solidFill>
                <a:ea typeface="+mn-lt"/>
                <a:cs typeface="+mn-lt"/>
              </a:rPr>
              <a:t>Ingeniero Luiferney Ortiz Parra</a:t>
            </a:r>
          </a:p>
        </p:txBody>
      </p:sp>
      <p:pic>
        <p:nvPicPr>
          <p:cNvPr id="4" name="Imagen 3" descr="Ingeniería de software: Qué es, Objetivos y Funciones">
            <a:extLst>
              <a:ext uri="{FF2B5EF4-FFF2-40B4-BE49-F238E27FC236}">
                <a16:creationId xmlns:a16="http://schemas.microsoft.com/office/drawing/2014/main" id="{12252D6C-97A9-ECFD-A93E-61FC215BA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96" r="33246"/>
          <a:stretch>
            <a:fillRect/>
          </a:stretch>
        </p:blipFill>
        <p:spPr>
          <a:xfrm>
            <a:off x="1" y="2"/>
            <a:ext cx="6249303" cy="6857998"/>
          </a:xfrm>
          <a:custGeom>
            <a:avLst/>
            <a:gdLst/>
            <a:ahLst/>
            <a:cxnLst/>
            <a:rect l="l" t="t" r="r" b="b"/>
            <a:pathLst>
              <a:path w="6249303" h="6857998">
                <a:moveTo>
                  <a:pt x="5497146" y="6118149"/>
                </a:moveTo>
                <a:cubicBezTo>
                  <a:pt x="5503695" y="6124102"/>
                  <a:pt x="5511317" y="6129341"/>
                  <a:pt x="5518366" y="6133723"/>
                </a:cubicBezTo>
                <a:cubicBezTo>
                  <a:pt x="5525509" y="6138152"/>
                  <a:pt x="5530855" y="6143474"/>
                  <a:pt x="5534525" y="6149380"/>
                </a:cubicBezTo>
                <a:lnTo>
                  <a:pt x="5540000" y="6166562"/>
                </a:lnTo>
                <a:lnTo>
                  <a:pt x="5534525" y="6149379"/>
                </a:lnTo>
                <a:cubicBezTo>
                  <a:pt x="5530855" y="6143474"/>
                  <a:pt x="5525509" y="6138152"/>
                  <a:pt x="5518366" y="6133722"/>
                </a:cubicBezTo>
                <a:cubicBezTo>
                  <a:pt x="5511317" y="6129341"/>
                  <a:pt x="5503695" y="6124102"/>
                  <a:pt x="5497146" y="6118149"/>
                </a:cubicBezTo>
                <a:close/>
                <a:moveTo>
                  <a:pt x="5405304" y="4941372"/>
                </a:moveTo>
                <a:lnTo>
                  <a:pt x="5408634" y="4950869"/>
                </a:lnTo>
                <a:lnTo>
                  <a:pt x="5418318" y="4991382"/>
                </a:lnTo>
                <a:lnTo>
                  <a:pt x="5408634" y="4950868"/>
                </a:lnTo>
                <a:close/>
                <a:moveTo>
                  <a:pt x="5409242" y="4749807"/>
                </a:moveTo>
                <a:cubicBezTo>
                  <a:pt x="5397106" y="4762826"/>
                  <a:pt x="5396249" y="4781365"/>
                  <a:pt x="5394535" y="4799797"/>
                </a:cubicBezTo>
                <a:cubicBezTo>
                  <a:pt x="5396249" y="4781365"/>
                  <a:pt x="5397106" y="4762827"/>
                  <a:pt x="5409242" y="4749807"/>
                </a:cubicBezTo>
                <a:close/>
                <a:moveTo>
                  <a:pt x="5427041" y="4543185"/>
                </a:moveTo>
                <a:cubicBezTo>
                  <a:pt x="5428019" y="4548281"/>
                  <a:pt x="5430065" y="4553662"/>
                  <a:pt x="5432447" y="4557092"/>
                </a:cubicBezTo>
                <a:cubicBezTo>
                  <a:pt x="5444067" y="4573618"/>
                  <a:pt x="5452855" y="4588275"/>
                  <a:pt x="5458810" y="4602021"/>
                </a:cubicBezTo>
                <a:cubicBezTo>
                  <a:pt x="5452855" y="4588275"/>
                  <a:pt x="5444067" y="4573618"/>
                  <a:pt x="5432447" y="4557091"/>
                </a:cubicBezTo>
                <a:close/>
                <a:moveTo>
                  <a:pt x="5893259" y="2819253"/>
                </a:moveTo>
                <a:lnTo>
                  <a:pt x="5904902" y="2827484"/>
                </a:lnTo>
                <a:lnTo>
                  <a:pt x="5904904" y="2827486"/>
                </a:lnTo>
                <a:lnTo>
                  <a:pt x="5933407" y="2861156"/>
                </a:lnTo>
                <a:lnTo>
                  <a:pt x="5923753" y="2842392"/>
                </a:lnTo>
                <a:lnTo>
                  <a:pt x="5904904" y="2827486"/>
                </a:lnTo>
                <a:lnTo>
                  <a:pt x="5904902" y="2827483"/>
                </a:lnTo>
                <a:close/>
                <a:moveTo>
                  <a:pt x="5823604" y="1974015"/>
                </a:moveTo>
                <a:lnTo>
                  <a:pt x="5817090" y="1999763"/>
                </a:lnTo>
                <a:cubicBezTo>
                  <a:pt x="5813281" y="2008056"/>
                  <a:pt x="5807601" y="2016020"/>
                  <a:pt x="5799362" y="2023547"/>
                </a:cubicBezTo>
                <a:cubicBezTo>
                  <a:pt x="5815841" y="2008497"/>
                  <a:pt x="5822079" y="1991685"/>
                  <a:pt x="5823604" y="1974015"/>
                </a:cubicBezTo>
                <a:close/>
                <a:moveTo>
                  <a:pt x="5806410" y="1768838"/>
                </a:moveTo>
                <a:cubicBezTo>
                  <a:pt x="5802029" y="1774411"/>
                  <a:pt x="5799266" y="1779948"/>
                  <a:pt x="5797809" y="1785412"/>
                </a:cubicBezTo>
                <a:lnTo>
                  <a:pt x="5797028" y="1801558"/>
                </a:lnTo>
                <a:cubicBezTo>
                  <a:pt x="5795361" y="1790986"/>
                  <a:pt x="5797647" y="1779981"/>
                  <a:pt x="5806410" y="1768838"/>
                </a:cubicBezTo>
                <a:close/>
                <a:moveTo>
                  <a:pt x="5915999" y="520953"/>
                </a:moveTo>
                <a:lnTo>
                  <a:pt x="5909271" y="549926"/>
                </a:lnTo>
                <a:lnTo>
                  <a:pt x="5903017" y="566616"/>
                </a:lnTo>
                <a:lnTo>
                  <a:pt x="5897067" y="581804"/>
                </a:lnTo>
                <a:lnTo>
                  <a:pt x="5896649" y="583595"/>
                </a:lnTo>
                <a:lnTo>
                  <a:pt x="5894474" y="589388"/>
                </a:lnTo>
                <a:cubicBezTo>
                  <a:pt x="5892074" y="597005"/>
                  <a:pt x="5890316" y="604728"/>
                  <a:pt x="5889851" y="612658"/>
                </a:cubicBezTo>
                <a:lnTo>
                  <a:pt x="5896649" y="583595"/>
                </a:lnTo>
                <a:lnTo>
                  <a:pt x="5902965" y="566754"/>
                </a:lnTo>
                <a:lnTo>
                  <a:pt x="5903017" y="566616"/>
                </a:lnTo>
                <a:lnTo>
                  <a:pt x="5908855" y="551717"/>
                </a:lnTo>
                <a:lnTo>
                  <a:pt x="5909271" y="549926"/>
                </a:lnTo>
                <a:lnTo>
                  <a:pt x="5911436" y="544146"/>
                </a:lnTo>
                <a:cubicBezTo>
                  <a:pt x="5913823" y="536547"/>
                  <a:pt x="5915561" y="528850"/>
                  <a:pt x="5915999" y="520953"/>
                </a:cubicBezTo>
                <a:close/>
                <a:moveTo>
                  <a:pt x="5864896" y="268794"/>
                </a:moveTo>
                <a:cubicBezTo>
                  <a:pt x="5862371" y="279176"/>
                  <a:pt x="5860668" y="289296"/>
                  <a:pt x="5860021" y="299164"/>
                </a:cubicBezTo>
                <a:cubicBezTo>
                  <a:pt x="5859371" y="309031"/>
                  <a:pt x="5859776" y="318646"/>
                  <a:pt x="5861466" y="328017"/>
                </a:cubicBezTo>
                <a:close/>
                <a:moveTo>
                  <a:pt x="0" y="0"/>
                </a:moveTo>
                <a:lnTo>
                  <a:pt x="6182312" y="0"/>
                </a:lnTo>
                <a:lnTo>
                  <a:pt x="6178097" y="24480"/>
                </a:lnTo>
                <a:cubicBezTo>
                  <a:pt x="6175612" y="32636"/>
                  <a:pt x="6171850" y="40471"/>
                  <a:pt x="6166086" y="47806"/>
                </a:cubicBezTo>
                <a:cubicBezTo>
                  <a:pt x="6151226" y="66857"/>
                  <a:pt x="6154655" y="85336"/>
                  <a:pt x="6156942" y="105718"/>
                </a:cubicBezTo>
                <a:cubicBezTo>
                  <a:pt x="6158656" y="121150"/>
                  <a:pt x="6158085" y="136963"/>
                  <a:pt x="6158277" y="152584"/>
                </a:cubicBezTo>
                <a:cubicBezTo>
                  <a:pt x="6158846" y="180017"/>
                  <a:pt x="6159037" y="207450"/>
                  <a:pt x="6159990" y="234883"/>
                </a:cubicBezTo>
                <a:cubicBezTo>
                  <a:pt x="6160370" y="243648"/>
                  <a:pt x="6165135" y="252600"/>
                  <a:pt x="6164373" y="261173"/>
                </a:cubicBezTo>
                <a:cubicBezTo>
                  <a:pt x="6160752" y="300800"/>
                  <a:pt x="6155037" y="340425"/>
                  <a:pt x="6151798" y="380050"/>
                </a:cubicBezTo>
                <a:cubicBezTo>
                  <a:pt x="6149894" y="402529"/>
                  <a:pt x="6153511" y="425581"/>
                  <a:pt x="6150846" y="447870"/>
                </a:cubicBezTo>
                <a:cubicBezTo>
                  <a:pt x="6147798" y="473587"/>
                  <a:pt x="6139988" y="498733"/>
                  <a:pt x="6135223" y="524262"/>
                </a:cubicBezTo>
                <a:cubicBezTo>
                  <a:pt x="6133891" y="531310"/>
                  <a:pt x="6135606" y="539121"/>
                  <a:pt x="6135985" y="546552"/>
                </a:cubicBezTo>
                <a:cubicBezTo>
                  <a:pt x="6136367" y="554933"/>
                  <a:pt x="6137129" y="563125"/>
                  <a:pt x="6137320" y="571508"/>
                </a:cubicBezTo>
                <a:cubicBezTo>
                  <a:pt x="6137702" y="597037"/>
                  <a:pt x="6137129" y="622564"/>
                  <a:pt x="6138464" y="648092"/>
                </a:cubicBezTo>
                <a:cubicBezTo>
                  <a:pt x="6139225" y="663713"/>
                  <a:pt x="6147035" y="680096"/>
                  <a:pt x="6144177" y="694576"/>
                </a:cubicBezTo>
                <a:cubicBezTo>
                  <a:pt x="6138654" y="724104"/>
                  <a:pt x="6151036" y="753633"/>
                  <a:pt x="6140750" y="783158"/>
                </a:cubicBezTo>
                <a:cubicBezTo>
                  <a:pt x="6137702" y="792306"/>
                  <a:pt x="6145322" y="804877"/>
                  <a:pt x="6145702" y="815929"/>
                </a:cubicBezTo>
                <a:cubicBezTo>
                  <a:pt x="6146654" y="843552"/>
                  <a:pt x="6146464" y="871173"/>
                  <a:pt x="6146274" y="898797"/>
                </a:cubicBezTo>
                <a:cubicBezTo>
                  <a:pt x="6146084" y="923562"/>
                  <a:pt x="6148750" y="949281"/>
                  <a:pt x="6143416" y="973095"/>
                </a:cubicBezTo>
                <a:cubicBezTo>
                  <a:pt x="6137702" y="998052"/>
                  <a:pt x="6138464" y="1020529"/>
                  <a:pt x="6144940" y="1044725"/>
                </a:cubicBezTo>
                <a:cubicBezTo>
                  <a:pt x="6149322" y="1061298"/>
                  <a:pt x="6149894" y="1078826"/>
                  <a:pt x="6151226" y="1095972"/>
                </a:cubicBezTo>
                <a:cubicBezTo>
                  <a:pt x="6152750" y="1114449"/>
                  <a:pt x="6148750" y="1134834"/>
                  <a:pt x="6155037" y="1151600"/>
                </a:cubicBezTo>
                <a:cubicBezTo>
                  <a:pt x="6173706" y="1201512"/>
                  <a:pt x="6177706" y="1252757"/>
                  <a:pt x="6177706" y="1304955"/>
                </a:cubicBezTo>
                <a:cubicBezTo>
                  <a:pt x="6177706" y="1314483"/>
                  <a:pt x="6175041" y="1324198"/>
                  <a:pt x="6172183" y="1333341"/>
                </a:cubicBezTo>
                <a:cubicBezTo>
                  <a:pt x="6155037" y="1386684"/>
                  <a:pt x="6156560" y="1440216"/>
                  <a:pt x="6167039" y="1494509"/>
                </a:cubicBezTo>
                <a:cubicBezTo>
                  <a:pt x="6169325" y="1505751"/>
                  <a:pt x="6169706" y="1518324"/>
                  <a:pt x="6167421" y="1529563"/>
                </a:cubicBezTo>
                <a:cubicBezTo>
                  <a:pt x="6160752" y="1561189"/>
                  <a:pt x="6149702" y="1591859"/>
                  <a:pt x="6144940" y="1623675"/>
                </a:cubicBezTo>
                <a:cubicBezTo>
                  <a:pt x="6137129" y="1676253"/>
                  <a:pt x="6163417" y="1721785"/>
                  <a:pt x="6180565" y="1768838"/>
                </a:cubicBezTo>
                <a:cubicBezTo>
                  <a:pt x="6196758" y="1813610"/>
                  <a:pt x="6233335" y="1851709"/>
                  <a:pt x="6225142" y="1904673"/>
                </a:cubicBezTo>
                <a:cubicBezTo>
                  <a:pt x="6224381" y="1910004"/>
                  <a:pt x="6229524" y="1915912"/>
                  <a:pt x="6230858" y="1921817"/>
                </a:cubicBezTo>
                <a:cubicBezTo>
                  <a:pt x="6234479" y="1938009"/>
                  <a:pt x="6238857" y="1954202"/>
                  <a:pt x="6240574" y="1970586"/>
                </a:cubicBezTo>
                <a:cubicBezTo>
                  <a:pt x="6242861" y="1990589"/>
                  <a:pt x="6242100" y="2010974"/>
                  <a:pt x="6244004" y="2030977"/>
                </a:cubicBezTo>
                <a:cubicBezTo>
                  <a:pt x="6245147" y="2043835"/>
                  <a:pt x="6247242" y="2056600"/>
                  <a:pt x="6249052" y="2069340"/>
                </a:cubicBezTo>
                <a:lnTo>
                  <a:pt x="6249303" y="2072225"/>
                </a:lnTo>
                <a:lnTo>
                  <a:pt x="6249303" y="2131532"/>
                </a:lnTo>
                <a:lnTo>
                  <a:pt x="6248432" y="2138304"/>
                </a:lnTo>
                <a:cubicBezTo>
                  <a:pt x="6246241" y="2148519"/>
                  <a:pt x="6243623" y="2158712"/>
                  <a:pt x="6241908" y="2168903"/>
                </a:cubicBezTo>
                <a:cubicBezTo>
                  <a:pt x="6237145" y="2197670"/>
                  <a:pt x="6238479" y="2229296"/>
                  <a:pt x="6226286" y="2254633"/>
                </a:cubicBezTo>
                <a:cubicBezTo>
                  <a:pt x="6213332" y="2281683"/>
                  <a:pt x="6207426" y="2307402"/>
                  <a:pt x="6211426" y="2335405"/>
                </a:cubicBezTo>
                <a:cubicBezTo>
                  <a:pt x="6212760" y="2344741"/>
                  <a:pt x="6220762" y="2356744"/>
                  <a:pt x="6228952" y="2360933"/>
                </a:cubicBezTo>
                <a:cubicBezTo>
                  <a:pt x="6247241" y="2370270"/>
                  <a:pt x="6250481" y="2383032"/>
                  <a:pt x="6244193" y="2400369"/>
                </a:cubicBezTo>
                <a:cubicBezTo>
                  <a:pt x="6238857" y="2415420"/>
                  <a:pt x="6236192" y="2433897"/>
                  <a:pt x="6225904" y="2444184"/>
                </a:cubicBezTo>
                <a:cubicBezTo>
                  <a:pt x="6196758" y="2473333"/>
                  <a:pt x="6195806" y="2510483"/>
                  <a:pt x="6187996" y="2546678"/>
                </a:cubicBezTo>
                <a:cubicBezTo>
                  <a:pt x="6183231" y="2568774"/>
                  <a:pt x="6183041" y="2589352"/>
                  <a:pt x="6186279" y="2611450"/>
                </a:cubicBezTo>
                <a:cubicBezTo>
                  <a:pt x="6193518" y="2659455"/>
                  <a:pt x="6183231" y="2706131"/>
                  <a:pt x="6170087" y="2752235"/>
                </a:cubicBezTo>
                <a:cubicBezTo>
                  <a:pt x="6161325" y="2782716"/>
                  <a:pt x="6155990" y="2813958"/>
                  <a:pt x="6147035" y="2844248"/>
                </a:cubicBezTo>
                <a:cubicBezTo>
                  <a:pt x="6140177" y="2866918"/>
                  <a:pt x="6131985" y="2889587"/>
                  <a:pt x="6120937" y="2910353"/>
                </a:cubicBezTo>
                <a:cubicBezTo>
                  <a:pt x="6104743" y="2940455"/>
                  <a:pt x="6080358" y="2966742"/>
                  <a:pt x="6086835" y="3005035"/>
                </a:cubicBezTo>
                <a:cubicBezTo>
                  <a:pt x="6092550" y="3038756"/>
                  <a:pt x="6080550" y="3069235"/>
                  <a:pt x="6069119" y="3100099"/>
                </a:cubicBezTo>
                <a:cubicBezTo>
                  <a:pt x="6060737" y="3122770"/>
                  <a:pt x="6052162" y="3145436"/>
                  <a:pt x="6046828" y="3168870"/>
                </a:cubicBezTo>
                <a:cubicBezTo>
                  <a:pt x="6040542" y="3196686"/>
                  <a:pt x="6043210" y="3228119"/>
                  <a:pt x="6031589" y="3252885"/>
                </a:cubicBezTo>
                <a:cubicBezTo>
                  <a:pt x="6019396" y="3278795"/>
                  <a:pt x="6027588" y="3300319"/>
                  <a:pt x="6031017" y="3323372"/>
                </a:cubicBezTo>
                <a:cubicBezTo>
                  <a:pt x="6036353" y="3360139"/>
                  <a:pt x="6046258" y="3396719"/>
                  <a:pt x="6033685" y="3433866"/>
                </a:cubicBezTo>
                <a:cubicBezTo>
                  <a:pt x="6018444" y="3479015"/>
                  <a:pt x="6002060" y="3523785"/>
                  <a:pt x="5987583" y="3569124"/>
                </a:cubicBezTo>
                <a:cubicBezTo>
                  <a:pt x="5982056" y="3586653"/>
                  <a:pt x="5979770" y="3605509"/>
                  <a:pt x="5977295" y="3623799"/>
                </a:cubicBezTo>
                <a:cubicBezTo>
                  <a:pt x="5975197" y="3641134"/>
                  <a:pt x="5980533" y="3661899"/>
                  <a:pt x="5972533" y="3675238"/>
                </a:cubicBezTo>
                <a:cubicBezTo>
                  <a:pt x="5951958" y="3709529"/>
                  <a:pt x="5941860" y="3744770"/>
                  <a:pt x="5941860" y="3784397"/>
                </a:cubicBezTo>
                <a:cubicBezTo>
                  <a:pt x="5941860" y="3799258"/>
                  <a:pt x="5933287" y="3813737"/>
                  <a:pt x="5931762" y="3828785"/>
                </a:cubicBezTo>
                <a:cubicBezTo>
                  <a:pt x="5929858" y="3849362"/>
                  <a:pt x="5924714" y="3872985"/>
                  <a:pt x="5931955" y="3890891"/>
                </a:cubicBezTo>
                <a:cubicBezTo>
                  <a:pt x="5949100" y="3932993"/>
                  <a:pt x="5934810" y="3967091"/>
                  <a:pt x="5917857" y="4003861"/>
                </a:cubicBezTo>
                <a:cubicBezTo>
                  <a:pt x="5901092" y="4040058"/>
                  <a:pt x="5887757" y="4078159"/>
                  <a:pt x="5876707" y="4116641"/>
                </a:cubicBezTo>
                <a:cubicBezTo>
                  <a:pt x="5872706" y="4131119"/>
                  <a:pt x="5879375" y="4148453"/>
                  <a:pt x="5880708" y="4164458"/>
                </a:cubicBezTo>
                <a:cubicBezTo>
                  <a:pt x="5881089" y="4170174"/>
                  <a:pt x="5881661" y="4176461"/>
                  <a:pt x="5879756" y="4181603"/>
                </a:cubicBezTo>
                <a:cubicBezTo>
                  <a:pt x="5861466" y="4231324"/>
                  <a:pt x="5847560" y="4281810"/>
                  <a:pt x="5857085" y="4335722"/>
                </a:cubicBezTo>
                <a:cubicBezTo>
                  <a:pt x="5858038" y="4340674"/>
                  <a:pt x="5855942" y="4346201"/>
                  <a:pt x="5854608" y="4351154"/>
                </a:cubicBezTo>
                <a:cubicBezTo>
                  <a:pt x="5847751" y="4375349"/>
                  <a:pt x="5836892" y="4398972"/>
                  <a:pt x="5834415" y="4423545"/>
                </a:cubicBezTo>
                <a:cubicBezTo>
                  <a:pt x="5828319" y="4484127"/>
                  <a:pt x="5825841" y="4545086"/>
                  <a:pt x="5821841" y="4606053"/>
                </a:cubicBezTo>
                <a:cubicBezTo>
                  <a:pt x="5821653" y="4609863"/>
                  <a:pt x="5821653" y="4613864"/>
                  <a:pt x="5820317" y="4617291"/>
                </a:cubicBezTo>
                <a:cubicBezTo>
                  <a:pt x="5812125" y="4639772"/>
                  <a:pt x="5814794" y="4659393"/>
                  <a:pt x="5830414" y="4678445"/>
                </a:cubicBezTo>
                <a:cubicBezTo>
                  <a:pt x="5837273" y="4686828"/>
                  <a:pt x="5840892" y="4698258"/>
                  <a:pt x="5844703" y="4708734"/>
                </a:cubicBezTo>
                <a:cubicBezTo>
                  <a:pt x="5850418" y="4724167"/>
                  <a:pt x="5855942" y="4739978"/>
                  <a:pt x="5859562" y="4755980"/>
                </a:cubicBezTo>
                <a:cubicBezTo>
                  <a:pt x="5862991" y="4771793"/>
                  <a:pt x="5867753" y="4788747"/>
                  <a:pt x="5865088" y="4803988"/>
                </a:cubicBezTo>
                <a:cubicBezTo>
                  <a:pt x="5860326" y="4831420"/>
                  <a:pt x="5849657" y="4857522"/>
                  <a:pt x="5842606" y="4884572"/>
                </a:cubicBezTo>
                <a:cubicBezTo>
                  <a:pt x="5840129" y="4893907"/>
                  <a:pt x="5840512" y="4904195"/>
                  <a:pt x="5840321" y="4913909"/>
                </a:cubicBezTo>
                <a:cubicBezTo>
                  <a:pt x="5839750" y="4936201"/>
                  <a:pt x="5845274" y="4959061"/>
                  <a:pt x="5829462" y="4979253"/>
                </a:cubicBezTo>
                <a:cubicBezTo>
                  <a:pt x="5814602" y="4997922"/>
                  <a:pt x="5818983" y="5016785"/>
                  <a:pt x="5830223" y="5036405"/>
                </a:cubicBezTo>
                <a:cubicBezTo>
                  <a:pt x="5838225" y="5050504"/>
                  <a:pt x="5844513" y="5066505"/>
                  <a:pt x="5847560" y="5082317"/>
                </a:cubicBezTo>
                <a:cubicBezTo>
                  <a:pt x="5851752" y="5104036"/>
                  <a:pt x="5853466" y="5125562"/>
                  <a:pt x="5850988" y="5148995"/>
                </a:cubicBezTo>
                <a:cubicBezTo>
                  <a:pt x="5849275" y="5165570"/>
                  <a:pt x="5848512" y="5179097"/>
                  <a:pt x="5838416" y="5192051"/>
                </a:cubicBezTo>
                <a:cubicBezTo>
                  <a:pt x="5836892" y="5194145"/>
                  <a:pt x="5836510" y="5197955"/>
                  <a:pt x="5836703" y="5200813"/>
                </a:cubicBezTo>
                <a:cubicBezTo>
                  <a:pt x="5839941" y="5238343"/>
                  <a:pt x="5838225" y="5275491"/>
                  <a:pt x="5835937" y="5313403"/>
                </a:cubicBezTo>
                <a:cubicBezTo>
                  <a:pt x="5832892" y="5361598"/>
                  <a:pt x="5841844" y="5412276"/>
                  <a:pt x="5873849" y="5453995"/>
                </a:cubicBezTo>
                <a:cubicBezTo>
                  <a:pt x="5878613" y="5460092"/>
                  <a:pt x="5880708" y="5469236"/>
                  <a:pt x="5881852" y="5477239"/>
                </a:cubicBezTo>
                <a:cubicBezTo>
                  <a:pt x="5886804" y="5514957"/>
                  <a:pt x="5890233" y="5552869"/>
                  <a:pt x="5895758" y="5590590"/>
                </a:cubicBezTo>
                <a:cubicBezTo>
                  <a:pt x="5898806" y="5611164"/>
                  <a:pt x="5901474" y="5632691"/>
                  <a:pt x="5909856" y="5651360"/>
                </a:cubicBezTo>
                <a:cubicBezTo>
                  <a:pt x="5918047" y="5669647"/>
                  <a:pt x="5927762" y="5684320"/>
                  <a:pt x="5910618" y="5695178"/>
                </a:cubicBezTo>
                <a:cubicBezTo>
                  <a:pt x="5919762" y="5714607"/>
                  <a:pt x="5927383" y="5731564"/>
                  <a:pt x="5935573" y="5748136"/>
                </a:cubicBezTo>
                <a:cubicBezTo>
                  <a:pt x="5938620" y="5754234"/>
                  <a:pt x="5943575" y="5759378"/>
                  <a:pt x="5946433" y="5765474"/>
                </a:cubicBezTo>
                <a:cubicBezTo>
                  <a:pt x="5949481" y="5771953"/>
                  <a:pt x="5951385" y="5779191"/>
                  <a:pt x="5952911" y="5786239"/>
                </a:cubicBezTo>
                <a:cubicBezTo>
                  <a:pt x="5959768" y="5817674"/>
                  <a:pt x="5966054" y="5849107"/>
                  <a:pt x="5973485" y="5880348"/>
                </a:cubicBezTo>
                <a:cubicBezTo>
                  <a:pt x="5975008" y="5886447"/>
                  <a:pt x="5981104" y="5891590"/>
                  <a:pt x="5985103" y="5897114"/>
                </a:cubicBezTo>
                <a:cubicBezTo>
                  <a:pt x="5987772" y="5900735"/>
                  <a:pt x="5991773" y="5904353"/>
                  <a:pt x="5992345" y="5908355"/>
                </a:cubicBezTo>
                <a:cubicBezTo>
                  <a:pt x="5996917" y="5938836"/>
                  <a:pt x="6002252" y="5969124"/>
                  <a:pt x="6004537" y="5999796"/>
                </a:cubicBezTo>
                <a:cubicBezTo>
                  <a:pt x="6006440" y="6025515"/>
                  <a:pt x="6005871" y="6050282"/>
                  <a:pt x="6039018" y="6056948"/>
                </a:cubicBezTo>
                <a:cubicBezTo>
                  <a:pt x="6044734" y="6058092"/>
                  <a:pt x="6050831" y="6066284"/>
                  <a:pt x="6053687" y="6072569"/>
                </a:cubicBezTo>
                <a:cubicBezTo>
                  <a:pt x="6061879" y="6090477"/>
                  <a:pt x="6067404" y="6109530"/>
                  <a:pt x="6075785" y="6127247"/>
                </a:cubicBezTo>
                <a:cubicBezTo>
                  <a:pt x="6103790" y="6185351"/>
                  <a:pt x="6121508" y="6246121"/>
                  <a:pt x="6118269" y="6311084"/>
                </a:cubicBezTo>
                <a:cubicBezTo>
                  <a:pt x="6117317" y="6331277"/>
                  <a:pt x="6107028" y="6350899"/>
                  <a:pt x="6103217" y="6363664"/>
                </a:cubicBezTo>
                <a:cubicBezTo>
                  <a:pt x="6118269" y="6400429"/>
                  <a:pt x="6132747" y="6431292"/>
                  <a:pt x="6143606" y="6463490"/>
                </a:cubicBezTo>
                <a:cubicBezTo>
                  <a:pt x="6153322" y="6491874"/>
                  <a:pt x="6159418" y="6521593"/>
                  <a:pt x="6166466" y="6550742"/>
                </a:cubicBezTo>
                <a:cubicBezTo>
                  <a:pt x="6169135" y="6561411"/>
                  <a:pt x="6170658" y="6572269"/>
                  <a:pt x="6171993" y="6583128"/>
                </a:cubicBezTo>
                <a:cubicBezTo>
                  <a:pt x="6176183" y="6617036"/>
                  <a:pt x="6166086" y="6652472"/>
                  <a:pt x="6182089" y="6685617"/>
                </a:cubicBezTo>
                <a:cubicBezTo>
                  <a:pt x="6190471" y="6702955"/>
                  <a:pt x="6200567" y="6720103"/>
                  <a:pt x="6204949" y="6738388"/>
                </a:cubicBezTo>
                <a:cubicBezTo>
                  <a:pt x="6209712" y="6758011"/>
                  <a:pt x="6217142" y="6777207"/>
                  <a:pt x="6222453" y="6796804"/>
                </a:cubicBezTo>
                <a:lnTo>
                  <a:pt x="6227224" y="6857457"/>
                </a:lnTo>
                <a:lnTo>
                  <a:pt x="6099985" y="6857457"/>
                </a:lnTo>
                <a:lnTo>
                  <a:pt x="6099985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1367A3-F670-4BD9-9972-F7E97FC22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404000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8C3DB02-606C-40EC-8381-7A29A1ADF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403998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A805F4-273E-CC3E-DA21-04A3898B9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  <a:ea typeface="+mj-lt"/>
                <a:cs typeface="+mj-lt"/>
              </a:rPr>
              <a:t>Contexto Empresarial</a:t>
            </a:r>
            <a:endParaRPr lang="es-E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3FAC48-6966-9F9A-814D-4086EBF5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Escenario: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La empresa debe definir oficialmente el enfoque metodológico del proyecto.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La decisión impactará: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Presupuesto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Riesgo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Arquitectura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Relación con el cliente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Tiempo de entrega</a:t>
            </a:r>
            <a:endParaRPr lang="es-ES" sz="2200"/>
          </a:p>
          <a:p>
            <a:pPr indent="0">
              <a:buNone/>
            </a:pPr>
            <a:r>
              <a:rPr lang="es-ES" sz="2200">
                <a:ea typeface="+mn-lt"/>
                <a:cs typeface="+mn-lt"/>
              </a:rPr>
              <a:t>Hoy actúan como Dirección Técnica.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1270087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9DF947-DFCC-5709-9B76-E7036BC2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RECORDATORIO ESTRATÉGICO</a:t>
            </a:r>
            <a:endParaRPr lang="es-ES" sz="4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050F8-BDD6-01C1-AA7B-6C510D88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40" r="29485" b="6250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0D9502-0447-38FC-01BE-0B5B49645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900">
                <a:ea typeface="+mn-lt"/>
                <a:cs typeface="+mn-lt"/>
              </a:rPr>
              <a:t>Hemos estudiado: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Cascada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Prototipo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Espiral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Incremental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Iterativo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RUP</a:t>
            </a:r>
            <a:endParaRPr lang="es-ES" sz="1900"/>
          </a:p>
          <a:p>
            <a:pPr indent="0">
              <a:buNone/>
            </a:pPr>
            <a:r>
              <a:rPr lang="es-ES" sz="1900">
                <a:ea typeface="+mn-lt"/>
                <a:cs typeface="+mn-lt"/>
              </a:rPr>
              <a:t>Pregunta:</a:t>
            </a:r>
            <a:endParaRPr lang="es-ES" sz="1900"/>
          </a:p>
          <a:p>
            <a:pPr>
              <a:buNone/>
            </a:pPr>
            <a:r>
              <a:rPr lang="es-ES" sz="1900">
                <a:ea typeface="+mn-lt"/>
                <a:cs typeface="+mn-lt"/>
              </a:rPr>
              <a:t>¿Todos sirven para cualquier proyecto?</a:t>
            </a:r>
            <a:endParaRPr lang="es-ES" sz="1900"/>
          </a:p>
          <a:p>
            <a:pPr marL="0" indent="0">
              <a:buNone/>
            </a:pPr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9358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4B0B02-F19B-2892-63AA-D76B0828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Filosofía Tradicional</a:t>
            </a:r>
            <a:endParaRPr lang="es-E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C961A6-0BDE-5C15-AA92-F8D21D2AA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Características clave:</a:t>
            </a:r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Planificación fuerte</a:t>
            </a:r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Control formal</a:t>
            </a:r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Documentación extensa</a:t>
            </a:r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Cambio como excepción</a:t>
            </a:r>
          </a:p>
          <a:p>
            <a:pPr indent="0">
              <a:buNone/>
            </a:pPr>
            <a:r>
              <a:rPr lang="es-ES" sz="2200">
                <a:ea typeface="+mn-lt"/>
                <a:cs typeface="+mn-lt"/>
              </a:rPr>
              <a:t>Ventaja:</a:t>
            </a:r>
            <a:br>
              <a:rPr lang="es-ES" sz="2200">
                <a:ea typeface="+mn-lt"/>
                <a:cs typeface="+mn-lt"/>
              </a:rPr>
            </a:br>
            <a:r>
              <a:rPr lang="es-ES" sz="2200">
                <a:ea typeface="+mn-lt"/>
                <a:cs typeface="+mn-lt"/>
              </a:rPr>
              <a:t> Alta previsibilidad (si el contexto es estable).</a:t>
            </a:r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5" name="Picture 4" descr="Organizadores de colores en estantes">
            <a:extLst>
              <a:ext uri="{FF2B5EF4-FFF2-40B4-BE49-F238E27FC236}">
                <a16:creationId xmlns:a16="http://schemas.microsoft.com/office/drawing/2014/main" id="{6F47E145-9B7A-B629-E37F-6259B4E3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94" r="20075" b="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436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70A7D5-81A4-B217-7D1F-6CD2BA10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Filosofía Ágil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5906D-CA17-17A1-7B31-66EFF8D2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Basado en el </a:t>
            </a:r>
            <a:r>
              <a:rPr lang="es-ES" sz="2000" b="1">
                <a:ea typeface="+mn-lt"/>
                <a:cs typeface="+mn-lt"/>
              </a:rPr>
              <a:t>Manifiesto Ágil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Principios: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Adaptación constante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Entregas frecuentes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Retroalimentación continua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Cambio como regla, no excepción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14" name="Picture 4" descr="Notas adhesivas en una pared">
            <a:extLst>
              <a:ext uri="{FF2B5EF4-FFF2-40B4-BE49-F238E27FC236}">
                <a16:creationId xmlns:a16="http://schemas.microsoft.com/office/drawing/2014/main" id="{04119833-5E34-A03F-6C4E-DF8F28A1B9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64" r="25880" b="10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2497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010CCB-548D-C2A7-94E5-21F77D75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Diferencia Cultural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07C281-5350-9EEB-59FD-0EEEE047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Tradicional: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Controla el cambio.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Ágil: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Abraza el cambio.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Pregunta estratégica: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¿Su proyecto vive en un entorno estable o cambiante?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2D065113-008A-9E3E-522D-E4521F160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36" r="23448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5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59D583-A5FC-462F-D6C5-DB449188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GESTIÓN DEL CAMBIO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B9FBE3-030E-0609-6C37-4F76C0C10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Hoy las empresas enfrentan: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Competencia global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Usuarios exigentes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Actualizaciones constantes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Innovación acelerada</a:t>
            </a:r>
            <a:endParaRPr lang="es-ES" sz="2400"/>
          </a:p>
          <a:p>
            <a:pPr indent="0">
              <a:buNone/>
            </a:pPr>
            <a:r>
              <a:rPr lang="es-ES" sz="2400">
                <a:ea typeface="+mn-lt"/>
                <a:cs typeface="+mn-lt"/>
              </a:rPr>
              <a:t>¿Puede un modelo rígido sobrevivir aquí?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501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0E286B-2F35-CB95-1D6D-17F679B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Costo del Cambio</a:t>
            </a:r>
            <a:endParaRPr lang="es-E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3DC444-94E3-F7EE-CB6A-F0D3CB4D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1700">
                <a:ea typeface="+mn-lt"/>
                <a:cs typeface="+mn-lt"/>
              </a:rPr>
              <a:t>En modelos tradicionales: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El cambio aumenta su costo con el tiempo.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En modelos ágiles: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El cambio se distribuye en ciclos cortos.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Pregunta: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¿Qué pasaría si mañana cambian el requerimiento principal de su proyecto?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  <p:pic>
        <p:nvPicPr>
          <p:cNvPr id="5" name="Picture 4" descr="Fondo desenfocado de tienda por departamento">
            <a:extLst>
              <a:ext uri="{FF2B5EF4-FFF2-40B4-BE49-F238E27FC236}">
                <a16:creationId xmlns:a16="http://schemas.microsoft.com/office/drawing/2014/main" id="{9BA92647-9CAE-E1A9-4F26-08E7472F0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7" r="22308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4334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379D1C-F763-7A9E-4EC1-0A87F136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Impacto Arquitectónico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ECD6A-634B-B87D-5EBB-A8FADCD97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Cambio mal gestionado genera:</a:t>
            </a:r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Acoplamiento excesivo</a:t>
            </a:r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Parche sobre parche</a:t>
            </a:r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Deuda técnica</a:t>
            </a:r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Inestabilidad</a:t>
            </a:r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Aquí es donde arquitectura y metodología se conectan.</a:t>
            </a:r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808979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408C0-B3FC-C19F-9CF6-52D380400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" r="46769" b="-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05A66A-5904-24EE-1737-7FDDC0E3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MATRIZ DE DECISIÓN EMPRESARIAL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E0BD11-7C0C-66EE-7D59-C685A230D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/>
              <a:t>Variables para Decidir</a:t>
            </a:r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Cada equipo debe evaluar: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Nivel de incertidumbre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Complejidad técnica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Riesgo de negocio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Tiempo disponible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Capacidad del equipo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Necesidad de validación temprana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52422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F93E98-A4CF-8B67-8654-FBEEE3DC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Construcción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la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Matriz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34EF012-9B46-1286-1783-133EDD22F9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22492" y="1833748"/>
          <a:ext cx="5536001" cy="3131752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225416">
                  <a:extLst>
                    <a:ext uri="{9D8B030D-6E8A-4147-A177-3AD203B41FA5}">
                      <a16:colId xmlns:a16="http://schemas.microsoft.com/office/drawing/2014/main" val="1108083028"/>
                    </a:ext>
                  </a:extLst>
                </a:gridCol>
                <a:gridCol w="1061174">
                  <a:extLst>
                    <a:ext uri="{9D8B030D-6E8A-4147-A177-3AD203B41FA5}">
                      <a16:colId xmlns:a16="http://schemas.microsoft.com/office/drawing/2014/main" val="2808138522"/>
                    </a:ext>
                  </a:extLst>
                </a:gridCol>
                <a:gridCol w="1265065">
                  <a:extLst>
                    <a:ext uri="{9D8B030D-6E8A-4147-A177-3AD203B41FA5}">
                      <a16:colId xmlns:a16="http://schemas.microsoft.com/office/drawing/2014/main" val="3964155363"/>
                    </a:ext>
                  </a:extLst>
                </a:gridCol>
                <a:gridCol w="984346">
                  <a:extLst>
                    <a:ext uri="{9D8B030D-6E8A-4147-A177-3AD203B41FA5}">
                      <a16:colId xmlns:a16="http://schemas.microsoft.com/office/drawing/2014/main" val="3469840816"/>
                    </a:ext>
                  </a:extLst>
                </a:gridCol>
              </a:tblGrid>
              <a:tr h="697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200" cap="none" spc="0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marL="119143" marR="170204" marT="34041" marB="255306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200" cap="none" spc="0">
                          <a:solidFill>
                            <a:schemeClr val="tx1"/>
                          </a:solidFill>
                        </a:rPr>
                        <a:t>Bajo</a:t>
                      </a: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200" cap="none" spc="0">
                          <a:solidFill>
                            <a:schemeClr val="tx1"/>
                          </a:solidFill>
                        </a:rPr>
                        <a:t>Medio</a:t>
                      </a: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200" cap="none" spc="0"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742338"/>
                  </a:ext>
                </a:extLst>
              </a:tr>
              <a:tr h="697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200" cap="none" spc="0">
                          <a:solidFill>
                            <a:schemeClr val="tx1"/>
                          </a:solidFill>
                        </a:rPr>
                        <a:t>Incertidumbre</a:t>
                      </a:r>
                    </a:p>
                  </a:txBody>
                  <a:tcPr marL="119143" marR="170204" marT="34041" marB="255306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89974"/>
                  </a:ext>
                </a:extLst>
              </a:tr>
              <a:tr h="697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200" cap="none" spc="0">
                          <a:solidFill>
                            <a:schemeClr val="tx1"/>
                          </a:solidFill>
                        </a:rPr>
                        <a:t>Riesgo</a:t>
                      </a:r>
                    </a:p>
                  </a:txBody>
                  <a:tcPr marL="119143" marR="170204" marT="34041" marB="255306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891821"/>
                  </a:ext>
                </a:extLst>
              </a:tr>
              <a:tr h="1038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200" cap="none" spc="0">
                          <a:solidFill>
                            <a:schemeClr val="tx1"/>
                          </a:solidFill>
                        </a:rPr>
                        <a:t>Cambios esperados</a:t>
                      </a:r>
                    </a:p>
                  </a:txBody>
                  <a:tcPr marL="119143" marR="170204" marT="34041" marB="255306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9143" marR="170204" marT="34041" marB="2553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83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52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D6122F-4C34-E6F5-A7BD-EF269807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Diagnóstico Estratégico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9B057-AED4-D212-FE56-02EFD2DE1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Si predominan: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Estabilidad → Modelo predictivo puede funcionar.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Incertidumbre y cambio → Enfoque iterativo o ágil.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No es ideología.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Es contexto.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422102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44CD02-F5BC-ED0C-8D6F-5FEF0545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Comité de Dirección Técnica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0DFADA-00C4-9EF4-E62A-6D30B962D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Cada equipo debe presentar: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Modelo tradicional base elegido.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Justificación empresarial.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Riesgos identificados.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Limitaciones del modelo.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Razón para evolucionar (o no) hacia enfoque ágil.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Figuras talladas de seres humanos coloridas">
            <a:extLst>
              <a:ext uri="{FF2B5EF4-FFF2-40B4-BE49-F238E27FC236}">
                <a16:creationId xmlns:a16="http://schemas.microsoft.com/office/drawing/2014/main" id="{EA73DC0B-2A68-2326-B430-84ECB9075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39" r="21938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853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1EA9D1-D3AE-27F4-455F-F3418E6E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097280"/>
            <a:ext cx="3796306" cy="4666207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Preguntas del Comité</a:t>
            </a:r>
            <a:endParaRPr lang="es-ES" sz="4800"/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Marcador de contenido 2">
            <a:extLst>
              <a:ext uri="{FF2B5EF4-FFF2-40B4-BE49-F238E27FC236}">
                <a16:creationId xmlns:a16="http://schemas.microsoft.com/office/drawing/2014/main" id="{ADE5BE69-F90D-49CE-3475-7DAA8F36C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7517605"/>
              </p:ext>
            </p:extLst>
          </p:nvPr>
        </p:nvGraphicFramePr>
        <p:xfrm>
          <a:off x="5431536" y="1014153"/>
          <a:ext cx="5918184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9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63431C-E68D-F8B6-6831-54ADDC53F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  <a:ea typeface="+mj-lt"/>
                <a:cs typeface="+mj-lt"/>
              </a:rPr>
              <a:t>TRANSICIÓN ESTRATÉGICA </a:t>
            </a:r>
            <a:endParaRPr lang="es-E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D9A10C-48CF-F6FC-3F4B-9772F83D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400"/>
              <a:t>La Industria Tomó una Decisión</a:t>
            </a:r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A comienzos del siglo XXI, muchas empresas migraron hacia modelos ágiles.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No por moda.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Por necesidad competitiva.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145783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3F4A70-F54B-74B3-94BD-8C0E0A0D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Reflexión Final</a:t>
            </a:r>
            <a:endParaRPr lang="es-E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9B1333-6C88-BE3E-49C9-21869FEB1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La metodología es una herramienta.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La arquitectura es una responsabilidad.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El criterio técnico es lo que diferencia a un desarrollador de un ingeniero.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  <p:pic>
        <p:nvPicPr>
          <p:cNvPr id="5" name="Picture 4" descr="Diseño de caja en una pared">
            <a:extLst>
              <a:ext uri="{FF2B5EF4-FFF2-40B4-BE49-F238E27FC236}">
                <a16:creationId xmlns:a16="http://schemas.microsoft.com/office/drawing/2014/main" id="{CB3A3FF8-5453-46CF-B713-30B16E0F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93" r="7733" b="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8839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D619F44-2654-AF19-8578-C3A5A950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chemeClr val="tx2"/>
                </a:solidFill>
                <a:ea typeface="+mj-lt"/>
                <a:cs typeface="+mj-lt"/>
              </a:rPr>
              <a:t>Conclusión </a:t>
            </a:r>
            <a:endParaRPr lang="es-ES" sz="40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EA04C-E2C5-C990-F8C8-FB625B0E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Los modelos tradicionales no están muertos.</a:t>
            </a:r>
            <a:endParaRPr lang="es-ES" sz="1800">
              <a:solidFill>
                <a:schemeClr val="tx2"/>
              </a:solidFill>
            </a:endParaRPr>
          </a:p>
          <a:p>
            <a:pPr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Siguen vigentes en contextos adecuados.</a:t>
            </a:r>
            <a:endParaRPr lang="es-ES" sz="1800">
              <a:solidFill>
                <a:schemeClr val="tx2"/>
              </a:solidFill>
            </a:endParaRPr>
          </a:p>
          <a:p>
            <a:pPr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Pero el mundo moderno exige adaptabilidad.</a:t>
            </a:r>
            <a:endParaRPr lang="es-ES" sz="1800">
              <a:solidFill>
                <a:schemeClr val="tx2"/>
              </a:solidFill>
            </a:endParaRPr>
          </a:p>
          <a:p>
            <a:pPr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Y esa exigencia dio origen a la agilidad.</a:t>
            </a:r>
            <a:endParaRPr lang="es-E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E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93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9F8DBB-AD69-752C-6FDB-302A3EF31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3807187" cy="2228074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Mensaje del día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AB265C-6EFF-4181-32C3-CD529A2FF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2279"/>
            <a:ext cx="3799425" cy="31432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“No es la metodología la que hace fuerte a un proyecto.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Es la claridad con la que decides cuándo usarla.”</a:t>
            </a:r>
            <a:endParaRPr lang="es-ES" sz="2000"/>
          </a:p>
        </p:txBody>
      </p:sp>
      <p:pic>
        <p:nvPicPr>
          <p:cNvPr id="4" name="Imagen 3" descr="33 ideas de Metodología de investigación | imagenes para diapositivas,  disenos de unas, decoración de unas">
            <a:extLst>
              <a:ext uri="{FF2B5EF4-FFF2-40B4-BE49-F238E27FC236}">
                <a16:creationId xmlns:a16="http://schemas.microsoft.com/office/drawing/2014/main" id="{6B6D849A-DB6B-3D40-1520-FE3F34FF1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4" r="31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09591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Tema de Office</vt:lpstr>
      <vt:lpstr>Ingeniería de Software I</vt:lpstr>
      <vt:lpstr>Contexto Empresarial</vt:lpstr>
      <vt:lpstr>RECORDATORIO ESTRATÉGICO</vt:lpstr>
      <vt:lpstr>Filosofía Tradicional</vt:lpstr>
      <vt:lpstr>Filosofía Ágil</vt:lpstr>
      <vt:lpstr>Diferencia Cultural</vt:lpstr>
      <vt:lpstr>GESTIÓN DEL CAMBIO</vt:lpstr>
      <vt:lpstr>Costo del Cambio</vt:lpstr>
      <vt:lpstr>Impacto Arquitectónico</vt:lpstr>
      <vt:lpstr>MATRIZ DE DECISIÓN EMPRESARIAL</vt:lpstr>
      <vt:lpstr>Construcción de la Matriz</vt:lpstr>
      <vt:lpstr>Diagnóstico Estratégico</vt:lpstr>
      <vt:lpstr>Comité de Dirección Técnica</vt:lpstr>
      <vt:lpstr>Preguntas del Comité</vt:lpstr>
      <vt:lpstr>TRANSICIÓN ESTRATÉGICA </vt:lpstr>
      <vt:lpstr>Reflexión Final</vt:lpstr>
      <vt:lpstr>Conclusión </vt:lpstr>
      <vt:lpstr>Mensaje del día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68</cp:revision>
  <dcterms:created xsi:type="dcterms:W3CDTF">2026-03-02T02:11:11Z</dcterms:created>
  <dcterms:modified xsi:type="dcterms:W3CDTF">2026-03-02T02:31:28Z</dcterms:modified>
</cp:coreProperties>
</file>