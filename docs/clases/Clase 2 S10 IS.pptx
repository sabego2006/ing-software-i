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1E8BCE-B456-D5D2-C0F7-73FE8B0ED32B}" v="217" dt="2026-04-04T21:58:01.880"/>
    <p1510:client id="{60631915-DBCD-6D4D-D81E-719784817B24}" v="43" dt="2026-04-04T14:48:23.6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FERNEY ORTIZ PARRA" userId="S::luiferneyortiz@ucundinamarca.edu.co::311f1f2d-e9a2-4bc8-96ab-a2f2d284c8a5" providerId="AD" clId="Web-{60631915-DBCD-6D4D-D81E-719784817B24}"/>
    <pc:docChg chg="addSld modSld">
      <pc:chgData name="LUIFERNEY ORTIZ PARRA" userId="S::luiferneyortiz@ucundinamarca.edu.co::311f1f2d-e9a2-4bc8-96ab-a2f2d284c8a5" providerId="AD" clId="Web-{60631915-DBCD-6D4D-D81E-719784817B24}" dt="2026-04-04T14:48:23.647" v="42"/>
      <pc:docMkLst>
        <pc:docMk/>
      </pc:docMkLst>
      <pc:sldChg chg="modSp">
        <pc:chgData name="LUIFERNEY ORTIZ PARRA" userId="S::luiferneyortiz@ucundinamarca.edu.co::311f1f2d-e9a2-4bc8-96ab-a2f2d284c8a5" providerId="AD" clId="Web-{60631915-DBCD-6D4D-D81E-719784817B24}" dt="2026-04-04T14:48:23.522" v="41" actId="20577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60631915-DBCD-6D4D-D81E-719784817B24}" dt="2026-04-04T14:45:38.765" v="23" actId="20577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60631915-DBCD-6D4D-D81E-719784817B24}" dt="2026-04-04T14:48:23.522" v="41" actId="20577"/>
          <ac:spMkLst>
            <pc:docMk/>
            <pc:sldMk cId="2406273178" sldId="256"/>
            <ac:spMk id="3" creationId="{00000000-0000-0000-0000-000000000000}"/>
          </ac:spMkLst>
        </pc:spChg>
      </pc:sldChg>
      <pc:sldChg chg="new">
        <pc:chgData name="LUIFERNEY ORTIZ PARRA" userId="S::luiferneyortiz@ucundinamarca.edu.co::311f1f2d-e9a2-4bc8-96ab-a2f2d284c8a5" providerId="AD" clId="Web-{60631915-DBCD-6D4D-D81E-719784817B24}" dt="2026-04-04T14:48:23.647" v="42"/>
        <pc:sldMkLst>
          <pc:docMk/>
          <pc:sldMk cId="2840087604" sldId="257"/>
        </pc:sldMkLst>
      </pc:sldChg>
    </pc:docChg>
  </pc:docChgLst>
  <pc:docChgLst>
    <pc:chgData name="LUIFERNEY ORTIZ PARRA" userId="S::luiferneyortiz@ucundinamarca.edu.co::311f1f2d-e9a2-4bc8-96ab-a2f2d284c8a5" providerId="AD" clId="Web-{371E8BCE-B456-D5D2-C0F7-73FE8B0ED32B}"/>
    <pc:docChg chg="addSld modSld">
      <pc:chgData name="LUIFERNEY ORTIZ PARRA" userId="S::luiferneyortiz@ucundinamarca.edu.co::311f1f2d-e9a2-4bc8-96ab-a2f2d284c8a5" providerId="AD" clId="Web-{371E8BCE-B456-D5D2-C0F7-73FE8B0ED32B}" dt="2026-04-04T21:58:01.880" v="266"/>
      <pc:docMkLst>
        <pc:docMk/>
      </pc:docMkLst>
      <pc:sldChg chg="addSp modSp mod setBg">
        <pc:chgData name="LUIFERNEY ORTIZ PARRA" userId="S::luiferneyortiz@ucundinamarca.edu.co::311f1f2d-e9a2-4bc8-96ab-a2f2d284c8a5" providerId="AD" clId="Web-{371E8BCE-B456-D5D2-C0F7-73FE8B0ED32B}" dt="2026-04-04T21:50:52.999" v="236"/>
        <pc:sldMkLst>
          <pc:docMk/>
          <pc:sldMk cId="2406273178" sldId="256"/>
        </pc:sldMkLst>
        <pc:spChg chg="mod">
          <ac:chgData name="LUIFERNEY ORTIZ PARRA" userId="S::luiferneyortiz@ucundinamarca.edu.co::311f1f2d-e9a2-4bc8-96ab-a2f2d284c8a5" providerId="AD" clId="Web-{371E8BCE-B456-D5D2-C0F7-73FE8B0ED32B}" dt="2026-04-04T21:50:52.999" v="236"/>
          <ac:spMkLst>
            <pc:docMk/>
            <pc:sldMk cId="2406273178" sldId="256"/>
            <ac:spMk id="2" creationId="{00000000-0000-0000-0000-000000000000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0:52.999" v="236"/>
          <ac:spMkLst>
            <pc:docMk/>
            <pc:sldMk cId="2406273178" sldId="256"/>
            <ac:spMk id="3" creationId="{00000000-0000-0000-0000-000000000000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0:52.999" v="236"/>
          <ac:spMkLst>
            <pc:docMk/>
            <pc:sldMk cId="2406273178" sldId="256"/>
            <ac:spMk id="9" creationId="{ECC07320-C2CA-4E29-8481-9D9E143C7788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0:52.999" v="236"/>
          <ac:spMkLst>
            <pc:docMk/>
            <pc:sldMk cId="2406273178" sldId="256"/>
            <ac:spMk id="11" creationId="{178FB36B-5BFE-42CA-BC60-1115E0D95EEC}"/>
          </ac:spMkLst>
        </pc:spChg>
        <pc:picChg chg="add mod ord">
          <ac:chgData name="LUIFERNEY ORTIZ PARRA" userId="S::luiferneyortiz@ucundinamarca.edu.co::311f1f2d-e9a2-4bc8-96ab-a2f2d284c8a5" providerId="AD" clId="Web-{371E8BCE-B456-D5D2-C0F7-73FE8B0ED32B}" dt="2026-04-04T21:50:52.999" v="236"/>
          <ac:picMkLst>
            <pc:docMk/>
            <pc:sldMk cId="2406273178" sldId="256"/>
            <ac:picMk id="4" creationId="{4E6515BC-18B0-06A5-2D4A-1F9899A6EC93}"/>
          </ac:picMkLst>
        </pc:picChg>
      </pc:sldChg>
      <pc:sldChg chg="addSp modSp mod setBg">
        <pc:chgData name="LUIFERNEY ORTIZ PARRA" userId="S::luiferneyortiz@ucundinamarca.edu.co::311f1f2d-e9a2-4bc8-96ab-a2f2d284c8a5" providerId="AD" clId="Web-{371E8BCE-B456-D5D2-C0F7-73FE8B0ED32B}" dt="2026-04-04T21:50:58.311" v="237"/>
        <pc:sldMkLst>
          <pc:docMk/>
          <pc:sldMk cId="2840087604" sldId="257"/>
        </pc:sldMkLst>
        <pc:spChg chg="mod">
          <ac:chgData name="LUIFERNEY ORTIZ PARRA" userId="S::luiferneyortiz@ucundinamarca.edu.co::311f1f2d-e9a2-4bc8-96ab-a2f2d284c8a5" providerId="AD" clId="Web-{371E8BCE-B456-D5D2-C0F7-73FE8B0ED32B}" dt="2026-04-04T21:50:58.311" v="237"/>
          <ac:spMkLst>
            <pc:docMk/>
            <pc:sldMk cId="2840087604" sldId="257"/>
            <ac:spMk id="2" creationId="{8A73D8D5-3EB6-C998-362E-4DBAE2D4D573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0:58.311" v="237"/>
          <ac:spMkLst>
            <pc:docMk/>
            <pc:sldMk cId="2840087604" sldId="257"/>
            <ac:spMk id="3" creationId="{C1E11522-C609-0BB6-3912-D7A0AD3DE1FD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0:58.311" v="237"/>
          <ac:spMkLst>
            <pc:docMk/>
            <pc:sldMk cId="2840087604" sldId="257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0:58.311" v="237"/>
          <ac:spMkLst>
            <pc:docMk/>
            <pc:sldMk cId="2840087604" sldId="257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371E8BCE-B456-D5D2-C0F7-73FE8B0ED32B}" dt="2026-04-04T21:50:58.311" v="237"/>
          <ac:picMkLst>
            <pc:docMk/>
            <pc:sldMk cId="2840087604" sldId="257"/>
            <ac:picMk id="5" creationId="{F5C97A2A-3EBA-AB32-6649-D98B1C01B53B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1:04.390" v="238"/>
        <pc:sldMkLst>
          <pc:docMk/>
          <pc:sldMk cId="3944257781" sldId="258"/>
        </pc:sldMkLst>
        <pc:spChg chg="mo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2" creationId="{51F33B95-154D-D1B8-83AA-F0FCF0932A7B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3" creationId="{17744BE7-6BD2-4BFD-50A5-2AECBEDAB6B2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04.390" v="238"/>
          <ac:spMkLst>
            <pc:docMk/>
            <pc:sldMk cId="3944257781" sldId="258"/>
            <ac:spMk id="20" creationId="{8D71EDA1-87BF-4D5D-AB79-F346FD19278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1:10.343" v="239"/>
        <pc:sldMkLst>
          <pc:docMk/>
          <pc:sldMk cId="119555649" sldId="259"/>
        </pc:sldMkLst>
        <pc:spChg chg="mod">
          <ac:chgData name="LUIFERNEY ORTIZ PARRA" userId="S::luiferneyortiz@ucundinamarca.edu.co::311f1f2d-e9a2-4bc8-96ab-a2f2d284c8a5" providerId="AD" clId="Web-{371E8BCE-B456-D5D2-C0F7-73FE8B0ED32B}" dt="2026-04-04T21:51:10.343" v="239"/>
          <ac:spMkLst>
            <pc:docMk/>
            <pc:sldMk cId="119555649" sldId="259"/>
            <ac:spMk id="2" creationId="{95614BFB-3FB3-BBCF-CA78-4FCBF36DE9FE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1:10.343" v="239"/>
          <ac:spMkLst>
            <pc:docMk/>
            <pc:sldMk cId="119555649" sldId="259"/>
            <ac:spMk id="3" creationId="{8D02FC94-FA7C-7856-7278-1A53A720114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10.343" v="239"/>
          <ac:spMkLst>
            <pc:docMk/>
            <pc:sldMk cId="119555649" sldId="259"/>
            <ac:spMk id="9" creationId="{5D13CC36-B950-4F02-9BAF-9A7EB267398C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10.343" v="239"/>
          <ac:spMkLst>
            <pc:docMk/>
            <pc:sldMk cId="119555649" sldId="259"/>
            <ac:spMk id="11" creationId="{D1BDED99-B35B-4FEE-A274-8E8DB6FEEECF}"/>
          </ac:spMkLst>
        </pc:spChg>
        <pc:picChg chg="add">
          <ac:chgData name="LUIFERNEY ORTIZ PARRA" userId="S::luiferneyortiz@ucundinamarca.edu.co::311f1f2d-e9a2-4bc8-96ab-a2f2d284c8a5" providerId="AD" clId="Web-{371E8BCE-B456-D5D2-C0F7-73FE8B0ED32B}" dt="2026-04-04T21:51:10.343" v="239"/>
          <ac:picMkLst>
            <pc:docMk/>
            <pc:sldMk cId="119555649" sldId="259"/>
            <ac:picMk id="5" creationId="{11B730D6-7111-7456-A0DE-46A037D05EAD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1:26.219" v="240"/>
        <pc:sldMkLst>
          <pc:docMk/>
          <pc:sldMk cId="3349132831" sldId="260"/>
        </pc:sldMkLst>
        <pc:spChg chg="mo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2" creationId="{9676AE64-1126-6DD3-AE82-9FEB6C446425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3" creationId="{E47D0298-8E2D-62B0-E6C8-EDF2BF8721F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8" creationId="{09588DA8-065E-4F6F-8EFD-43104AB2E0CF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10" creationId="{C4285719-470E-454C-AF62-8323075F1F5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12" creationId="{CD9FE4EF-C4D8-49A0-B2FF-81D8DB7D8A24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14" creationId="{4300840D-0A0B-4512-BACA-B439D5B9C57C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16" creationId="{D2B78728-A580-49A7-84F9-6EF6F583ADE0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18" creationId="{38FAA1A1-D861-433F-88FA-1E9D6FD31D11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26.219" v="240"/>
          <ac:spMkLst>
            <pc:docMk/>
            <pc:sldMk cId="3349132831" sldId="260"/>
            <ac:spMk id="20" creationId="{8D71EDA1-87BF-4D5D-AB79-F346FD19278A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371E8BCE-B456-D5D2-C0F7-73FE8B0ED32B}" dt="2026-04-04T21:51:34.281" v="243"/>
        <pc:sldMkLst>
          <pc:docMk/>
          <pc:sldMk cId="3240526516" sldId="261"/>
        </pc:sldMkLst>
        <pc:spChg chg="mod">
          <ac:chgData name="LUIFERNEY ORTIZ PARRA" userId="S::luiferneyortiz@ucundinamarca.edu.co::311f1f2d-e9a2-4bc8-96ab-a2f2d284c8a5" providerId="AD" clId="Web-{371E8BCE-B456-D5D2-C0F7-73FE8B0ED32B}" dt="2026-04-04T21:51:34.281" v="243"/>
          <ac:spMkLst>
            <pc:docMk/>
            <pc:sldMk cId="3240526516" sldId="261"/>
            <ac:spMk id="2" creationId="{CC3C5A05-CF8D-16EB-119A-BE79A8F0B2E7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1:34.281" v="243"/>
          <ac:spMkLst>
            <pc:docMk/>
            <pc:sldMk cId="3240526516" sldId="261"/>
            <ac:spMk id="3" creationId="{2C5D05E1-5434-78D4-3883-F42D4A478AE0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1:34.250" v="242"/>
          <ac:spMkLst>
            <pc:docMk/>
            <pc:sldMk cId="3240526516" sldId="261"/>
            <ac:spMk id="9" creationId="{5D13CC36-B950-4F02-9BAF-9A7EB267398C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1:34.250" v="242"/>
          <ac:spMkLst>
            <pc:docMk/>
            <pc:sldMk cId="3240526516" sldId="261"/>
            <ac:spMk id="11" creationId="{D1BDED99-B35B-4FEE-A274-8E8DB6FEEECF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34.281" v="243"/>
          <ac:spMkLst>
            <pc:docMk/>
            <pc:sldMk cId="3240526516" sldId="261"/>
            <ac:spMk id="14" creationId="{257363FD-7E77-4145-9483-331A807ADF0E}"/>
          </ac:spMkLst>
        </pc:spChg>
        <pc:picChg chg="add del">
          <ac:chgData name="LUIFERNEY ORTIZ PARRA" userId="S::luiferneyortiz@ucundinamarca.edu.co::311f1f2d-e9a2-4bc8-96ab-a2f2d284c8a5" providerId="AD" clId="Web-{371E8BCE-B456-D5D2-C0F7-73FE8B0ED32B}" dt="2026-04-04T21:51:34.250" v="242"/>
          <ac:picMkLst>
            <pc:docMk/>
            <pc:sldMk cId="3240526516" sldId="261"/>
            <ac:picMk id="5" creationId="{998A78FC-8ABC-7377-0BA2-10BB714E9434}"/>
          </ac:picMkLst>
        </pc:picChg>
        <pc:picChg chg="add">
          <ac:chgData name="LUIFERNEY ORTIZ PARRA" userId="S::luiferneyortiz@ucundinamarca.edu.co::311f1f2d-e9a2-4bc8-96ab-a2f2d284c8a5" providerId="AD" clId="Web-{371E8BCE-B456-D5D2-C0F7-73FE8B0ED32B}" dt="2026-04-04T21:51:34.281" v="243"/>
          <ac:picMkLst>
            <pc:docMk/>
            <pc:sldMk cId="3240526516" sldId="261"/>
            <ac:picMk id="13" creationId="{1DB0CC67-DFA6-5DB5-E85E-DA94BED0E9A7}"/>
          </ac:picMkLst>
        </pc:pic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1:43.422" v="244"/>
        <pc:sldMkLst>
          <pc:docMk/>
          <pc:sldMk cId="3566420464" sldId="262"/>
        </pc:sldMkLst>
        <pc:spChg chg="mod">
          <ac:chgData name="LUIFERNEY ORTIZ PARRA" userId="S::luiferneyortiz@ucundinamarca.edu.co::311f1f2d-e9a2-4bc8-96ab-a2f2d284c8a5" providerId="AD" clId="Web-{371E8BCE-B456-D5D2-C0F7-73FE8B0ED32B}" dt="2026-04-04T21:51:43.422" v="244"/>
          <ac:spMkLst>
            <pc:docMk/>
            <pc:sldMk cId="3566420464" sldId="262"/>
            <ac:spMk id="2" creationId="{3A90BBF0-3EFC-ABF5-5C58-31BD5352FD53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1:43.422" v="244"/>
          <ac:spMkLst>
            <pc:docMk/>
            <pc:sldMk cId="3566420464" sldId="262"/>
            <ac:spMk id="3" creationId="{8144D2D6-95C8-1607-244F-205E34EE60F6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43.422" v="244"/>
          <ac:spMkLst>
            <pc:docMk/>
            <pc:sldMk cId="3566420464" sldId="262"/>
            <ac:spMk id="8" creationId="{C9A36457-A5F4-4103-A443-02581C09185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43.422" v="244"/>
          <ac:spMkLst>
            <pc:docMk/>
            <pc:sldMk cId="3566420464" sldId="262"/>
            <ac:spMk id="10" creationId="{DC5FB7E8-B636-40FA-BE8D-48145C0F5C57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1:43.422" v="244"/>
          <ac:spMkLst>
            <pc:docMk/>
            <pc:sldMk cId="3566420464" sldId="262"/>
            <ac:spMk id="12" creationId="{142DCE2C-2863-46FA-9BE7-24365A24D9BA}"/>
          </ac:spMkLst>
        </pc:spChg>
      </pc:sldChg>
      <pc:sldChg chg="addSp delSp modSp new mod setBg">
        <pc:chgData name="LUIFERNEY ORTIZ PARRA" userId="S::luiferneyortiz@ucundinamarca.edu.co::311f1f2d-e9a2-4bc8-96ab-a2f2d284c8a5" providerId="AD" clId="Web-{371E8BCE-B456-D5D2-C0F7-73FE8B0ED32B}" dt="2026-04-04T21:55:57.183" v="248"/>
        <pc:sldMkLst>
          <pc:docMk/>
          <pc:sldMk cId="1633397238" sldId="263"/>
        </pc:sldMkLst>
        <pc:spChg chg="mod">
          <ac:chgData name="LUIFERNEY ORTIZ PARRA" userId="S::luiferneyortiz@ucundinamarca.edu.co::311f1f2d-e9a2-4bc8-96ab-a2f2d284c8a5" providerId="AD" clId="Web-{371E8BCE-B456-D5D2-C0F7-73FE8B0ED32B}" dt="2026-04-04T21:55:47.901" v="247"/>
          <ac:spMkLst>
            <pc:docMk/>
            <pc:sldMk cId="1633397238" sldId="263"/>
            <ac:spMk id="2" creationId="{0AE826AC-ED17-86E7-2C6E-7C9024A6C605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5:57.183" v="248"/>
          <ac:spMkLst>
            <pc:docMk/>
            <pc:sldMk cId="1633397238" sldId="263"/>
            <ac:spMk id="3" creationId="{32FA7BEE-A62E-8170-08A3-10E89FBCDE95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5:47.885" v="246"/>
          <ac:spMkLst>
            <pc:docMk/>
            <pc:sldMk cId="1633397238" sldId="263"/>
            <ac:spMk id="8" creationId="{DAF1966E-FD40-4A4A-B61B-C4DF7FA05F06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5:47.885" v="246"/>
          <ac:spMkLst>
            <pc:docMk/>
            <pc:sldMk cId="1633397238" sldId="263"/>
            <ac:spMk id="10" creationId="{047BFA19-D45E-416B-A404-7AF2F3F27017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5:47.885" v="246"/>
          <ac:spMkLst>
            <pc:docMk/>
            <pc:sldMk cId="1633397238" sldId="263"/>
            <ac:spMk id="12" creationId="{8E0105E7-23DB-4CF2-8258-FF47C7620F6E}"/>
          </ac:spMkLst>
        </pc:spChg>
        <pc:spChg chg="add del">
          <ac:chgData name="LUIFERNEY ORTIZ PARRA" userId="S::luiferneyortiz@ucundinamarca.edu.co::311f1f2d-e9a2-4bc8-96ab-a2f2d284c8a5" providerId="AD" clId="Web-{371E8BCE-B456-D5D2-C0F7-73FE8B0ED32B}" dt="2026-04-04T21:55:47.885" v="246"/>
          <ac:spMkLst>
            <pc:docMk/>
            <pc:sldMk cId="1633397238" sldId="263"/>
            <ac:spMk id="14" creationId="{074B4F7D-14B2-478B-8BF5-01E4E0C5D263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5:47.901" v="247"/>
          <ac:spMkLst>
            <pc:docMk/>
            <pc:sldMk cId="1633397238" sldId="263"/>
            <ac:spMk id="15" creationId="{D5B0017B-2ECA-49AF-B397-DC140825DF8D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5:47.901" v="247"/>
          <ac:spMkLst>
            <pc:docMk/>
            <pc:sldMk cId="1633397238" sldId="263"/>
            <ac:spMk id="16" creationId="{B6CDA21F-E7AF-4C75-8395-33F58D5B0E45}"/>
          </ac:spMkLst>
        </pc:spChg>
        <pc:grpChg chg="add">
          <ac:chgData name="LUIFERNEY ORTIZ PARRA" userId="S::luiferneyortiz@ucundinamarca.edu.co::311f1f2d-e9a2-4bc8-96ab-a2f2d284c8a5" providerId="AD" clId="Web-{371E8BCE-B456-D5D2-C0F7-73FE8B0ED32B}" dt="2026-04-04T21:55:47.901" v="247"/>
          <ac:grpSpMkLst>
            <pc:docMk/>
            <pc:sldMk cId="1633397238" sldId="263"/>
            <ac:grpSpMk id="18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371E8BCE-B456-D5D2-C0F7-73FE8B0ED32B}" dt="2026-04-04T21:55:47.901" v="247"/>
          <ac:cxnSpMkLst>
            <pc:docMk/>
            <pc:sldMk cId="1633397238" sldId="263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14.825" v="249"/>
        <pc:sldMkLst>
          <pc:docMk/>
          <pc:sldMk cId="1894249095" sldId="264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2" creationId="{E8E9086D-38DD-8647-9AA0-893B09F0F6F6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3" creationId="{D5ED7289-FEE4-F425-EFC2-DD082E7ED57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8" creationId="{DAF1966E-FD40-4A4A-B61B-C4DF7FA05F06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10" creationId="{047BFA19-D45E-416B-A404-7AF2F3F27017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12" creationId="{8E0105E7-23DB-4CF2-8258-FF47C7620F6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4.825" v="249"/>
          <ac:spMkLst>
            <pc:docMk/>
            <pc:sldMk cId="1894249095" sldId="264"/>
            <ac:spMk id="14" creationId="{074B4F7D-14B2-478B-8BF5-01E4E0C5D263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19.529" v="250"/>
        <pc:sldMkLst>
          <pc:docMk/>
          <pc:sldMk cId="154844969" sldId="265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19.529" v="250"/>
          <ac:spMkLst>
            <pc:docMk/>
            <pc:sldMk cId="154844969" sldId="265"/>
            <ac:spMk id="2" creationId="{BBFC53D5-3BB5-C209-5556-12A3FAA2A4D9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19.529" v="250"/>
          <ac:spMkLst>
            <pc:docMk/>
            <pc:sldMk cId="154844969" sldId="265"/>
            <ac:spMk id="3" creationId="{DDD6963B-D336-8A85-36F3-FFCBC70147E1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9.529" v="250"/>
          <ac:spMkLst>
            <pc:docMk/>
            <pc:sldMk cId="154844969" sldId="265"/>
            <ac:spMk id="8" creationId="{B6CDA21F-E7AF-4C75-8395-33F58D5B0E45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19.529" v="250"/>
          <ac:spMkLst>
            <pc:docMk/>
            <pc:sldMk cId="154844969" sldId="265"/>
            <ac:spMk id="15" creationId="{D5B0017B-2ECA-49AF-B397-DC140825DF8D}"/>
          </ac:spMkLst>
        </pc:spChg>
        <pc:grpChg chg="add">
          <ac:chgData name="LUIFERNEY ORTIZ PARRA" userId="S::luiferneyortiz@ucundinamarca.edu.co::311f1f2d-e9a2-4bc8-96ab-a2f2d284c8a5" providerId="AD" clId="Web-{371E8BCE-B456-D5D2-C0F7-73FE8B0ED32B}" dt="2026-04-04T21:56:19.529" v="250"/>
          <ac:grpSpMkLst>
            <pc:docMk/>
            <pc:sldMk cId="154844969" sldId="265"/>
            <ac:grpSpMk id="10" creationId="{AE1C45F0-260A-458C-96ED-C1F6D2151219}"/>
          </ac:grpSpMkLst>
        </pc:grpChg>
        <pc:cxnChg chg="add">
          <ac:chgData name="LUIFERNEY ORTIZ PARRA" userId="S::luiferneyortiz@ucundinamarca.edu.co::311f1f2d-e9a2-4bc8-96ab-a2f2d284c8a5" providerId="AD" clId="Web-{371E8BCE-B456-D5D2-C0F7-73FE8B0ED32B}" dt="2026-04-04T21:56:19.529" v="250"/>
          <ac:cxnSpMkLst>
            <pc:docMk/>
            <pc:sldMk cId="154844969" sldId="265"/>
            <ac:cxnSpMk id="17" creationId="{6CF1BAF6-AD41-4082-B212-8A1F9A2E8779}"/>
          </ac:cxnSpMkLst>
        </pc:cxn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25.107" v="251"/>
        <pc:sldMkLst>
          <pc:docMk/>
          <pc:sldMk cId="4151547803" sldId="266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25.107" v="251"/>
          <ac:spMkLst>
            <pc:docMk/>
            <pc:sldMk cId="4151547803" sldId="266"/>
            <ac:spMk id="2" creationId="{84F76DC0-18F5-725D-B568-512A8482DF8A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25.107" v="251"/>
          <ac:spMkLst>
            <pc:docMk/>
            <pc:sldMk cId="4151547803" sldId="266"/>
            <ac:spMk id="3" creationId="{8B612BF6-0710-ADF5-5D2A-9E0E4E5F2E92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25.107" v="251"/>
          <ac:spMkLst>
            <pc:docMk/>
            <pc:sldMk cId="4151547803" sldId="266"/>
            <ac:spMk id="8" creationId="{DBF61EA3-B236-439E-9C0B-340980D56BE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25.107" v="251"/>
          <ac:spMkLst>
            <pc:docMk/>
            <pc:sldMk cId="4151547803" sldId="266"/>
            <ac:spMk id="14" creationId="{E659831F-0D9A-4C63-9EBB-8435B85A440F}"/>
          </ac:spMkLst>
        </pc:spChg>
        <pc:grpChg chg="add">
          <ac:chgData name="LUIFERNEY ORTIZ PARRA" userId="S::luiferneyortiz@ucundinamarca.edu.co::311f1f2d-e9a2-4bc8-96ab-a2f2d284c8a5" providerId="AD" clId="Web-{371E8BCE-B456-D5D2-C0F7-73FE8B0ED32B}" dt="2026-04-04T21:56:25.107" v="251"/>
          <ac:grpSpMkLst>
            <pc:docMk/>
            <pc:sldMk cId="4151547803" sldId="266"/>
            <ac:grpSpMk id="10" creationId="{28FAF094-D087-493F-8DF9-A486C2D6BBAA}"/>
          </ac:grpSpMkLst>
        </pc:gr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31.014" v="252"/>
        <pc:sldMkLst>
          <pc:docMk/>
          <pc:sldMk cId="3978131985" sldId="267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31.014" v="252"/>
          <ac:spMkLst>
            <pc:docMk/>
            <pc:sldMk cId="3978131985" sldId="267"/>
            <ac:spMk id="2" creationId="{3497596B-D2B2-7763-98C9-E2B94396F114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31.014" v="252"/>
          <ac:spMkLst>
            <pc:docMk/>
            <pc:sldMk cId="3978131985" sldId="267"/>
            <ac:spMk id="3" creationId="{8F793B84-E3A8-42FA-E26F-9E574E598C3D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31.014" v="252"/>
          <ac:spMkLst>
            <pc:docMk/>
            <pc:sldMk cId="3978131985" sldId="267"/>
            <ac:spMk id="8" creationId="{DBF61EA3-B236-439E-9C0B-340980D56BE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31.014" v="252"/>
          <ac:spMkLst>
            <pc:docMk/>
            <pc:sldMk cId="3978131985" sldId="267"/>
            <ac:spMk id="14" creationId="{E659831F-0D9A-4C63-9EBB-8435B85A440F}"/>
          </ac:spMkLst>
        </pc:spChg>
        <pc:grpChg chg="add">
          <ac:chgData name="LUIFERNEY ORTIZ PARRA" userId="S::luiferneyortiz@ucundinamarca.edu.co::311f1f2d-e9a2-4bc8-96ab-a2f2d284c8a5" providerId="AD" clId="Web-{371E8BCE-B456-D5D2-C0F7-73FE8B0ED32B}" dt="2026-04-04T21:56:31.014" v="252"/>
          <ac:grpSpMkLst>
            <pc:docMk/>
            <pc:sldMk cId="3978131985" sldId="267"/>
            <ac:grpSpMk id="10" creationId="{28FAF094-D087-493F-8DF9-A486C2D6BBAA}"/>
          </ac:grpSpMkLst>
        </pc:gr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37.796" v="253"/>
        <pc:sldMkLst>
          <pc:docMk/>
          <pc:sldMk cId="3189530768" sldId="268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37.796" v="253"/>
          <ac:spMkLst>
            <pc:docMk/>
            <pc:sldMk cId="3189530768" sldId="268"/>
            <ac:spMk id="2" creationId="{B8CB10A9-682B-5D32-3287-E935C7A813E0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37.796" v="253"/>
          <ac:spMkLst>
            <pc:docMk/>
            <pc:sldMk cId="3189530768" sldId="268"/>
            <ac:spMk id="3" creationId="{71DBA64A-4FBE-C734-A76D-EA5A4C05FC6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37.796" v="253"/>
          <ac:spMkLst>
            <pc:docMk/>
            <pc:sldMk cId="3189530768" sldId="268"/>
            <ac:spMk id="8" creationId="{DBF61EA3-B236-439E-9C0B-340980D56BEE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37.796" v="253"/>
          <ac:spMkLst>
            <pc:docMk/>
            <pc:sldMk cId="3189530768" sldId="268"/>
            <ac:spMk id="14" creationId="{E659831F-0D9A-4C63-9EBB-8435B85A440F}"/>
          </ac:spMkLst>
        </pc:spChg>
        <pc:grpChg chg="add">
          <ac:chgData name="LUIFERNEY ORTIZ PARRA" userId="S::luiferneyortiz@ucundinamarca.edu.co::311f1f2d-e9a2-4bc8-96ab-a2f2d284c8a5" providerId="AD" clId="Web-{371E8BCE-B456-D5D2-C0F7-73FE8B0ED32B}" dt="2026-04-04T21:56:37.796" v="253"/>
          <ac:grpSpMkLst>
            <pc:docMk/>
            <pc:sldMk cId="3189530768" sldId="268"/>
            <ac:grpSpMk id="10" creationId="{28FAF094-D087-493F-8DF9-A486C2D6BBAA}"/>
          </ac:grpSpMkLst>
        </pc:gr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6:43.015" v="254"/>
        <pc:sldMkLst>
          <pc:docMk/>
          <pc:sldMk cId="1899493704" sldId="269"/>
        </pc:sldMkLst>
        <pc:spChg chg="mod">
          <ac:chgData name="LUIFERNEY ORTIZ PARRA" userId="S::luiferneyortiz@ucundinamarca.edu.co::311f1f2d-e9a2-4bc8-96ab-a2f2d284c8a5" providerId="AD" clId="Web-{371E8BCE-B456-D5D2-C0F7-73FE8B0ED32B}" dt="2026-04-04T21:56:43.015" v="254"/>
          <ac:spMkLst>
            <pc:docMk/>
            <pc:sldMk cId="1899493704" sldId="269"/>
            <ac:spMk id="2" creationId="{3FF099E1-A129-0AB9-1B2E-0EC7A23DA1A1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6:43.015" v="254"/>
          <ac:spMkLst>
            <pc:docMk/>
            <pc:sldMk cId="1899493704" sldId="269"/>
            <ac:spMk id="3" creationId="{CE3B1A6B-ABED-9586-009A-FB91E989A918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43.015" v="254"/>
          <ac:spMkLst>
            <pc:docMk/>
            <pc:sldMk cId="1899493704" sldId="269"/>
            <ac:spMk id="8" creationId="{C9A36457-A5F4-4103-A443-02581C09185B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43.015" v="254"/>
          <ac:spMkLst>
            <pc:docMk/>
            <pc:sldMk cId="1899493704" sldId="269"/>
            <ac:spMk id="10" creationId="{DC5FB7E8-B636-40FA-BE8D-48145C0F5C57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6:43.015" v="254"/>
          <ac:spMkLst>
            <pc:docMk/>
            <pc:sldMk cId="1899493704" sldId="269"/>
            <ac:spMk id="12" creationId="{142DCE2C-2863-46FA-9BE7-24365A24D9BA}"/>
          </ac:spMkLst>
        </pc:spChg>
      </pc:sldChg>
      <pc:sldChg chg="addSp modSp new mod setBg">
        <pc:chgData name="LUIFERNEY ORTIZ PARRA" userId="S::luiferneyortiz@ucundinamarca.edu.co::311f1f2d-e9a2-4bc8-96ab-a2f2d284c8a5" providerId="AD" clId="Web-{371E8BCE-B456-D5D2-C0F7-73FE8B0ED32B}" dt="2026-04-04T21:58:01.880" v="266"/>
        <pc:sldMkLst>
          <pc:docMk/>
          <pc:sldMk cId="2137706840" sldId="270"/>
        </pc:sldMkLst>
        <pc:spChg chg="mod">
          <ac:chgData name="LUIFERNEY ORTIZ PARRA" userId="S::luiferneyortiz@ucundinamarca.edu.co::311f1f2d-e9a2-4bc8-96ab-a2f2d284c8a5" providerId="AD" clId="Web-{371E8BCE-B456-D5D2-C0F7-73FE8B0ED32B}" dt="2026-04-04T21:57:57.614" v="265"/>
          <ac:spMkLst>
            <pc:docMk/>
            <pc:sldMk cId="2137706840" sldId="270"/>
            <ac:spMk id="2" creationId="{43E59887-06B3-EC8B-9997-68C1F7AB512F}"/>
          </ac:spMkLst>
        </pc:spChg>
        <pc:spChg chg="mod">
          <ac:chgData name="LUIFERNEY ORTIZ PARRA" userId="S::luiferneyortiz@ucundinamarca.edu.co::311f1f2d-e9a2-4bc8-96ab-a2f2d284c8a5" providerId="AD" clId="Web-{371E8BCE-B456-D5D2-C0F7-73FE8B0ED32B}" dt="2026-04-04T21:58:01.880" v="266"/>
          <ac:spMkLst>
            <pc:docMk/>
            <pc:sldMk cId="2137706840" sldId="270"/>
            <ac:spMk id="3" creationId="{671C4F21-AAB6-514D-9917-C3F63F5F6CAD}"/>
          </ac:spMkLst>
        </pc:spChg>
        <pc:spChg chg="add">
          <ac:chgData name="LUIFERNEY ORTIZ PARRA" userId="S::luiferneyortiz@ucundinamarca.edu.co::311f1f2d-e9a2-4bc8-96ab-a2f2d284c8a5" providerId="AD" clId="Web-{371E8BCE-B456-D5D2-C0F7-73FE8B0ED32B}" dt="2026-04-04T21:57:57.614" v="265"/>
          <ac:spMkLst>
            <pc:docMk/>
            <pc:sldMk cId="2137706840" sldId="270"/>
            <ac:spMk id="10" creationId="{55F7ABCA-A68A-47DD-B732-76FF34C6FB7D}"/>
          </ac:spMkLst>
        </pc:spChg>
        <pc:picChg chg="add">
          <ac:chgData name="LUIFERNEY ORTIZ PARRA" userId="S::luiferneyortiz@ucundinamarca.edu.co::311f1f2d-e9a2-4bc8-96ab-a2f2d284c8a5" providerId="AD" clId="Web-{371E8BCE-B456-D5D2-C0F7-73FE8B0ED32B}" dt="2026-04-04T21:57:57.614" v="265"/>
          <ac:picMkLst>
            <pc:docMk/>
            <pc:sldMk cId="2137706840" sldId="270"/>
            <ac:picMk id="7" creationId="{E8D7B476-5309-7E85-403B-7AA62BFD206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04/04/2026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geniería de Software">
            <a:extLst>
              <a:ext uri="{FF2B5EF4-FFF2-40B4-BE49-F238E27FC236}">
                <a16:creationId xmlns:a16="http://schemas.microsoft.com/office/drawing/2014/main" id="{4E6515BC-18B0-06A5-2D4A-1F9899A6EC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4" r="-1" b="-1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s-ES" sz="5200"/>
              <a:t>Ingeniería de Software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s-ES" dirty="0">
                <a:ea typeface="+mn-lt"/>
                <a:cs typeface="+mn-lt"/>
              </a:rPr>
              <a:t>Docker </a:t>
            </a:r>
            <a:r>
              <a:rPr lang="es-ES" dirty="0" err="1">
                <a:ea typeface="+mn-lt"/>
                <a:cs typeface="+mn-lt"/>
              </a:rPr>
              <a:t>Compose</a:t>
            </a:r>
            <a:r>
              <a:rPr lang="es-ES" dirty="0">
                <a:ea typeface="+mn-lt"/>
                <a:cs typeface="+mn-lt"/>
              </a:rPr>
              <a:t> + Sistema Completo</a:t>
            </a:r>
            <a:endParaRPr lang="es-ES">
              <a:ea typeface="+mn-lt"/>
              <a:cs typeface="+mn-lt"/>
            </a:endParaRPr>
          </a:p>
          <a:p>
            <a:pPr algn="l"/>
            <a:r>
              <a:rPr lang="es-ES" dirty="0"/>
              <a:t>Ingeniero </a:t>
            </a:r>
            <a:r>
              <a:rPr lang="es-ES" dirty="0" err="1"/>
              <a:t>Luiferney</a:t>
            </a:r>
            <a:r>
              <a:rPr lang="es-ES" dirty="0"/>
              <a:t> Ortiz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C97A2A-3EBA-AB32-6649-D98B1C01B5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15" r="52534" b="-3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A73D8D5-3EB6-C998-362E-4DBAE2D4D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Objetivo de la clase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E11522-C609-0BB6-3912-D7A0AD3DE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ES" sz="2000">
                <a:ea typeface="+mn-lt"/>
                <a:cs typeface="+mn-lt"/>
              </a:rPr>
              <a:t>Entender cómo construir imágenes Docker optimizadas para producción </a:t>
            </a:r>
          </a:p>
          <a:p>
            <a:r>
              <a:rPr lang="es-ES" sz="2000">
                <a:ea typeface="+mn-lt"/>
                <a:cs typeface="+mn-lt"/>
              </a:rPr>
              <a:t>Aplicar buenas prácticas reales de arquitectura </a:t>
            </a:r>
          </a:p>
          <a:p>
            <a:r>
              <a:rPr lang="es-ES" sz="2000">
                <a:ea typeface="+mn-lt"/>
                <a:cs typeface="+mn-lt"/>
              </a:rPr>
              <a:t>Diferenciar Dockerfile básico vs profesional </a:t>
            </a:r>
          </a:p>
          <a:p>
            <a:r>
              <a:rPr lang="es-ES" sz="2000">
                <a:ea typeface="+mn-lt"/>
                <a:cs typeface="+mn-lt"/>
              </a:rPr>
              <a:t>Preparar imágenes listas para CI/CD </a:t>
            </a:r>
          </a:p>
          <a:p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2840087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1F33B95-154D-D1B8-83AA-F0FCF093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¿Qué es realmente un Dockerfile?</a:t>
            </a:r>
            <a:endParaRPr lang="es-ES" sz="400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744BE7-6BD2-4BFD-50A5-2AECBEDAB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Es un </a:t>
            </a:r>
            <a:r>
              <a:rPr lang="es-ES" sz="2000" b="1">
                <a:ea typeface="+mn-lt"/>
                <a:cs typeface="+mn-lt"/>
              </a:rPr>
              <a:t>script declarativo</a:t>
            </a:r>
            <a:r>
              <a:rPr lang="es-ES" sz="2000">
                <a:ea typeface="+mn-lt"/>
                <a:cs typeface="+mn-lt"/>
              </a:rPr>
              <a:t> para construir imágenes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Define: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Sistema base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Dependencias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Configuración del entorno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Comando de ejecución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Cada instrucción genera una </a:t>
            </a:r>
            <a:r>
              <a:rPr lang="es-ES" sz="2000" b="1">
                <a:ea typeface="+mn-lt"/>
                <a:cs typeface="+mn-lt"/>
              </a:rPr>
              <a:t>capa (layer)</a:t>
            </a:r>
            <a:r>
              <a:rPr lang="es-ES" sz="2000">
                <a:ea typeface="+mn-lt"/>
                <a:cs typeface="+mn-lt"/>
              </a:rPr>
              <a:t>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Las capas permiten: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Reutilización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Cacheo </a:t>
            </a:r>
            <a:endParaRPr lang="es-ES" sz="2000"/>
          </a:p>
          <a:p>
            <a:pPr marL="971550" lvl="1" indent="-285750"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Optimización </a:t>
            </a:r>
          </a:p>
          <a:p>
            <a:pPr lvl="1" indent="0">
              <a:buNone/>
            </a:pPr>
            <a:r>
              <a:rPr lang="es-ES" sz="2000" b="1">
                <a:ea typeface="+mn-lt"/>
                <a:cs typeface="+mn-lt"/>
              </a:rPr>
              <a:t>Concepto clave:</a:t>
            </a:r>
            <a:br>
              <a:rPr lang="es-ES" sz="2000" b="1">
                <a:ea typeface="+mn-lt"/>
                <a:cs typeface="+mn-lt"/>
              </a:rPr>
            </a:br>
            <a:r>
              <a:rPr lang="es-ES" sz="2000" b="1">
                <a:ea typeface="+mn-lt"/>
                <a:cs typeface="+mn-lt"/>
              </a:rPr>
              <a:t> Un mal Dockerfile = despliegues lentos + imágenes pesadas + problemas de seguridad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944257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13CC36-B950-4F02-9BAF-9A7EB2673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BDED99-B35B-4FEE-A274-8E8DB6FEE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02473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Pilas de papel">
            <a:extLst>
              <a:ext uri="{FF2B5EF4-FFF2-40B4-BE49-F238E27FC236}">
                <a16:creationId xmlns:a16="http://schemas.microsoft.com/office/drawing/2014/main" id="{11B730D6-7111-7456-A0DE-46A037D05E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76" r="26234" b="4"/>
          <a:stretch>
            <a:fillRect/>
          </a:stretch>
        </p:blipFill>
        <p:spPr>
          <a:xfrm>
            <a:off x="7968222" y="10"/>
            <a:ext cx="4223778" cy="6857990"/>
          </a:xfrm>
          <a:custGeom>
            <a:avLst/>
            <a:gdLst/>
            <a:ahLst/>
            <a:cxnLst/>
            <a:rect l="l" t="t" r="r" b="b"/>
            <a:pathLst>
              <a:path w="4223778" h="6865951">
                <a:moveTo>
                  <a:pt x="478794" y="0"/>
                </a:moveTo>
                <a:lnTo>
                  <a:pt x="4223778" y="0"/>
                </a:lnTo>
                <a:lnTo>
                  <a:pt x="4223778" y="6865951"/>
                </a:lnTo>
                <a:lnTo>
                  <a:pt x="52221" y="6865951"/>
                </a:lnTo>
                <a:lnTo>
                  <a:pt x="49989" y="6844695"/>
                </a:lnTo>
                <a:cubicBezTo>
                  <a:pt x="46440" y="6810509"/>
                  <a:pt x="42891" y="6776323"/>
                  <a:pt x="41304" y="6765443"/>
                </a:cubicBezTo>
                <a:cubicBezTo>
                  <a:pt x="35681" y="6732842"/>
                  <a:pt x="13533" y="6716945"/>
                  <a:pt x="11182" y="6694817"/>
                </a:cubicBezTo>
                <a:cubicBezTo>
                  <a:pt x="16764" y="6697663"/>
                  <a:pt x="14835" y="6635151"/>
                  <a:pt x="10913" y="6627127"/>
                </a:cubicBezTo>
                <a:cubicBezTo>
                  <a:pt x="19564" y="6579282"/>
                  <a:pt x="-12861" y="6585665"/>
                  <a:pt x="5999" y="6527525"/>
                </a:cubicBezTo>
                <a:cubicBezTo>
                  <a:pt x="12287" y="6468687"/>
                  <a:pt x="19003" y="6409739"/>
                  <a:pt x="7685" y="6346547"/>
                </a:cubicBezTo>
                <a:cubicBezTo>
                  <a:pt x="31149" y="6240430"/>
                  <a:pt x="5895" y="6134229"/>
                  <a:pt x="12535" y="6084924"/>
                </a:cubicBezTo>
                <a:cubicBezTo>
                  <a:pt x="14696" y="6024961"/>
                  <a:pt x="53867" y="6020785"/>
                  <a:pt x="45320" y="5989742"/>
                </a:cubicBezTo>
                <a:cubicBezTo>
                  <a:pt x="41264" y="5940899"/>
                  <a:pt x="43258" y="5932095"/>
                  <a:pt x="40418" y="5889597"/>
                </a:cubicBezTo>
                <a:cubicBezTo>
                  <a:pt x="20860" y="5848611"/>
                  <a:pt x="51187" y="5792775"/>
                  <a:pt x="49796" y="5755774"/>
                </a:cubicBezTo>
                <a:cubicBezTo>
                  <a:pt x="43522" y="5734342"/>
                  <a:pt x="37368" y="5692606"/>
                  <a:pt x="49956" y="5684909"/>
                </a:cubicBezTo>
                <a:cubicBezTo>
                  <a:pt x="52825" y="5660429"/>
                  <a:pt x="62553" y="5623499"/>
                  <a:pt x="67011" y="5608897"/>
                </a:cubicBezTo>
                <a:lnTo>
                  <a:pt x="76701" y="5597290"/>
                </a:lnTo>
                <a:cubicBezTo>
                  <a:pt x="87717" y="5587442"/>
                  <a:pt x="82431" y="5550877"/>
                  <a:pt x="89120" y="5529641"/>
                </a:cubicBezTo>
                <a:cubicBezTo>
                  <a:pt x="69291" y="5496375"/>
                  <a:pt x="118554" y="5526326"/>
                  <a:pt x="94330" y="5470852"/>
                </a:cubicBezTo>
                <a:cubicBezTo>
                  <a:pt x="95483" y="5449506"/>
                  <a:pt x="114690" y="5429653"/>
                  <a:pt x="116139" y="5390946"/>
                </a:cubicBezTo>
                <a:cubicBezTo>
                  <a:pt x="127589" y="5337323"/>
                  <a:pt x="132794" y="5338384"/>
                  <a:pt x="135560" y="5284344"/>
                </a:cubicBezTo>
                <a:cubicBezTo>
                  <a:pt x="143629" y="5226223"/>
                  <a:pt x="148113" y="5192743"/>
                  <a:pt x="158141" y="5143920"/>
                </a:cubicBezTo>
                <a:cubicBezTo>
                  <a:pt x="170128" y="5118849"/>
                  <a:pt x="159838" y="5102006"/>
                  <a:pt x="174950" y="5088188"/>
                </a:cubicBezTo>
                <a:cubicBezTo>
                  <a:pt x="197620" y="5107654"/>
                  <a:pt x="181875" y="4983257"/>
                  <a:pt x="203603" y="5010764"/>
                </a:cubicBezTo>
                <a:lnTo>
                  <a:pt x="258582" y="4919969"/>
                </a:lnTo>
                <a:cubicBezTo>
                  <a:pt x="238838" y="4883087"/>
                  <a:pt x="271098" y="4853332"/>
                  <a:pt x="287910" y="4849612"/>
                </a:cubicBezTo>
                <a:cubicBezTo>
                  <a:pt x="294156" y="4811643"/>
                  <a:pt x="286101" y="4834074"/>
                  <a:pt x="305439" y="4799017"/>
                </a:cubicBezTo>
                <a:cubicBezTo>
                  <a:pt x="322572" y="4758926"/>
                  <a:pt x="352642" y="4705848"/>
                  <a:pt x="373456" y="4667754"/>
                </a:cubicBezTo>
                <a:cubicBezTo>
                  <a:pt x="384080" y="4649919"/>
                  <a:pt x="401158" y="4670663"/>
                  <a:pt x="407944" y="4574050"/>
                </a:cubicBezTo>
                <a:cubicBezTo>
                  <a:pt x="408098" y="4548109"/>
                  <a:pt x="427782" y="4503327"/>
                  <a:pt x="425133" y="4462469"/>
                </a:cubicBezTo>
                <a:lnTo>
                  <a:pt x="433890" y="4364681"/>
                </a:lnTo>
                <a:cubicBezTo>
                  <a:pt x="430018" y="4339230"/>
                  <a:pt x="435361" y="4287915"/>
                  <a:pt x="440691" y="4222147"/>
                </a:cubicBezTo>
                <a:cubicBezTo>
                  <a:pt x="451463" y="4164562"/>
                  <a:pt x="497377" y="4067298"/>
                  <a:pt x="503057" y="3977136"/>
                </a:cubicBezTo>
                <a:cubicBezTo>
                  <a:pt x="519229" y="3939837"/>
                  <a:pt x="472839" y="3875689"/>
                  <a:pt x="507582" y="3776020"/>
                </a:cubicBezTo>
                <a:cubicBezTo>
                  <a:pt x="497716" y="3757477"/>
                  <a:pt x="518006" y="3707185"/>
                  <a:pt x="521577" y="3692206"/>
                </a:cubicBezTo>
                <a:cubicBezTo>
                  <a:pt x="525148" y="3677227"/>
                  <a:pt x="526352" y="3687655"/>
                  <a:pt x="529009" y="3686147"/>
                </a:cubicBezTo>
                <a:cubicBezTo>
                  <a:pt x="531848" y="3650325"/>
                  <a:pt x="545504" y="3563351"/>
                  <a:pt x="551870" y="3514534"/>
                </a:cubicBezTo>
                <a:cubicBezTo>
                  <a:pt x="561331" y="3487751"/>
                  <a:pt x="581973" y="3426419"/>
                  <a:pt x="567205" y="3393248"/>
                </a:cubicBezTo>
                <a:cubicBezTo>
                  <a:pt x="585208" y="3400657"/>
                  <a:pt x="563566" y="3353906"/>
                  <a:pt x="579630" y="3344723"/>
                </a:cubicBezTo>
                <a:cubicBezTo>
                  <a:pt x="592861" y="3339338"/>
                  <a:pt x="589379" y="3323900"/>
                  <a:pt x="592672" y="3310978"/>
                </a:cubicBezTo>
                <a:cubicBezTo>
                  <a:pt x="605351" y="3299735"/>
                  <a:pt x="594296" y="3237176"/>
                  <a:pt x="589270" y="3216655"/>
                </a:cubicBezTo>
                <a:cubicBezTo>
                  <a:pt x="566909" y="3160431"/>
                  <a:pt x="626099" y="3142203"/>
                  <a:pt x="609663" y="3096973"/>
                </a:cubicBezTo>
                <a:cubicBezTo>
                  <a:pt x="609191" y="3084373"/>
                  <a:pt x="615889" y="3033331"/>
                  <a:pt x="618886" y="3023628"/>
                </a:cubicBezTo>
                <a:lnTo>
                  <a:pt x="630425" y="2998646"/>
                </a:lnTo>
                <a:lnTo>
                  <a:pt x="640017" y="2995914"/>
                </a:lnTo>
                <a:lnTo>
                  <a:pt x="643600" y="2978244"/>
                </a:lnTo>
                <a:lnTo>
                  <a:pt x="659520" y="2950805"/>
                </a:lnTo>
                <a:cubicBezTo>
                  <a:pt x="620152" y="2937671"/>
                  <a:pt x="687598" y="2860550"/>
                  <a:pt x="650890" y="2864933"/>
                </a:cubicBezTo>
                <a:cubicBezTo>
                  <a:pt x="663707" y="2817056"/>
                  <a:pt x="662078" y="2779813"/>
                  <a:pt x="640210" y="2741864"/>
                </a:cubicBezTo>
                <a:cubicBezTo>
                  <a:pt x="634452" y="2649732"/>
                  <a:pt x="665268" y="2597914"/>
                  <a:pt x="639387" y="2510931"/>
                </a:cubicBezTo>
                <a:cubicBezTo>
                  <a:pt x="645574" y="2407642"/>
                  <a:pt x="671719" y="2317589"/>
                  <a:pt x="680438" y="2227415"/>
                </a:cubicBezTo>
                <a:cubicBezTo>
                  <a:pt x="664175" y="2189847"/>
                  <a:pt x="704423" y="2141655"/>
                  <a:pt x="688135" y="2054289"/>
                </a:cubicBezTo>
                <a:cubicBezTo>
                  <a:pt x="683239" y="2048201"/>
                  <a:pt x="684029" y="1979567"/>
                  <a:pt x="681480" y="1972202"/>
                </a:cubicBezTo>
                <a:lnTo>
                  <a:pt x="686247" y="1917474"/>
                </a:lnTo>
                <a:lnTo>
                  <a:pt x="679783" y="1862721"/>
                </a:lnTo>
                <a:cubicBezTo>
                  <a:pt x="683677" y="1851209"/>
                  <a:pt x="688980" y="1824057"/>
                  <a:pt x="686639" y="1818227"/>
                </a:cubicBezTo>
                <a:lnTo>
                  <a:pt x="658235" y="1742488"/>
                </a:lnTo>
                <a:cubicBezTo>
                  <a:pt x="645662" y="1715201"/>
                  <a:pt x="661423" y="1719638"/>
                  <a:pt x="636990" y="1638389"/>
                </a:cubicBezTo>
                <a:cubicBezTo>
                  <a:pt x="626351" y="1601441"/>
                  <a:pt x="629414" y="1617134"/>
                  <a:pt x="602059" y="1570807"/>
                </a:cubicBezTo>
                <a:lnTo>
                  <a:pt x="570903" y="1513173"/>
                </a:lnTo>
                <a:cubicBezTo>
                  <a:pt x="570781" y="1503175"/>
                  <a:pt x="550561" y="1468055"/>
                  <a:pt x="550438" y="1458058"/>
                </a:cubicBezTo>
                <a:cubicBezTo>
                  <a:pt x="556848" y="1428101"/>
                  <a:pt x="546263" y="1422712"/>
                  <a:pt x="531416" y="1385478"/>
                </a:cubicBezTo>
                <a:cubicBezTo>
                  <a:pt x="527790" y="1370753"/>
                  <a:pt x="490725" y="1304050"/>
                  <a:pt x="501981" y="1265452"/>
                </a:cubicBezTo>
                <a:cubicBezTo>
                  <a:pt x="501825" y="1234781"/>
                  <a:pt x="490462" y="1187660"/>
                  <a:pt x="487370" y="1141743"/>
                </a:cubicBezTo>
                <a:cubicBezTo>
                  <a:pt x="484278" y="1095826"/>
                  <a:pt x="483852" y="1028118"/>
                  <a:pt x="483427" y="989948"/>
                </a:cubicBezTo>
                <a:cubicBezTo>
                  <a:pt x="483001" y="951779"/>
                  <a:pt x="494678" y="945984"/>
                  <a:pt x="484820" y="912725"/>
                </a:cubicBezTo>
                <a:cubicBezTo>
                  <a:pt x="467566" y="854951"/>
                  <a:pt x="510777" y="860797"/>
                  <a:pt x="475093" y="812798"/>
                </a:cubicBezTo>
                <a:cubicBezTo>
                  <a:pt x="461960" y="787034"/>
                  <a:pt x="498505" y="551948"/>
                  <a:pt x="461972" y="450605"/>
                </a:cubicBezTo>
                <a:cubicBezTo>
                  <a:pt x="470167" y="357604"/>
                  <a:pt x="458694" y="431306"/>
                  <a:pt x="465015" y="372906"/>
                </a:cubicBezTo>
                <a:cubicBezTo>
                  <a:pt x="503427" y="364177"/>
                  <a:pt x="489736" y="290341"/>
                  <a:pt x="490377" y="246134"/>
                </a:cubicBezTo>
                <a:cubicBezTo>
                  <a:pt x="491019" y="201927"/>
                  <a:pt x="449725" y="138160"/>
                  <a:pt x="468864" y="107666"/>
                </a:cubicBezTo>
                <a:cubicBezTo>
                  <a:pt x="468282" y="89794"/>
                  <a:pt x="477749" y="76947"/>
                  <a:pt x="477167" y="59075"/>
                </a:cubicBezTo>
                <a:lnTo>
                  <a:pt x="472992" y="14560"/>
                </a:lnTo>
                <a:close/>
              </a:path>
            </a:pathLst>
          </a:cu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5614BFB-3FB3-BBCF-CA78-4FCBF36D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6831188" cy="1322887"/>
          </a:xfrm>
        </p:spPr>
        <p:txBody>
          <a:bodyPr>
            <a:normAutofit/>
          </a:bodyPr>
          <a:lstStyle/>
          <a:p>
            <a:r>
              <a:rPr lang="es-ES" dirty="0">
                <a:ea typeface="+mj-lt"/>
                <a:cs typeface="+mj-lt"/>
              </a:rPr>
              <a:t>Estructura completa de un </a:t>
            </a:r>
            <a:r>
              <a:rPr lang="es-ES" dirty="0" err="1">
                <a:ea typeface="+mj-lt"/>
                <a:cs typeface="+mj-lt"/>
              </a:rPr>
              <a:t>Dockerfile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02FC94-FA7C-7856-7278-1A53A72011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5" y="2194102"/>
            <a:ext cx="6516216" cy="390858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1100">
                <a:ea typeface="+mn-lt"/>
                <a:cs typeface="+mn-lt"/>
              </a:rPr>
              <a:t>FROM node:18-alpine</a:t>
            </a:r>
            <a:endParaRPr lang="es-ES" sz="1100"/>
          </a:p>
          <a:p>
            <a:pPr>
              <a:buNone/>
            </a:pPr>
            <a:r>
              <a:rPr lang="es-ES" sz="1100">
                <a:ea typeface="+mn-lt"/>
                <a:cs typeface="+mn-lt"/>
              </a:rPr>
              <a:t>WORKDIR /app</a:t>
            </a:r>
            <a:endParaRPr lang="es-ES" sz="1100"/>
          </a:p>
          <a:p>
            <a:pPr>
              <a:buNone/>
            </a:pPr>
            <a:r>
              <a:rPr lang="es-ES" sz="1100">
                <a:ea typeface="+mn-lt"/>
                <a:cs typeface="+mn-lt"/>
              </a:rPr>
              <a:t>COPY package*.json ./</a:t>
            </a:r>
            <a:endParaRPr lang="es-ES" sz="1100"/>
          </a:p>
          <a:p>
            <a:pPr>
              <a:buNone/>
            </a:pPr>
            <a:r>
              <a:rPr lang="es-ES" sz="1100">
                <a:ea typeface="+mn-lt"/>
                <a:cs typeface="+mn-lt"/>
              </a:rPr>
              <a:t>RUN npm install</a:t>
            </a:r>
            <a:endParaRPr lang="es-ES" sz="1100"/>
          </a:p>
          <a:p>
            <a:pPr>
              <a:buNone/>
            </a:pPr>
            <a:r>
              <a:rPr lang="es-ES" sz="1100">
                <a:ea typeface="+mn-lt"/>
                <a:cs typeface="+mn-lt"/>
              </a:rPr>
              <a:t>COPY . .</a:t>
            </a:r>
            <a:endParaRPr lang="es-ES" sz="1100"/>
          </a:p>
          <a:p>
            <a:pPr>
              <a:buNone/>
            </a:pPr>
            <a:r>
              <a:rPr lang="es-ES" sz="1100">
                <a:ea typeface="+mn-lt"/>
                <a:cs typeface="+mn-lt"/>
              </a:rPr>
              <a:t>EXPOSE 3000</a:t>
            </a:r>
            <a:endParaRPr lang="es-ES" sz="1100"/>
          </a:p>
          <a:p>
            <a:pPr marL="0" indent="0">
              <a:buNone/>
            </a:pPr>
            <a:r>
              <a:rPr lang="es-ES" sz="1100">
                <a:ea typeface="+mn-lt"/>
                <a:cs typeface="+mn-lt"/>
              </a:rPr>
              <a:t>CMD ["npm", "start"]</a:t>
            </a:r>
          </a:p>
          <a:p>
            <a:pPr>
              <a:buNone/>
            </a:pPr>
            <a:r>
              <a:rPr lang="es-ES" sz="1100" b="1">
                <a:ea typeface="+mn-lt"/>
                <a:cs typeface="+mn-lt"/>
              </a:rPr>
              <a:t>Explicación técnica: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FROM</a:t>
            </a:r>
            <a:r>
              <a:rPr lang="es-ES" sz="1100">
                <a:ea typeface="+mn-lt"/>
                <a:cs typeface="+mn-lt"/>
              </a:rPr>
              <a:t>: imagen base 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WORKDIR</a:t>
            </a:r>
            <a:r>
              <a:rPr lang="es-ES" sz="1100">
                <a:ea typeface="+mn-lt"/>
                <a:cs typeface="+mn-lt"/>
              </a:rPr>
              <a:t>: contexto interno 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COPY</a:t>
            </a:r>
            <a:r>
              <a:rPr lang="es-ES" sz="1100">
                <a:ea typeface="+mn-lt"/>
                <a:cs typeface="+mn-lt"/>
              </a:rPr>
              <a:t>: copia archivos 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RUN</a:t>
            </a:r>
            <a:r>
              <a:rPr lang="es-ES" sz="1100">
                <a:ea typeface="+mn-lt"/>
                <a:cs typeface="+mn-lt"/>
              </a:rPr>
              <a:t>: ejecuta comandos en build 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EXPOSE</a:t>
            </a:r>
            <a:r>
              <a:rPr lang="es-ES" sz="1100">
                <a:ea typeface="+mn-lt"/>
                <a:cs typeface="+mn-lt"/>
              </a:rPr>
              <a:t>: documenta puerto </a:t>
            </a:r>
            <a:endParaRPr lang="es-ES" sz="1100"/>
          </a:p>
          <a:p>
            <a:pPr>
              <a:buFont typeface="Arial"/>
              <a:buChar char="•"/>
            </a:pPr>
            <a:r>
              <a:rPr lang="es-ES" sz="1100">
                <a:latin typeface="Consolas"/>
              </a:rPr>
              <a:t>CMD</a:t>
            </a:r>
            <a:r>
              <a:rPr lang="es-ES" sz="1100">
                <a:ea typeface="+mn-lt"/>
                <a:cs typeface="+mn-lt"/>
              </a:rPr>
              <a:t>: comando final</a:t>
            </a:r>
            <a:endParaRPr lang="es-ES" sz="1100"/>
          </a:p>
          <a:p>
            <a:pPr marL="0" indent="0">
              <a:buNone/>
            </a:pPr>
            <a:endParaRPr lang="es-ES" sz="1100"/>
          </a:p>
          <a:p>
            <a:pPr>
              <a:buNone/>
            </a:pPr>
            <a:endParaRPr lang="es-ES" sz="1100"/>
          </a:p>
          <a:p>
            <a:pPr marL="0" indent="0">
              <a:buNone/>
            </a:pPr>
            <a:endParaRPr lang="es-ES" sz="1100"/>
          </a:p>
        </p:txBody>
      </p:sp>
    </p:spTree>
    <p:extLst>
      <p:ext uri="{BB962C8B-B14F-4D97-AF65-F5344CB8AC3E}">
        <p14:creationId xmlns:p14="http://schemas.microsoft.com/office/powerpoint/2010/main" val="119555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76AE64-1126-6DD3-AE82-9FEB6C446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s-ES" sz="4000">
                <a:solidFill>
                  <a:srgbClr val="FFFFFF"/>
                </a:solidFill>
                <a:ea typeface="+mj-lt"/>
                <a:cs typeface="+mj-lt"/>
              </a:rPr>
              <a:t>Capas (Layers) y optimización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7D0298-8E2D-62B0-E6C8-EDF2BF8721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Cada instrucción = nueva capa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Docker reutiliza capas si no cambian </a:t>
            </a:r>
            <a:endParaRPr lang="es-ES" sz="2000"/>
          </a:p>
          <a:p>
            <a:pPr indent="0">
              <a:buNone/>
            </a:pPr>
            <a:r>
              <a:rPr lang="es-ES" sz="2000" b="1">
                <a:ea typeface="+mn-lt"/>
                <a:cs typeface="+mn-lt"/>
              </a:rPr>
              <a:t>Mal enfoque:</a:t>
            </a:r>
            <a:endParaRPr lang="es-ES" sz="2000" b="1"/>
          </a:p>
          <a:p>
            <a:pPr>
              <a:buNone/>
            </a:pPr>
            <a:r>
              <a:rPr lang="es-ES" sz="2000">
                <a:latin typeface="Consolas"/>
              </a:rPr>
              <a:t>COPY . .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RUN npm install</a:t>
            </a:r>
            <a:endParaRPr lang="es-ES" sz="2000"/>
          </a:p>
          <a:p>
            <a:pPr>
              <a:buNone/>
            </a:pPr>
            <a:r>
              <a:rPr lang="es-ES" sz="2000">
                <a:ea typeface="+mn-lt"/>
                <a:cs typeface="+mn-lt"/>
              </a:rPr>
              <a:t>   </a:t>
            </a:r>
            <a:r>
              <a:rPr lang="es-ES" sz="2000" b="1">
                <a:ea typeface="+mn-lt"/>
                <a:cs typeface="+mn-lt"/>
              </a:rPr>
              <a:t>Buen enfoque:</a:t>
            </a:r>
            <a:endParaRPr lang="es-ES" sz="2000" b="1"/>
          </a:p>
          <a:p>
            <a:pPr>
              <a:buNone/>
            </a:pPr>
            <a:r>
              <a:rPr lang="es-ES" sz="2000">
                <a:latin typeface="Consolas"/>
              </a:rPr>
              <a:t>COPY package*.json ./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RUN npm install</a:t>
            </a:r>
            <a:br>
              <a:rPr lang="es-ES" sz="2000">
                <a:latin typeface="Consolas"/>
              </a:rPr>
            </a:br>
            <a:r>
              <a:rPr lang="es-ES" sz="2000">
                <a:latin typeface="Consolas"/>
              </a:rPr>
              <a:t>COPY . .</a:t>
            </a:r>
            <a:endParaRPr lang="es-ES" sz="2000"/>
          </a:p>
          <a:p>
            <a:pPr>
              <a:buNone/>
            </a:pPr>
            <a:r>
              <a:rPr lang="es-ES" sz="2000" b="1">
                <a:ea typeface="+mn-lt"/>
                <a:cs typeface="+mn-lt"/>
              </a:rPr>
              <a:t>   Beneficio: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Si cambias código → no reinstala dependencias </a:t>
            </a:r>
            <a:endParaRPr lang="es-ES" sz="2000"/>
          </a:p>
          <a:p>
            <a:pPr>
              <a:buFont typeface="Arial"/>
              <a:buChar char="•"/>
            </a:pPr>
            <a:r>
              <a:rPr lang="es-ES" sz="2000">
                <a:ea typeface="+mn-lt"/>
                <a:cs typeface="+mn-lt"/>
              </a:rPr>
              <a:t>Reduce tiempo de build </a:t>
            </a:r>
            <a:endParaRPr lang="es-ES" sz="2000"/>
          </a:p>
          <a:p>
            <a:pPr marL="0" indent="0">
              <a:buNone/>
            </a:pPr>
            <a:endParaRPr lang="es-ES" sz="2000"/>
          </a:p>
        </p:txBody>
      </p:sp>
    </p:spTree>
    <p:extLst>
      <p:ext uri="{BB962C8B-B14F-4D97-AF65-F5344CB8AC3E}">
        <p14:creationId xmlns:p14="http://schemas.microsoft.com/office/powerpoint/2010/main" val="3349132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4" descr="Organizadores de diferentes colores">
            <a:extLst>
              <a:ext uri="{FF2B5EF4-FFF2-40B4-BE49-F238E27FC236}">
                <a16:creationId xmlns:a16="http://schemas.microsoft.com/office/drawing/2014/main" id="{1DB0CC67-DFA6-5DB5-E85E-DA94BED0E9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5" b="1546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4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3C5A05-CF8D-16EB-119A-BE79A8F0B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>
                <a:ea typeface="+mj-lt"/>
                <a:cs typeface="+mj-lt"/>
              </a:rPr>
              <a:t>Buenas prácticas profesionales</a:t>
            </a:r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5D05E1-5434-78D4-3883-F42D4A478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Usar imágenes livianas (</a:t>
            </a:r>
            <a:r>
              <a:rPr lang="es-ES">
                <a:latin typeface="Consolas"/>
              </a:rPr>
              <a:t>alpine</a:t>
            </a:r>
            <a:r>
              <a:rPr lang="es-ES">
                <a:ea typeface="+mn-lt"/>
                <a:cs typeface="+mn-lt"/>
              </a:rPr>
              <a:t>) 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Minimizar número de capas </a:t>
            </a:r>
            <a:endParaRPr lang="es-ES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Evitar archivos innecesarios (.</a:t>
            </a:r>
            <a:r>
              <a:rPr lang="es-ES" dirty="0" err="1">
                <a:ea typeface="+mn-lt"/>
                <a:cs typeface="+mn-lt"/>
              </a:rPr>
              <a:t>dockerignore</a:t>
            </a:r>
            <a:r>
              <a:rPr lang="es-ES" dirty="0">
                <a:ea typeface="+mn-lt"/>
                <a:cs typeface="+mn-lt"/>
              </a:rPr>
              <a:t>) 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No ejecutar como </a:t>
            </a:r>
            <a:r>
              <a:rPr lang="es-ES" dirty="0" err="1">
                <a:ea typeface="+mn-lt"/>
                <a:cs typeface="+mn-lt"/>
              </a:rPr>
              <a:t>root</a:t>
            </a:r>
            <a:r>
              <a:rPr lang="es-ES" dirty="0">
                <a:ea typeface="+mn-lt"/>
                <a:cs typeface="+mn-lt"/>
              </a:rPr>
              <a:t> 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Versionar dependencias </a:t>
            </a:r>
            <a:endParaRPr lang="es-ES"/>
          </a:p>
          <a:p>
            <a:pPr>
              <a:buFont typeface="Arial"/>
              <a:buChar char="•"/>
            </a:pPr>
            <a:r>
              <a:rPr lang="es-ES" dirty="0">
                <a:ea typeface="+mn-lt"/>
                <a:cs typeface="+mn-lt"/>
              </a:rPr>
              <a:t>Separar </a:t>
            </a:r>
            <a:r>
              <a:rPr lang="es-ES" dirty="0" err="1">
                <a:ea typeface="+mn-lt"/>
                <a:cs typeface="+mn-lt"/>
              </a:rPr>
              <a:t>build</a:t>
            </a:r>
            <a:r>
              <a:rPr lang="es-ES" dirty="0">
                <a:ea typeface="+mn-lt"/>
                <a:cs typeface="+mn-lt"/>
              </a:rPr>
              <a:t> y </a:t>
            </a:r>
            <a:r>
              <a:rPr lang="es-ES" dirty="0" err="1">
                <a:ea typeface="+mn-lt"/>
                <a:cs typeface="+mn-lt"/>
              </a:rPr>
              <a:t>runtime</a:t>
            </a:r>
            <a:endParaRPr lang="es-ES" dirty="0" err="1"/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4052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A90BBF0-3EFC-ABF5-5C58-31BD5352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tx1">
                    <a:lumMod val="85000"/>
                    <a:lumOff val="15000"/>
                  </a:schemeClr>
                </a:solidFill>
                <a:ea typeface="+mj-lt"/>
                <a:cs typeface="+mj-lt"/>
              </a:rPr>
              <a:t>Multi-stage builds (PRO)</a:t>
            </a:r>
            <a:endParaRPr lang="es-E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44D2D6-95C8-1607-244F-205E34EE6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# Stage 1: Build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FROM node:18 AS builder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WORKDIR /app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COPY . .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RUN npm install &amp;&amp; npm run build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# Stage 2: Runtime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FROM nginx:alpine</a:t>
            </a:r>
            <a:b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COPY --from=builder /app/dist /usr/share/nginx/html</a:t>
            </a:r>
          </a:p>
          <a:p>
            <a:pPr>
              <a:buNone/>
            </a:pPr>
            <a:r>
              <a:rPr lang="es-ES" sz="1600" b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Ventajas:</a:t>
            </a:r>
            <a:endParaRPr lang="es-ES" sz="160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Imágenes más livianas </a:t>
            </a: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Separación de responsabilidades </a:t>
            </a:r>
          </a:p>
          <a:p>
            <a:pPr>
              <a:buFont typeface="Arial"/>
              <a:buChar char="•"/>
            </a:pPr>
            <a:r>
              <a:rPr lang="es-ES" sz="16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Mayor seguridad</a:t>
            </a:r>
          </a:p>
          <a:p>
            <a:pPr>
              <a:buNone/>
            </a:pPr>
            <a:endParaRPr lang="es-ES" sz="160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endParaRPr lang="es-E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20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AE826AC-ED17-86E7-2C6E-7C9024A6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Seguridad en Dockerfiles</a:t>
            </a:r>
            <a:endParaRPr lang="es-ES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FA7BEE-A62E-8170-08A3-10E89FBCD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sz="1800" dirty="0">
                <a:ea typeface="+mn-lt"/>
                <a:cs typeface="+mn-lt"/>
              </a:rPr>
              <a:t>No usar </a:t>
            </a:r>
            <a:r>
              <a:rPr lang="es-ES" sz="1800" dirty="0" err="1">
                <a:ea typeface="+mn-lt"/>
                <a:cs typeface="+mn-lt"/>
              </a:rPr>
              <a:t>root</a:t>
            </a:r>
            <a:r>
              <a:rPr lang="es-ES" sz="1800" dirty="0">
                <a:ea typeface="+mn-lt"/>
                <a:cs typeface="+mn-lt"/>
              </a:rPr>
              <a:t>: </a:t>
            </a:r>
          </a:p>
          <a:p>
            <a:pPr marL="0" indent="0">
              <a:buNone/>
            </a:pPr>
            <a:r>
              <a:rPr lang="es-ES" sz="1800" dirty="0">
                <a:latin typeface="Consolas"/>
                <a:ea typeface="+mn-lt"/>
                <a:cs typeface="+mn-lt"/>
              </a:rPr>
              <a:t>RUN </a:t>
            </a:r>
            <a:r>
              <a:rPr lang="es-ES" sz="1800" dirty="0" err="1">
                <a:latin typeface="Consolas"/>
                <a:ea typeface="+mn-lt"/>
                <a:cs typeface="+mn-lt"/>
              </a:rPr>
              <a:t>adduser</a:t>
            </a:r>
            <a:r>
              <a:rPr lang="es-ES" sz="1800" dirty="0">
                <a:latin typeface="Consolas"/>
                <a:ea typeface="+mn-lt"/>
                <a:cs typeface="+mn-lt"/>
              </a:rPr>
              <a:t> -D </a:t>
            </a:r>
            <a:r>
              <a:rPr lang="es-ES" sz="1800" dirty="0" err="1">
                <a:latin typeface="Consolas"/>
                <a:ea typeface="+mn-lt"/>
                <a:cs typeface="+mn-lt"/>
              </a:rPr>
              <a:t>appuser</a:t>
            </a:r>
            <a:br>
              <a:rPr lang="es-ES" sz="1800">
                <a:latin typeface="Consolas"/>
                <a:ea typeface="+mn-lt"/>
                <a:cs typeface="+mn-lt"/>
              </a:rPr>
            </a:br>
            <a:r>
              <a:rPr lang="es-ES" sz="1800" dirty="0">
                <a:latin typeface="Consolas"/>
                <a:ea typeface="+mn-lt"/>
                <a:cs typeface="+mn-lt"/>
              </a:rPr>
              <a:t>USER </a:t>
            </a:r>
            <a:r>
              <a:rPr lang="es-ES" sz="1800" dirty="0" err="1">
                <a:latin typeface="Consolas"/>
                <a:ea typeface="+mn-lt"/>
                <a:cs typeface="+mn-lt"/>
              </a:rPr>
              <a:t>appuser</a:t>
            </a:r>
            <a:endParaRPr lang="es-ES" sz="1800" dirty="0" err="1"/>
          </a:p>
          <a:p>
            <a:r>
              <a:rPr lang="es-ES" sz="1800" dirty="0">
                <a:ea typeface="+mn-lt"/>
                <a:cs typeface="+mn-lt"/>
              </a:rPr>
              <a:t>Evitar credenciales en el </a:t>
            </a:r>
            <a:r>
              <a:rPr lang="es-ES" sz="1800" dirty="0" err="1">
                <a:ea typeface="+mn-lt"/>
                <a:cs typeface="+mn-lt"/>
              </a:rPr>
              <a:t>Dockerfile</a:t>
            </a:r>
            <a:r>
              <a:rPr lang="es-ES" sz="1800" dirty="0">
                <a:ea typeface="+mn-lt"/>
                <a:cs typeface="+mn-lt"/>
              </a:rPr>
              <a:t> </a:t>
            </a:r>
            <a:endParaRPr lang="es-ES" sz="1800" dirty="0"/>
          </a:p>
          <a:p>
            <a:r>
              <a:rPr lang="es-ES" sz="1800">
                <a:ea typeface="+mn-lt"/>
                <a:cs typeface="+mn-lt"/>
              </a:rPr>
              <a:t>Usar variables de entorno 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Escanear imágenes </a:t>
            </a:r>
            <a:endParaRPr lang="es-ES" sz="1800"/>
          </a:p>
          <a:p>
            <a:pPr marL="0" indent="0">
              <a:buNone/>
            </a:pPr>
            <a:r>
              <a:rPr lang="es-ES" sz="1800">
                <a:ea typeface="+mn-lt"/>
                <a:cs typeface="+mn-lt"/>
              </a:rPr>
              <a:t> Riesgos comunes: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Exposición de secretos 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Librerías vulnerables </a:t>
            </a:r>
            <a:endParaRPr lang="es-ES" sz="1800"/>
          </a:p>
          <a:p>
            <a:r>
              <a:rPr lang="es-ES" sz="1800">
                <a:ea typeface="+mn-lt"/>
                <a:cs typeface="+mn-lt"/>
              </a:rPr>
              <a:t>Puertos abiertos innecesarios</a:t>
            </a:r>
            <a:endParaRPr lang="es-ES" sz="1800"/>
          </a:p>
          <a:p>
            <a:endParaRPr lang="es-ES" sz="1800">
              <a:ea typeface="+mn-lt"/>
              <a:cs typeface="+mn-lt"/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397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8E9086D-38DD-8647-9AA0-893B09F0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s-ES" sz="4000">
                <a:ea typeface="+mj-lt"/>
                <a:cs typeface="+mj-lt"/>
              </a:rPr>
              <a:t>.dockerignore (clave en proyectos reales)</a:t>
            </a:r>
            <a:endParaRPr lang="es-ES" sz="400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ED7289-FEE4-F425-EFC2-DD082E7ED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s-ES" sz="2200">
                <a:ea typeface="+mn-lt"/>
                <a:cs typeface="+mn-lt"/>
              </a:rPr>
              <a:t>Ejemplo:</a:t>
            </a:r>
            <a:endParaRPr lang="es-ES" sz="2200"/>
          </a:p>
          <a:p>
            <a:pPr>
              <a:buNone/>
            </a:pPr>
            <a:r>
              <a:rPr lang="es-ES" sz="2200">
                <a:latin typeface="Consolas"/>
                <a:ea typeface="+mn-lt"/>
                <a:cs typeface="+mn-lt"/>
              </a:rPr>
              <a:t>node_modules</a:t>
            </a:r>
            <a:br>
              <a:rPr lang="es-ES" sz="2200">
                <a:latin typeface="Consolas"/>
                <a:ea typeface="+mn-lt"/>
                <a:cs typeface="+mn-lt"/>
              </a:rPr>
            </a:br>
            <a:r>
              <a:rPr lang="es-ES" sz="2200">
                <a:latin typeface="Consolas"/>
                <a:ea typeface="+mn-lt"/>
                <a:cs typeface="+mn-lt"/>
              </a:rPr>
              <a:t>.git</a:t>
            </a:r>
            <a:br>
              <a:rPr lang="es-ES" sz="2200">
                <a:latin typeface="Consolas"/>
                <a:ea typeface="+mn-lt"/>
                <a:cs typeface="+mn-lt"/>
              </a:rPr>
            </a:br>
            <a:r>
              <a:rPr lang="es-ES" sz="2200">
                <a:latin typeface="Consolas"/>
                <a:ea typeface="+mn-lt"/>
                <a:cs typeface="+mn-lt"/>
              </a:rPr>
              <a:t>.env</a:t>
            </a:r>
            <a:br>
              <a:rPr lang="es-ES" sz="2200">
                <a:latin typeface="Consolas"/>
                <a:ea typeface="+mn-lt"/>
                <a:cs typeface="+mn-lt"/>
              </a:rPr>
            </a:br>
            <a:r>
              <a:rPr lang="es-ES" sz="2200">
                <a:latin typeface="Consolas"/>
                <a:ea typeface="+mn-lt"/>
                <a:cs typeface="+mn-lt"/>
              </a:rPr>
              <a:t>dist</a:t>
            </a:r>
            <a:endParaRPr lang="es-ES" sz="2200"/>
          </a:p>
          <a:p>
            <a:pPr>
              <a:buNone/>
            </a:pPr>
            <a:r>
              <a:rPr lang="es-ES" sz="2200">
                <a:ea typeface="+mn-lt"/>
                <a:cs typeface="+mn-lt"/>
              </a:rPr>
              <a:t>Beneficios: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Reduce tamaño del build context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Mejora velocidad </a:t>
            </a:r>
            <a:endParaRPr lang="es-ES" sz="2200"/>
          </a:p>
          <a:p>
            <a:pPr>
              <a:buFont typeface="Arial"/>
              <a:buChar char="•"/>
            </a:pPr>
            <a:r>
              <a:rPr lang="es-ES" sz="2200">
                <a:ea typeface="+mn-lt"/>
                <a:cs typeface="+mn-lt"/>
              </a:rPr>
              <a:t>Evita fugas de información</a:t>
            </a:r>
            <a:endParaRPr lang="es-ES" sz="2200"/>
          </a:p>
          <a:p>
            <a:pPr marL="0" indent="0">
              <a:buNone/>
            </a:pPr>
            <a:endParaRPr lang="es-E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9424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FC53D5-3BB5-C209-5556-12A3FAA2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>
                <a:ea typeface="+mj-lt"/>
                <a:cs typeface="+mj-lt"/>
              </a:rPr>
              <a:t>Dockerfile para Backend (Spring Boot)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D6963B-D336-8A85-36F3-FFCBC70147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latin typeface="Consolas"/>
              </a:rPr>
              <a:t>FROM openjdk:17-jdk-slim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WORKDIR /app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COPY target/app.jar app.jar</a:t>
            </a:r>
            <a:br>
              <a:rPr lang="es-ES" sz="2400">
                <a:latin typeface="Consolas"/>
              </a:rPr>
            </a:br>
            <a:r>
              <a:rPr lang="es-ES" sz="2400">
                <a:latin typeface="Consolas"/>
              </a:rPr>
              <a:t>ENTRYPOINT ["java","-jar","app.jar"]</a:t>
            </a:r>
            <a:endParaRPr lang="es-ES" sz="2400"/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Mejora PRO: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Usar </a:t>
            </a:r>
            <a:r>
              <a:rPr lang="es-ES" sz="2400">
                <a:latin typeface="Consolas"/>
              </a:rPr>
              <a:t>jlink</a:t>
            </a:r>
            <a:r>
              <a:rPr lang="es-ES" sz="2400">
                <a:ea typeface="+mn-lt"/>
                <a:cs typeface="+mn-lt"/>
              </a:rPr>
              <a:t> o imágenes más livianas </a:t>
            </a:r>
            <a:endParaRPr lang="es-ES" sz="2400"/>
          </a:p>
          <a:p>
            <a:pPr>
              <a:buFont typeface="Arial"/>
              <a:buChar char="•"/>
            </a:pPr>
            <a:r>
              <a:rPr lang="es-ES" sz="2400">
                <a:ea typeface="+mn-lt"/>
                <a:cs typeface="+mn-lt"/>
              </a:rPr>
              <a:t>Externalizar configuración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844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F76DC0-18F5-725D-B568-512A8482D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ES" sz="4600" b="1"/>
              <a:t>Dockerfile para Frontend (Angular)</a:t>
            </a:r>
            <a:endParaRPr lang="es-ES" sz="46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612BF6-0710-ADF5-5D2A-9E0E4E5F2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# Build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FROM node:18 AS build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WORKDIR /app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COPY . .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RUN npm install &amp;&amp; npm run build</a:t>
            </a:r>
            <a:br>
              <a:rPr lang="es-ES" sz="2400">
                <a:ea typeface="+mn-lt"/>
                <a:cs typeface="+mn-lt"/>
              </a:rPr>
            </a:b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# Serve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FROM nginx:alpine</a:t>
            </a:r>
            <a:br>
              <a:rPr lang="es-ES" sz="2400">
                <a:ea typeface="+mn-lt"/>
                <a:cs typeface="+mn-lt"/>
              </a:rPr>
            </a:br>
            <a:r>
              <a:rPr lang="es-ES" sz="2400">
                <a:ea typeface="+mn-lt"/>
                <a:cs typeface="+mn-lt"/>
              </a:rPr>
              <a:t>COPY --from=build /app/dist/app /usr/share/nginx/html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415154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97596B-D2B2-7763-98C9-E2B94396F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ES" sz="5400">
                <a:ea typeface="+mj-lt"/>
                <a:cs typeface="+mj-lt"/>
              </a:rPr>
              <a:t>Integración con CI/CD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793B84-E3A8-42FA-E26F-9E574E598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1700">
                <a:ea typeface="+mn-lt"/>
                <a:cs typeface="+mn-lt"/>
              </a:rPr>
              <a:t>Un Dockerfile profesional debe: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Ser reproducible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Ser rápido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Ser seguro </a:t>
            </a:r>
          </a:p>
          <a:p>
            <a:pPr marL="0" indent="0">
              <a:buNone/>
            </a:pPr>
            <a:r>
              <a:rPr lang="es-ES" sz="1700">
                <a:ea typeface="+mn-lt"/>
                <a:cs typeface="+mn-lt"/>
              </a:rPr>
              <a:t>Pipeline típico: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Build imagen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Test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Push a registry </a:t>
            </a:r>
            <a:endParaRPr lang="es-ES" sz="1700"/>
          </a:p>
          <a:p>
            <a:pPr>
              <a:buFont typeface="Arial"/>
              <a:buChar char="•"/>
            </a:pPr>
            <a:r>
              <a:rPr lang="es-ES" sz="1700">
                <a:ea typeface="+mn-lt"/>
                <a:cs typeface="+mn-lt"/>
              </a:rPr>
              <a:t>Deploy</a:t>
            </a:r>
            <a:endParaRPr lang="es-ES" sz="1700"/>
          </a:p>
          <a:p>
            <a:pPr marL="0" indent="0">
              <a:buNone/>
            </a:pPr>
            <a:endParaRPr lang="es-ES" sz="1700"/>
          </a:p>
        </p:txBody>
      </p:sp>
    </p:spTree>
    <p:extLst>
      <p:ext uri="{BB962C8B-B14F-4D97-AF65-F5344CB8AC3E}">
        <p14:creationId xmlns:p14="http://schemas.microsoft.com/office/powerpoint/2010/main" val="3978131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CB10A9-682B-5D32-3287-E935C7A81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ES" sz="5000">
                <a:ea typeface="+mj-lt"/>
                <a:cs typeface="+mj-lt"/>
              </a:rPr>
              <a:t>Errores comunes (muy importante)</a:t>
            </a:r>
            <a:endParaRPr lang="es-ES" sz="50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DBA64A-4FBE-C734-A76D-EA5A4C05F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s-ES" sz="2400">
                <a:ea typeface="+mn-lt"/>
                <a:cs typeface="+mn-lt"/>
              </a:rPr>
              <a:t>Imágenes gigantes</a:t>
            </a: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Usar latest</a:t>
            </a: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Copiar todo el proyecto sin filtro</a:t>
            </a: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No usar multi-stage</a:t>
            </a: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Exponer secretos</a:t>
            </a:r>
            <a:endParaRPr lang="es-ES" sz="2400"/>
          </a:p>
          <a:p>
            <a:pPr>
              <a:buNone/>
            </a:pPr>
            <a:endParaRPr lang="es-ES" sz="2400">
              <a:ea typeface="+mn-lt"/>
              <a:cs typeface="+mn-lt"/>
            </a:endParaRPr>
          </a:p>
          <a:p>
            <a:pPr>
              <a:buNone/>
            </a:pPr>
            <a:r>
              <a:rPr lang="es-ES" sz="2400">
                <a:ea typeface="+mn-lt"/>
                <a:cs typeface="+mn-lt"/>
              </a:rPr>
              <a:t>Solución → diseño consciente del Dockerfile</a:t>
            </a:r>
            <a:endParaRPr lang="es-ES" sz="2400"/>
          </a:p>
          <a:p>
            <a:pPr marL="0" indent="0">
              <a:buNone/>
            </a:pPr>
            <a:endParaRPr lang="es-ES" sz="2400"/>
          </a:p>
        </p:txBody>
      </p:sp>
    </p:spTree>
    <p:extLst>
      <p:ext uri="{BB962C8B-B14F-4D97-AF65-F5344CB8AC3E}">
        <p14:creationId xmlns:p14="http://schemas.microsoft.com/office/powerpoint/2010/main" val="3189530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F7ABCA-A68A-47DD-B732-76FF34C6F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E59887-06B3-EC8B-9997-68C1F7AB5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5" y="3505199"/>
            <a:ext cx="4809068" cy="2608143"/>
          </a:xfrm>
        </p:spPr>
        <p:txBody>
          <a:bodyPr anchor="t">
            <a:normAutofit/>
          </a:bodyPr>
          <a:lstStyle/>
          <a:p>
            <a:pPr algn="ctr"/>
            <a:r>
              <a:rPr lang="es-ES" sz="4000">
                <a:ea typeface="+mj-lt"/>
                <a:cs typeface="+mj-lt"/>
              </a:rPr>
              <a:t>Actividad práctica</a:t>
            </a:r>
            <a:endParaRPr lang="es-ES" sz="4000"/>
          </a:p>
        </p:txBody>
      </p:sp>
      <p:pic>
        <p:nvPicPr>
          <p:cNvPr id="7" name="Graphic 6" descr="Aula de clases">
            <a:extLst>
              <a:ext uri="{FF2B5EF4-FFF2-40B4-BE49-F238E27FC236}">
                <a16:creationId xmlns:a16="http://schemas.microsoft.com/office/drawing/2014/main" id="{E8D7B476-5309-7E85-403B-7AA62BFD20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0799" y="2519363"/>
            <a:ext cx="914400" cy="9144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1C4F21-AAB6-514D-9917-C3F63F5F6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7100" y="643467"/>
            <a:ext cx="5668433" cy="540173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es-ES">
                <a:ea typeface="+mn-lt"/>
                <a:cs typeface="+mn-lt"/>
              </a:rPr>
              <a:t>Los estudiantes deben:</a:t>
            </a:r>
            <a:endParaRPr lang="es-ES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Crear Dockerfile para: </a:t>
            </a:r>
            <a:endParaRPr lang="es-ES"/>
          </a:p>
          <a:p>
            <a:pPr marL="971550" lvl="1" indent="-285750">
              <a:buFont typeface="Arial"/>
              <a:buChar char="•"/>
            </a:pPr>
            <a:r>
              <a:rPr lang="es-ES" sz="2800">
                <a:ea typeface="+mn-lt"/>
                <a:cs typeface="+mn-lt"/>
              </a:rPr>
              <a:t>Backend (Spring Boot o Node) </a:t>
            </a:r>
            <a:endParaRPr lang="es-ES" sz="2800"/>
          </a:p>
          <a:p>
            <a:pPr marL="971550" lvl="1" indent="-285750">
              <a:buFont typeface="Arial"/>
              <a:buChar char="•"/>
            </a:pPr>
            <a:r>
              <a:rPr lang="es-ES" sz="2800">
                <a:ea typeface="+mn-lt"/>
                <a:cs typeface="+mn-lt"/>
              </a:rPr>
              <a:t>Frontend (Angular) </a:t>
            </a:r>
            <a:endParaRPr lang="es-ES" sz="2800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Aplicar: </a:t>
            </a:r>
            <a:endParaRPr lang="es-ES"/>
          </a:p>
          <a:p>
            <a:pPr marL="971550" lvl="1" indent="-285750">
              <a:buFont typeface="Arial"/>
              <a:buChar char="•"/>
            </a:pPr>
            <a:r>
              <a:rPr lang="es-ES" sz="2800">
                <a:ea typeface="+mn-lt"/>
                <a:cs typeface="+mn-lt"/>
              </a:rPr>
              <a:t>Multi-stage build </a:t>
            </a:r>
            <a:endParaRPr lang="es-ES" sz="2800"/>
          </a:p>
          <a:p>
            <a:pPr marL="971550" lvl="1" indent="-285750">
              <a:buFont typeface="Arial"/>
              <a:buChar char="•"/>
            </a:pPr>
            <a:r>
              <a:rPr lang="es-ES" sz="2800">
                <a:ea typeface="+mn-lt"/>
                <a:cs typeface="+mn-lt"/>
              </a:rPr>
              <a:t>Optimización de capas </a:t>
            </a:r>
            <a:endParaRPr lang="es-ES" sz="2800"/>
          </a:p>
          <a:p>
            <a:pPr marL="971550" lvl="1" indent="-285750">
              <a:buFont typeface="Arial"/>
              <a:buChar char="•"/>
            </a:pPr>
            <a:r>
              <a:rPr lang="es-ES" sz="2800">
                <a:ea typeface="+mn-lt"/>
                <a:cs typeface="+mn-lt"/>
              </a:rPr>
              <a:t>.dockerignore </a:t>
            </a:r>
            <a:endParaRPr lang="es-ES" sz="2800"/>
          </a:p>
          <a:p>
            <a:pPr>
              <a:buFont typeface="Arial"/>
              <a:buChar char="•"/>
            </a:pPr>
            <a:r>
              <a:rPr lang="es-ES">
                <a:ea typeface="+mn-lt"/>
                <a:cs typeface="+mn-lt"/>
              </a:rPr>
              <a:t>Ejecutar: </a:t>
            </a:r>
            <a:endParaRPr lang="es-ES"/>
          </a:p>
          <a:p>
            <a:pPr indent="0">
              <a:buNone/>
            </a:pPr>
            <a:r>
              <a:rPr lang="es-ES">
                <a:latin typeface="Consolas"/>
              </a:rPr>
              <a:t>docker build -t app .</a:t>
            </a:r>
            <a:br>
              <a:rPr lang="es-ES">
                <a:latin typeface="Consolas"/>
              </a:rPr>
            </a:br>
            <a:r>
              <a:rPr lang="es-ES">
                <a:latin typeface="Consolas"/>
              </a:rPr>
              <a:t>docker run -p 8080:8080 app</a:t>
            </a:r>
            <a:endParaRPr lang="es-ES"/>
          </a:p>
          <a:p>
            <a:pPr marL="0" indent="0">
              <a:buNone/>
            </a:pP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7706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12192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FF099E1-A129-0AB9-1B2E-0EC7A23DA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6" y="548640"/>
            <a:ext cx="9543405" cy="1188720"/>
          </a:xfrm>
        </p:spPr>
        <p:txBody>
          <a:bodyPr>
            <a:normAutofit/>
          </a:bodyPr>
          <a:lstStyle/>
          <a:p>
            <a:r>
              <a:rPr lang="es-ES">
                <a:solidFill>
                  <a:schemeClr val="tx1">
                    <a:lumMod val="85000"/>
                    <a:lumOff val="15000"/>
                  </a:schemeClr>
                </a:solidFill>
              </a:rPr>
              <a:t>Mensaje de la Clase 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B1A6B-ABED-9586-009A-FB91E989A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7987" y="2431765"/>
            <a:ext cx="8276026" cy="33200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s-ES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“Un sistema no se vuelve real cuando funciona…</a:t>
            </a:r>
            <a:br>
              <a:rPr lang="es-ES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</a:br>
            <a:r>
              <a:rPr lang="es-ES" sz="200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se vuelve real cuando puede vivir por sí solo en cualquier entorno.”</a:t>
            </a:r>
            <a:endParaRPr lang="es-ES" sz="20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24586" y="5970896"/>
            <a:ext cx="9967416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937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6" baseType="lpstr">
      <vt:lpstr>Tema de Office</vt:lpstr>
      <vt:lpstr>Ingeniería de Software</vt:lpstr>
      <vt:lpstr>Objetivo de la clase</vt:lpstr>
      <vt:lpstr>¿Qué es realmente un Dockerfile?</vt:lpstr>
      <vt:lpstr>Estructura completa de un Dockerfile</vt:lpstr>
      <vt:lpstr>Capas (Layers) y optimización</vt:lpstr>
      <vt:lpstr>Buenas prácticas profesionales</vt:lpstr>
      <vt:lpstr>Multi-stage builds (PRO)</vt:lpstr>
      <vt:lpstr>Seguridad en Dockerfiles</vt:lpstr>
      <vt:lpstr>.dockerignore (clave en proyectos reales)</vt:lpstr>
      <vt:lpstr>Dockerfile para Backend (Spring Boot)</vt:lpstr>
      <vt:lpstr>Dockerfile para Frontend (Angular)</vt:lpstr>
      <vt:lpstr>Integración con CI/CD</vt:lpstr>
      <vt:lpstr>Errores comunes (muy importante)</vt:lpstr>
      <vt:lpstr>Actividad práctica</vt:lpstr>
      <vt:lpstr>Mensaje de la Clase 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93</cp:revision>
  <dcterms:created xsi:type="dcterms:W3CDTF">2026-04-04T14:44:34Z</dcterms:created>
  <dcterms:modified xsi:type="dcterms:W3CDTF">2026-04-04T21:58:07Z</dcterms:modified>
</cp:coreProperties>
</file>