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784CE-AA8B-2539-A2F7-C351A0C66CC0}" v="227" dt="2026-04-04T22:25:43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556784CE-AA8B-2539-A2F7-C351A0C66CC0}"/>
    <pc:docChg chg="addSld modSld">
      <pc:chgData name="LUIFERNEY ORTIZ PARRA" userId="S::luiferneyortiz@ucundinamarca.edu.co::311f1f2d-e9a2-4bc8-96ab-a2f2d284c8a5" providerId="AD" clId="Web-{556784CE-AA8B-2539-A2F7-C351A0C66CC0}" dt="2026-04-04T22:25:39.200" v="264"/>
      <pc:docMkLst>
        <pc:docMk/>
      </pc:docMkLst>
      <pc:sldChg chg="addSp modSp mod setBg">
        <pc:chgData name="LUIFERNEY ORTIZ PARRA" userId="S::luiferneyortiz@ucundinamarca.edu.co::311f1f2d-e9a2-4bc8-96ab-a2f2d284c8a5" providerId="AD" clId="Web-{556784CE-AA8B-2539-A2F7-C351A0C66CC0}" dt="2026-04-04T22:19:50.598" v="237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556784CE-AA8B-2539-A2F7-C351A0C66CC0}" dt="2026-04-04T22:19:50.598" v="23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19:50.598" v="23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0.598" v="237"/>
          <ac:spMkLst>
            <pc:docMk/>
            <pc:sldMk cId="2406273178" sldId="256"/>
            <ac:spMk id="9" creationId="{3C54F4CE-85F0-46ED-80DA-9518C9251AD1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0.598" v="237"/>
          <ac:spMkLst>
            <pc:docMk/>
            <pc:sldMk cId="2406273178" sldId="256"/>
            <ac:spMk id="11" creationId="{DADD1FCA-8ACB-4958-81DD-4CDD6D3E1921}"/>
          </ac:spMkLst>
        </pc:spChg>
        <pc:picChg chg="add mod">
          <ac:chgData name="LUIFERNEY ORTIZ PARRA" userId="S::luiferneyortiz@ucundinamarca.edu.co::311f1f2d-e9a2-4bc8-96ab-a2f2d284c8a5" providerId="AD" clId="Web-{556784CE-AA8B-2539-A2F7-C351A0C66CC0}" dt="2026-04-04T22:19:50.598" v="237"/>
          <ac:picMkLst>
            <pc:docMk/>
            <pc:sldMk cId="2406273178" sldId="256"/>
            <ac:picMk id="4" creationId="{E4CE0B70-E6C4-9EB9-AA96-8C3F855F1D32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556784CE-AA8B-2539-A2F7-C351A0C66CC0}" dt="2026-04-04T22:19:55.645" v="238"/>
        <pc:sldMkLst>
          <pc:docMk/>
          <pc:sldMk cId="1128977160" sldId="257"/>
        </pc:sldMkLst>
        <pc:spChg chg="mo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2" creationId="{235FD11C-747C-D109-9E26-FAE5955A2984}"/>
          </ac:spMkLst>
        </pc:spChg>
        <pc:spChg chg="del mo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3" creationId="{30D44053-A5CB-FD15-E4A7-4AD5E75CAA89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9" creationId="{7517A47C-B2E5-4B79-8061-D74B1311AF6E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11" creationId="{C505E780-2083-4CB5-A42A-5E0E2908ECC3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13" creationId="{D2C0AE1C-0118-41AE-8A10-7CDCBF10E96F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19:55.645" v="238"/>
          <ac:spMkLst>
            <pc:docMk/>
            <pc:sldMk cId="1128977160" sldId="257"/>
            <ac:spMk id="15" creationId="{463EEC44-1BA3-44ED-81FC-A644B04B2A44}"/>
          </ac:spMkLst>
        </pc:spChg>
        <pc:graphicFrameChg chg="add">
          <ac:chgData name="LUIFERNEY ORTIZ PARRA" userId="S::luiferneyortiz@ucundinamarca.edu.co::311f1f2d-e9a2-4bc8-96ab-a2f2d284c8a5" providerId="AD" clId="Web-{556784CE-AA8B-2539-A2F7-C351A0C66CC0}" dt="2026-04-04T22:19:55.645" v="238"/>
          <ac:graphicFrameMkLst>
            <pc:docMk/>
            <pc:sldMk cId="1128977160" sldId="257"/>
            <ac:graphicFrameMk id="5" creationId="{9D5863A1-D148-2130-AB95-2EBA3206AF5A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0:11.910" v="240"/>
        <pc:sldMkLst>
          <pc:docMk/>
          <pc:sldMk cId="2045379681" sldId="258"/>
        </pc:sldMkLst>
        <pc:spChg chg="mod">
          <ac:chgData name="LUIFERNEY ORTIZ PARRA" userId="S::luiferneyortiz@ucundinamarca.edu.co::311f1f2d-e9a2-4bc8-96ab-a2f2d284c8a5" providerId="AD" clId="Web-{556784CE-AA8B-2539-A2F7-C351A0C66CC0}" dt="2026-04-04T22:20:00.832" v="239"/>
          <ac:spMkLst>
            <pc:docMk/>
            <pc:sldMk cId="2045379681" sldId="258"/>
            <ac:spMk id="2" creationId="{6B16E9A4-C20A-137E-99C2-8F166E588850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0:11.910" v="240"/>
          <ac:spMkLst>
            <pc:docMk/>
            <pc:sldMk cId="2045379681" sldId="258"/>
            <ac:spMk id="3" creationId="{5D13A1E8-D34F-4247-B60D-CA0AB4EBA505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0:00.832" v="239"/>
          <ac:spMkLst>
            <pc:docMk/>
            <pc:sldMk cId="2045379681" sldId="258"/>
            <ac:spMk id="8" creationId="{C9A36457-A5F4-4103-A443-02581C09185B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0:00.832" v="239"/>
          <ac:spMkLst>
            <pc:docMk/>
            <pc:sldMk cId="2045379681" sldId="258"/>
            <ac:spMk id="10" creationId="{DC5FB7E8-B636-40FA-BE8D-48145C0F5C57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0:00.832" v="239"/>
          <ac:spMkLst>
            <pc:docMk/>
            <pc:sldMk cId="2045379681" sldId="258"/>
            <ac:spMk id="12" creationId="{142DCE2C-2863-46FA-9BE7-24365A24D9BA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556784CE-AA8B-2539-A2F7-C351A0C66CC0}" dt="2026-04-04T22:25:39.200" v="264"/>
        <pc:sldMkLst>
          <pc:docMk/>
          <pc:sldMk cId="3794173960" sldId="259"/>
        </pc:sldMkLst>
        <pc:spChg chg="mod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2" creationId="{A859F2B2-4460-41B3-EE69-691B983BF9A3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3" creationId="{23F8E848-7C56-CB25-0134-E0CA314678FB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0:21.645" v="242"/>
          <ac:spMkLst>
            <pc:docMk/>
            <pc:sldMk cId="3794173960" sldId="259"/>
            <ac:spMk id="8" creationId="{CB299CAB-C506-454B-90FC-4065728297D3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0:21.645" v="242"/>
          <ac:spMkLst>
            <pc:docMk/>
            <pc:sldMk cId="3794173960" sldId="259"/>
            <ac:spMk id="10" creationId="{C8D99311-F254-40F1-8AB5-EE3E7B9B6872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0:21.645" v="242"/>
          <ac:spMkLst>
            <pc:docMk/>
            <pc:sldMk cId="3794173960" sldId="259"/>
            <ac:spMk id="12" creationId="{7D89E3CB-00ED-4691-9F0F-F23EA3564705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14" creationId="{6128F3BD-7564-4310-B528-888E64F87576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15" creationId="{82AA3C4E-019E-440F-87AB-67EFA9BE6C81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20" creationId="{70DFC902-7D23-471A-B557-B6B6917D7A0D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22" creationId="{A55D5633-D557-4DCA-982C-FF36EB7A1C00}"/>
          </ac:spMkLst>
        </pc:spChg>
        <pc:spChg chg="add del">
          <ac:chgData name="LUIFERNEY ORTIZ PARRA" userId="S::luiferneyortiz@ucundinamarca.edu.co::311f1f2d-e9a2-4bc8-96ab-a2f2d284c8a5" providerId="AD" clId="Web-{556784CE-AA8B-2539-A2F7-C351A0C66CC0}" dt="2026-04-04T22:25:39.200" v="264"/>
          <ac:spMkLst>
            <pc:docMk/>
            <pc:sldMk cId="3794173960" sldId="259"/>
            <ac:spMk id="24" creationId="{450D3AD2-FA80-415F-A9CE-54D884561CD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0:50.895" v="249"/>
        <pc:sldMkLst>
          <pc:docMk/>
          <pc:sldMk cId="3914162583" sldId="260"/>
        </pc:sldMkLst>
        <pc:spChg chg="mod">
          <ac:chgData name="LUIFERNEY ORTIZ PARRA" userId="S::luiferneyortiz@ucundinamarca.edu.co::311f1f2d-e9a2-4bc8-96ab-a2f2d284c8a5" providerId="AD" clId="Web-{556784CE-AA8B-2539-A2F7-C351A0C66CC0}" dt="2026-04-04T22:20:27.473" v="244"/>
          <ac:spMkLst>
            <pc:docMk/>
            <pc:sldMk cId="3914162583" sldId="260"/>
            <ac:spMk id="2" creationId="{C9B66601-32AC-FFB9-6951-A79F4810E959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0:50.895" v="249"/>
          <ac:spMkLst>
            <pc:docMk/>
            <pc:sldMk cId="3914162583" sldId="260"/>
            <ac:spMk id="3" creationId="{46294108-44A8-A34C-B6FB-E2103730F232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0:27.473" v="244"/>
          <ac:spMkLst>
            <pc:docMk/>
            <pc:sldMk cId="3914162583" sldId="260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0:27.473" v="244"/>
          <ac:spMkLst>
            <pc:docMk/>
            <pc:sldMk cId="3914162583" sldId="260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0:27.473" v="244"/>
          <ac:picMkLst>
            <pc:docMk/>
            <pc:sldMk cId="3914162583" sldId="260"/>
            <ac:picMk id="5" creationId="{24751793-E574-FD43-45E1-61026956900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1:18.552" v="250"/>
        <pc:sldMkLst>
          <pc:docMk/>
          <pc:sldMk cId="3386448921" sldId="261"/>
        </pc:sldMkLst>
        <pc:spChg chg="mod">
          <ac:chgData name="LUIFERNEY ORTIZ PARRA" userId="S::luiferneyortiz@ucundinamarca.edu.co::311f1f2d-e9a2-4bc8-96ab-a2f2d284c8a5" providerId="AD" clId="Web-{556784CE-AA8B-2539-A2F7-C351A0C66CC0}" dt="2026-04-04T22:21:18.552" v="250"/>
          <ac:spMkLst>
            <pc:docMk/>
            <pc:sldMk cId="3386448921" sldId="261"/>
            <ac:spMk id="2" creationId="{27379DCB-9EE1-FD83-BCF2-056A5ACE0FD1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1:18.552" v="250"/>
          <ac:spMkLst>
            <pc:docMk/>
            <pc:sldMk cId="3386448921" sldId="261"/>
            <ac:spMk id="3" creationId="{A7BBFDC4-BB40-393D-2FF8-92DE999F929F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18.552" v="250"/>
          <ac:spMkLst>
            <pc:docMk/>
            <pc:sldMk cId="3386448921" sldId="261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18.552" v="250"/>
          <ac:spMkLst>
            <pc:docMk/>
            <pc:sldMk cId="3386448921" sldId="261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1:18.552" v="250"/>
          <ac:picMkLst>
            <pc:docMk/>
            <pc:sldMk cId="3386448921" sldId="261"/>
            <ac:picMk id="5" creationId="{2B7F8D64-1773-B417-5321-62910D7A31B4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1:25.943" v="251"/>
        <pc:sldMkLst>
          <pc:docMk/>
          <pc:sldMk cId="2509550570" sldId="262"/>
        </pc:sldMkLst>
        <pc:spChg chg="mod">
          <ac:chgData name="LUIFERNEY ORTIZ PARRA" userId="S::luiferneyortiz@ucundinamarca.edu.co::311f1f2d-e9a2-4bc8-96ab-a2f2d284c8a5" providerId="AD" clId="Web-{556784CE-AA8B-2539-A2F7-C351A0C66CC0}" dt="2026-04-04T22:21:25.943" v="251"/>
          <ac:spMkLst>
            <pc:docMk/>
            <pc:sldMk cId="2509550570" sldId="262"/>
            <ac:spMk id="2" creationId="{9B38B670-B9E9-2FEF-46E0-0DF22160653C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1:25.943" v="251"/>
          <ac:spMkLst>
            <pc:docMk/>
            <pc:sldMk cId="2509550570" sldId="262"/>
            <ac:spMk id="3" creationId="{B023E489-08F5-9547-36AC-5B07909537BD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25.943" v="251"/>
          <ac:spMkLst>
            <pc:docMk/>
            <pc:sldMk cId="2509550570" sldId="262"/>
            <ac:spMk id="9" creationId="{F2148B94-829B-4D06-81FB-D8797E1EC88D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25.943" v="251"/>
          <ac:spMkLst>
            <pc:docMk/>
            <pc:sldMk cId="2509550570" sldId="262"/>
            <ac:spMk id="11" creationId="{CD84038B-4A56-439B-A184-79B2D4506692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25.943" v="251"/>
          <ac:spMkLst>
            <pc:docMk/>
            <pc:sldMk cId="2509550570" sldId="262"/>
            <ac:spMk id="13" creationId="{4F96EE13-2C4D-4262-812E-DDE5FC35F0AD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1:25.943" v="251"/>
          <ac:picMkLst>
            <pc:docMk/>
            <pc:sldMk cId="2509550570" sldId="262"/>
            <ac:picMk id="5" creationId="{0E4A9B32-2DDC-AB4C-D485-8865838A5163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1:34.927" v="252"/>
        <pc:sldMkLst>
          <pc:docMk/>
          <pc:sldMk cId="2501636903" sldId="263"/>
        </pc:sldMkLst>
        <pc:spChg chg="mod">
          <ac:chgData name="LUIFERNEY ORTIZ PARRA" userId="S::luiferneyortiz@ucundinamarca.edu.co::311f1f2d-e9a2-4bc8-96ab-a2f2d284c8a5" providerId="AD" clId="Web-{556784CE-AA8B-2539-A2F7-C351A0C66CC0}" dt="2026-04-04T22:21:34.927" v="252"/>
          <ac:spMkLst>
            <pc:docMk/>
            <pc:sldMk cId="2501636903" sldId="263"/>
            <ac:spMk id="2" creationId="{96A365AC-0465-A6EB-165A-904CE1905C7A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1:34.927" v="252"/>
          <ac:spMkLst>
            <pc:docMk/>
            <pc:sldMk cId="2501636903" sldId="263"/>
            <ac:spMk id="3" creationId="{B4C46965-DBBB-7047-D759-FDD71EA37577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34.927" v="252"/>
          <ac:spMkLst>
            <pc:docMk/>
            <pc:sldMk cId="2501636903" sldId="263"/>
            <ac:spMk id="8" creationId="{C9A36457-A5F4-4103-A443-02581C09185B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34.927" v="252"/>
          <ac:spMkLst>
            <pc:docMk/>
            <pc:sldMk cId="2501636903" sldId="263"/>
            <ac:spMk id="10" creationId="{DC5FB7E8-B636-40FA-BE8D-48145C0F5C57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34.927" v="252"/>
          <ac:spMkLst>
            <pc:docMk/>
            <pc:sldMk cId="2501636903" sldId="263"/>
            <ac:spMk id="12" creationId="{142DCE2C-2863-46FA-9BE7-24365A24D9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1:51.100" v="254"/>
        <pc:sldMkLst>
          <pc:docMk/>
          <pc:sldMk cId="2423715613" sldId="264"/>
        </pc:sldMkLst>
        <pc:spChg chg="mo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2" creationId="{53C61019-6648-507A-73AE-1AE0703958F8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1:51.100" v="254"/>
          <ac:spMkLst>
            <pc:docMk/>
            <pc:sldMk cId="2423715613" sldId="264"/>
            <ac:spMk id="3" creationId="{CCEDFC14-8C76-D93C-945B-1D39FEFE6CD3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1:45.648" v="253"/>
          <ac:spMkLst>
            <pc:docMk/>
            <pc:sldMk cId="2423715613" sldId="264"/>
            <ac:spMk id="16" creationId="{53E5B1A8-3AC9-4BD1-9BBC-78CA94F2D1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2:02.131" v="255"/>
        <pc:sldMkLst>
          <pc:docMk/>
          <pc:sldMk cId="1939691977" sldId="265"/>
        </pc:sldMkLst>
        <pc:spChg chg="mod">
          <ac:chgData name="LUIFERNEY ORTIZ PARRA" userId="S::luiferneyortiz@ucundinamarca.edu.co::311f1f2d-e9a2-4bc8-96ab-a2f2d284c8a5" providerId="AD" clId="Web-{556784CE-AA8B-2539-A2F7-C351A0C66CC0}" dt="2026-04-04T22:22:02.131" v="255"/>
          <ac:spMkLst>
            <pc:docMk/>
            <pc:sldMk cId="1939691977" sldId="265"/>
            <ac:spMk id="2" creationId="{133659A2-FB61-E2B2-86D4-B1AE4013AD6D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2:02.131" v="255"/>
          <ac:spMkLst>
            <pc:docMk/>
            <pc:sldMk cId="1939691977" sldId="265"/>
            <ac:spMk id="3" creationId="{170ED3A0-11BD-A7DB-5F39-AFAE25057BF2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02.131" v="255"/>
          <ac:spMkLst>
            <pc:docMk/>
            <pc:sldMk cId="1939691977" sldId="265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02.131" v="255"/>
          <ac:spMkLst>
            <pc:docMk/>
            <pc:sldMk cId="1939691977" sldId="265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2:02.131" v="255"/>
          <ac:picMkLst>
            <pc:docMk/>
            <pc:sldMk cId="1939691977" sldId="265"/>
            <ac:picMk id="5" creationId="{A018A98C-A73A-D561-4816-FF06E1649A83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2:08.319" v="256"/>
        <pc:sldMkLst>
          <pc:docMk/>
          <pc:sldMk cId="2435589398" sldId="266"/>
        </pc:sldMkLst>
        <pc:spChg chg="mod">
          <ac:chgData name="LUIFERNEY ORTIZ PARRA" userId="S::luiferneyortiz@ucundinamarca.edu.co::311f1f2d-e9a2-4bc8-96ab-a2f2d284c8a5" providerId="AD" clId="Web-{556784CE-AA8B-2539-A2F7-C351A0C66CC0}" dt="2026-04-04T22:22:08.319" v="256"/>
          <ac:spMkLst>
            <pc:docMk/>
            <pc:sldMk cId="2435589398" sldId="266"/>
            <ac:spMk id="2" creationId="{F3606651-2E2D-3C11-67DD-F67638C21A82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2:08.319" v="256"/>
          <ac:spMkLst>
            <pc:docMk/>
            <pc:sldMk cId="2435589398" sldId="266"/>
            <ac:spMk id="3" creationId="{2FF3CBE6-00D6-AAD4-7164-91E00291C3C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08.319" v="256"/>
          <ac:spMkLst>
            <pc:docMk/>
            <pc:sldMk cId="2435589398" sldId="266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08.319" v="256"/>
          <ac:spMkLst>
            <pc:docMk/>
            <pc:sldMk cId="2435589398" sldId="266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2:08.319" v="256"/>
          <ac:picMkLst>
            <pc:docMk/>
            <pc:sldMk cId="2435589398" sldId="266"/>
            <ac:picMk id="5" creationId="{B557B775-E9B2-326E-43FC-2B4CB60E8D0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2:14.303" v="257"/>
        <pc:sldMkLst>
          <pc:docMk/>
          <pc:sldMk cId="2774186421" sldId="267"/>
        </pc:sldMkLst>
        <pc:spChg chg="mod">
          <ac:chgData name="LUIFERNEY ORTIZ PARRA" userId="S::luiferneyortiz@ucundinamarca.edu.co::311f1f2d-e9a2-4bc8-96ab-a2f2d284c8a5" providerId="AD" clId="Web-{556784CE-AA8B-2539-A2F7-C351A0C66CC0}" dt="2026-04-04T22:22:14.303" v="257"/>
          <ac:spMkLst>
            <pc:docMk/>
            <pc:sldMk cId="2774186421" sldId="267"/>
            <ac:spMk id="2" creationId="{C852C3E1-B17C-A88C-C37A-ED3E00809F9F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2:14.303" v="257"/>
          <ac:spMkLst>
            <pc:docMk/>
            <pc:sldMk cId="2774186421" sldId="267"/>
            <ac:spMk id="3" creationId="{BF57AB53-8A0A-4B55-AFDD-771269E930D5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14.303" v="257"/>
          <ac:spMkLst>
            <pc:docMk/>
            <pc:sldMk cId="2774186421" sldId="267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14.303" v="257"/>
          <ac:spMkLst>
            <pc:docMk/>
            <pc:sldMk cId="2774186421" sldId="267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2:14.303" v="257"/>
          <ac:picMkLst>
            <pc:docMk/>
            <pc:sldMk cId="2774186421" sldId="267"/>
            <ac:picMk id="5" creationId="{1F388391-9DE1-DE24-D471-C1D086DF0A0C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2:22.006" v="258"/>
        <pc:sldMkLst>
          <pc:docMk/>
          <pc:sldMk cId="809269622" sldId="268"/>
        </pc:sldMkLst>
        <pc:spChg chg="mod">
          <ac:chgData name="LUIFERNEY ORTIZ PARRA" userId="S::luiferneyortiz@ucundinamarca.edu.co::311f1f2d-e9a2-4bc8-96ab-a2f2d284c8a5" providerId="AD" clId="Web-{556784CE-AA8B-2539-A2F7-C351A0C66CC0}" dt="2026-04-04T22:22:22.006" v="258"/>
          <ac:spMkLst>
            <pc:docMk/>
            <pc:sldMk cId="809269622" sldId="268"/>
            <ac:spMk id="2" creationId="{C85FBC8F-C03A-204A-466A-49BC8AA12FD3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2:22.006" v="258"/>
          <ac:spMkLst>
            <pc:docMk/>
            <pc:sldMk cId="809269622" sldId="268"/>
            <ac:spMk id="3" creationId="{F8514090-48DF-EEE8-C679-F475DFD915E4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22.006" v="258"/>
          <ac:spMkLst>
            <pc:docMk/>
            <pc:sldMk cId="809269622" sldId="268"/>
            <ac:spMk id="8" creationId="{70DFC902-7D23-471A-B557-B6B6917D7A0D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22.006" v="258"/>
          <ac:spMkLst>
            <pc:docMk/>
            <pc:sldMk cId="809269622" sldId="268"/>
            <ac:spMk id="10" creationId="{A55D5633-D557-4DCA-982C-FF36EB7A1C00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2:22.006" v="258"/>
          <ac:spMkLst>
            <pc:docMk/>
            <pc:sldMk cId="809269622" sldId="268"/>
            <ac:spMk id="12" creationId="{450D3AD2-FA80-415F-A9CE-54D884561CD7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3:05.960" v="259"/>
        <pc:sldMkLst>
          <pc:docMk/>
          <pc:sldMk cId="3472657581" sldId="269"/>
        </pc:sldMkLst>
        <pc:spChg chg="mod">
          <ac:chgData name="LUIFERNEY ORTIZ PARRA" userId="S::luiferneyortiz@ucundinamarca.edu.co::311f1f2d-e9a2-4bc8-96ab-a2f2d284c8a5" providerId="AD" clId="Web-{556784CE-AA8B-2539-A2F7-C351A0C66CC0}" dt="2026-04-04T22:23:05.960" v="259"/>
          <ac:spMkLst>
            <pc:docMk/>
            <pc:sldMk cId="3472657581" sldId="269"/>
            <ac:spMk id="2" creationId="{F17C7213-4B26-4B05-37E4-5F88F8808C4D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3:05.960" v="259"/>
          <ac:spMkLst>
            <pc:docMk/>
            <pc:sldMk cId="3472657581" sldId="269"/>
            <ac:spMk id="3" creationId="{FBAECA4C-40BA-195F-0883-CE2C80AABE18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05.960" v="259"/>
          <ac:spMkLst>
            <pc:docMk/>
            <pc:sldMk cId="3472657581" sldId="269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05.960" v="259"/>
          <ac:spMkLst>
            <pc:docMk/>
            <pc:sldMk cId="3472657581" sldId="269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556784CE-AA8B-2539-A2F7-C351A0C66CC0}" dt="2026-04-04T22:23:05.960" v="259"/>
          <ac:picMkLst>
            <pc:docMk/>
            <pc:sldMk cId="3472657581" sldId="269"/>
            <ac:picMk id="5" creationId="{8A40F2C6-FD34-44FC-DE8D-3D9BFD11D7DC}"/>
          </ac:picMkLst>
        </pc:picChg>
      </pc:sldChg>
      <pc:sldChg chg="modSp new">
        <pc:chgData name="LUIFERNEY ORTIZ PARRA" userId="S::luiferneyortiz@ucundinamarca.edu.co::311f1f2d-e9a2-4bc8-96ab-a2f2d284c8a5" providerId="AD" clId="Web-{556784CE-AA8B-2539-A2F7-C351A0C66CC0}" dt="2026-04-04T22:15:08.324" v="200" actId="1076"/>
        <pc:sldMkLst>
          <pc:docMk/>
          <pc:sldMk cId="1608320830" sldId="270"/>
        </pc:sldMkLst>
        <pc:spChg chg="mod">
          <ac:chgData name="LUIFERNEY ORTIZ PARRA" userId="S::luiferneyortiz@ucundinamarca.edu.co::311f1f2d-e9a2-4bc8-96ab-a2f2d284c8a5" providerId="AD" clId="Web-{556784CE-AA8B-2539-A2F7-C351A0C66CC0}" dt="2026-04-04T22:14:33.792" v="193" actId="1076"/>
          <ac:spMkLst>
            <pc:docMk/>
            <pc:sldMk cId="1608320830" sldId="270"/>
            <ac:spMk id="2" creationId="{AABADE5B-ADDB-D374-1D33-7AFBB41F3BB7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15:08.324" v="200" actId="1076"/>
          <ac:spMkLst>
            <pc:docMk/>
            <pc:sldMk cId="1608320830" sldId="270"/>
            <ac:spMk id="3" creationId="{F6C5259E-CC40-1F71-3198-B049E669D776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3:13.632" v="260"/>
        <pc:sldMkLst>
          <pc:docMk/>
          <pc:sldMk cId="3229575959" sldId="271"/>
        </pc:sldMkLst>
        <pc:spChg chg="mo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2" creationId="{89822B67-F0B5-C4E3-82A1-F07912E95A4E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3" creationId="{F05F8E26-0C8B-B0DE-8CD6-F41A63435E62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3:13.632" v="260"/>
          <ac:spMkLst>
            <pc:docMk/>
            <pc:sldMk cId="3229575959" sldId="271"/>
            <ac:spMk id="20" creationId="{8D71EDA1-87BF-4D5D-AB79-F346FD19278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556784CE-AA8B-2539-A2F7-C351A0C66CC0}" dt="2026-04-04T22:24:49.479" v="262"/>
        <pc:sldMkLst>
          <pc:docMk/>
          <pc:sldMk cId="1996075596" sldId="272"/>
        </pc:sldMkLst>
        <pc:spChg chg="mo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2" creationId="{A47900BC-722A-AD72-1B2E-F860311EF1A5}"/>
          </ac:spMkLst>
        </pc:spChg>
        <pc:spChg chg="mod">
          <ac:chgData name="LUIFERNEY ORTIZ PARRA" userId="S::luiferneyortiz@ucundinamarca.edu.co::311f1f2d-e9a2-4bc8-96ab-a2f2d284c8a5" providerId="AD" clId="Web-{556784CE-AA8B-2539-A2F7-C351A0C66CC0}" dt="2026-04-04T22:24:49.479" v="262"/>
          <ac:spMkLst>
            <pc:docMk/>
            <pc:sldMk cId="1996075596" sldId="272"/>
            <ac:spMk id="3" creationId="{5A3CB220-2ED8-3F99-6A03-E5C8F3901F04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8" creationId="{1B15ED52-F352-441B-82BF-E0EA34836D08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10" creationId="{3B2E3793-BFE6-45A2-9B7B-E18844431C99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12" creationId="{BC4C4868-CB8F-4AF9-9CDB-8108F2C19B67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14" creationId="{375E0459-6403-40CD-989D-56A4407CA12E}"/>
          </ac:spMkLst>
        </pc:spChg>
        <pc:spChg chg="add">
          <ac:chgData name="LUIFERNEY ORTIZ PARRA" userId="S::luiferneyortiz@ucundinamarca.edu.co::311f1f2d-e9a2-4bc8-96ab-a2f2d284c8a5" providerId="AD" clId="Web-{556784CE-AA8B-2539-A2F7-C351A0C66CC0}" dt="2026-04-04T22:24:41.401" v="261"/>
          <ac:spMkLst>
            <pc:docMk/>
            <pc:sldMk cId="1996075596" sldId="272"/>
            <ac:spMk id="16" creationId="{53E5B1A8-3AC9-4BD1-9BBC-78CA94F2D1B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032E8-9D2E-48D2-8464-F30486C448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074860-2AE7-4D73-B3C1-D823E6B21800}">
      <dgm:prSet/>
      <dgm:spPr/>
      <dgm:t>
        <a:bodyPr/>
        <a:lstStyle/>
        <a:p>
          <a:r>
            <a:rPr lang="es-ES"/>
            <a:t>Orquestar múltiples servicios con Docker Compose </a:t>
          </a:r>
          <a:endParaRPr lang="en-US"/>
        </a:p>
      </dgm:t>
    </dgm:pt>
    <dgm:pt modelId="{7802CB01-C75C-4AD7-AC99-B228023CDC80}" type="parTrans" cxnId="{0A8D2361-E4BD-4F50-9064-24973D9075C2}">
      <dgm:prSet/>
      <dgm:spPr/>
      <dgm:t>
        <a:bodyPr/>
        <a:lstStyle/>
        <a:p>
          <a:endParaRPr lang="en-US"/>
        </a:p>
      </dgm:t>
    </dgm:pt>
    <dgm:pt modelId="{F02C6C0A-009A-4388-8ED7-9BD9CE5D4973}" type="sibTrans" cxnId="{0A8D2361-E4BD-4F50-9064-24973D9075C2}">
      <dgm:prSet/>
      <dgm:spPr/>
      <dgm:t>
        <a:bodyPr/>
        <a:lstStyle/>
        <a:p>
          <a:endParaRPr lang="en-US"/>
        </a:p>
      </dgm:t>
    </dgm:pt>
    <dgm:pt modelId="{905C4416-618F-41BE-8C9E-2D89BFF37AF9}">
      <dgm:prSet/>
      <dgm:spPr/>
      <dgm:t>
        <a:bodyPr/>
        <a:lstStyle/>
        <a:p>
          <a:r>
            <a:rPr lang="es-ES"/>
            <a:t>Levantar un sistema completo (Frontend + Backend + DB) </a:t>
          </a:r>
          <a:endParaRPr lang="en-US"/>
        </a:p>
      </dgm:t>
    </dgm:pt>
    <dgm:pt modelId="{35314CF7-B245-4C0C-9908-5FCE887987CF}" type="parTrans" cxnId="{B24A7CD8-DDF6-4D20-8171-EDA660AD6C4F}">
      <dgm:prSet/>
      <dgm:spPr/>
      <dgm:t>
        <a:bodyPr/>
        <a:lstStyle/>
        <a:p>
          <a:endParaRPr lang="en-US"/>
        </a:p>
      </dgm:t>
    </dgm:pt>
    <dgm:pt modelId="{DFB65621-37B9-437C-BB08-7A0AEE728714}" type="sibTrans" cxnId="{B24A7CD8-DDF6-4D20-8171-EDA660AD6C4F}">
      <dgm:prSet/>
      <dgm:spPr/>
      <dgm:t>
        <a:bodyPr/>
        <a:lstStyle/>
        <a:p>
          <a:endParaRPr lang="en-US"/>
        </a:p>
      </dgm:t>
    </dgm:pt>
    <dgm:pt modelId="{9CCDF385-B9BA-45DC-89A7-F92A71741F6F}">
      <dgm:prSet/>
      <dgm:spPr/>
      <dgm:t>
        <a:bodyPr/>
        <a:lstStyle/>
        <a:p>
          <a:r>
            <a:rPr lang="es-ES"/>
            <a:t>Entender redes, volúmenes y dependencias </a:t>
          </a:r>
          <a:endParaRPr lang="en-US"/>
        </a:p>
      </dgm:t>
    </dgm:pt>
    <dgm:pt modelId="{E3EC137A-488A-4AC5-B784-7BB3303FA3DA}" type="parTrans" cxnId="{466BD361-8ABA-4A4E-9EA5-E4EF2A02DA4A}">
      <dgm:prSet/>
      <dgm:spPr/>
      <dgm:t>
        <a:bodyPr/>
        <a:lstStyle/>
        <a:p>
          <a:endParaRPr lang="en-US"/>
        </a:p>
      </dgm:t>
    </dgm:pt>
    <dgm:pt modelId="{BAD00532-1986-47F4-8F5F-1CDE7C2A0C4B}" type="sibTrans" cxnId="{466BD361-8ABA-4A4E-9EA5-E4EF2A02DA4A}">
      <dgm:prSet/>
      <dgm:spPr/>
      <dgm:t>
        <a:bodyPr/>
        <a:lstStyle/>
        <a:p>
          <a:endParaRPr lang="en-US"/>
        </a:p>
      </dgm:t>
    </dgm:pt>
    <dgm:pt modelId="{0BAC832A-CE43-45FC-8834-5CEA3FFD6C1C}">
      <dgm:prSet/>
      <dgm:spPr/>
      <dgm:t>
        <a:bodyPr/>
        <a:lstStyle/>
        <a:p>
          <a:r>
            <a:rPr lang="es-ES"/>
            <a:t>Simular un entorno real de despliegue</a:t>
          </a:r>
          <a:endParaRPr lang="en-US"/>
        </a:p>
      </dgm:t>
    </dgm:pt>
    <dgm:pt modelId="{F385C576-5E94-450B-85A0-9F9C2F45588B}" type="parTrans" cxnId="{EC998463-6565-450C-AB1D-B6380744BB21}">
      <dgm:prSet/>
      <dgm:spPr/>
      <dgm:t>
        <a:bodyPr/>
        <a:lstStyle/>
        <a:p>
          <a:endParaRPr lang="en-US"/>
        </a:p>
      </dgm:t>
    </dgm:pt>
    <dgm:pt modelId="{677A8E12-88A4-471D-90CE-6774E20686D7}" type="sibTrans" cxnId="{EC998463-6565-450C-AB1D-B6380744BB21}">
      <dgm:prSet/>
      <dgm:spPr/>
      <dgm:t>
        <a:bodyPr/>
        <a:lstStyle/>
        <a:p>
          <a:endParaRPr lang="en-US"/>
        </a:p>
      </dgm:t>
    </dgm:pt>
    <dgm:pt modelId="{C0F0680B-DF72-455B-9D53-A9626D944718}" type="pres">
      <dgm:prSet presAssocID="{8C5032E8-9D2E-48D2-8464-F30486C448CC}" presName="root" presStyleCnt="0">
        <dgm:presLayoutVars>
          <dgm:dir/>
          <dgm:resizeHandles val="exact"/>
        </dgm:presLayoutVars>
      </dgm:prSet>
      <dgm:spPr/>
    </dgm:pt>
    <dgm:pt modelId="{78A1BAFA-7825-4CEA-B317-E68C208A2173}" type="pres">
      <dgm:prSet presAssocID="{2F074860-2AE7-4D73-B3C1-D823E6B21800}" presName="compNode" presStyleCnt="0"/>
      <dgm:spPr/>
    </dgm:pt>
    <dgm:pt modelId="{74C7AB0D-A28D-4831-8D37-CF2D2CB795CE}" type="pres">
      <dgm:prSet presAssocID="{2F074860-2AE7-4D73-B3C1-D823E6B21800}" presName="bgRect" presStyleLbl="bgShp" presStyleIdx="0" presStyleCnt="4"/>
      <dgm:spPr/>
    </dgm:pt>
    <dgm:pt modelId="{97B1D2FC-D7FE-422F-A281-350A7239DB59}" type="pres">
      <dgm:prSet presAssocID="{2F074860-2AE7-4D73-B3C1-D823E6B2180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A119FBF-4867-4132-B0BD-9D2FE79B11E4}" type="pres">
      <dgm:prSet presAssocID="{2F074860-2AE7-4D73-B3C1-D823E6B21800}" presName="spaceRect" presStyleCnt="0"/>
      <dgm:spPr/>
    </dgm:pt>
    <dgm:pt modelId="{0ACB6924-7FF9-4D58-B5A7-9E7D50785280}" type="pres">
      <dgm:prSet presAssocID="{2F074860-2AE7-4D73-B3C1-D823E6B21800}" presName="parTx" presStyleLbl="revTx" presStyleIdx="0" presStyleCnt="4">
        <dgm:presLayoutVars>
          <dgm:chMax val="0"/>
          <dgm:chPref val="0"/>
        </dgm:presLayoutVars>
      </dgm:prSet>
      <dgm:spPr/>
    </dgm:pt>
    <dgm:pt modelId="{E4DB5146-0A43-48ED-9B66-83A2CC8B8819}" type="pres">
      <dgm:prSet presAssocID="{F02C6C0A-009A-4388-8ED7-9BD9CE5D4973}" presName="sibTrans" presStyleCnt="0"/>
      <dgm:spPr/>
    </dgm:pt>
    <dgm:pt modelId="{670CD31D-DE56-4AA6-B450-6889FE208A41}" type="pres">
      <dgm:prSet presAssocID="{905C4416-618F-41BE-8C9E-2D89BFF37AF9}" presName="compNode" presStyleCnt="0"/>
      <dgm:spPr/>
    </dgm:pt>
    <dgm:pt modelId="{85C152D0-D2D2-4FBC-AE63-CE90D6B2380E}" type="pres">
      <dgm:prSet presAssocID="{905C4416-618F-41BE-8C9E-2D89BFF37AF9}" presName="bgRect" presStyleLbl="bgShp" presStyleIdx="1" presStyleCnt="4"/>
      <dgm:spPr/>
    </dgm:pt>
    <dgm:pt modelId="{2A5B3C96-18A1-481F-975F-486B40DE17D5}" type="pres">
      <dgm:prSet presAssocID="{905C4416-618F-41BE-8C9E-2D89BFF37AF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47D1047E-E640-4EDF-B70F-009A6E9757EC}" type="pres">
      <dgm:prSet presAssocID="{905C4416-618F-41BE-8C9E-2D89BFF37AF9}" presName="spaceRect" presStyleCnt="0"/>
      <dgm:spPr/>
    </dgm:pt>
    <dgm:pt modelId="{6BF1C52B-5422-44A5-B0D1-5ECE1B3A5F8D}" type="pres">
      <dgm:prSet presAssocID="{905C4416-618F-41BE-8C9E-2D89BFF37AF9}" presName="parTx" presStyleLbl="revTx" presStyleIdx="1" presStyleCnt="4">
        <dgm:presLayoutVars>
          <dgm:chMax val="0"/>
          <dgm:chPref val="0"/>
        </dgm:presLayoutVars>
      </dgm:prSet>
      <dgm:spPr/>
    </dgm:pt>
    <dgm:pt modelId="{A316126C-BFE0-4B73-9439-766B23B3072F}" type="pres">
      <dgm:prSet presAssocID="{DFB65621-37B9-437C-BB08-7A0AEE728714}" presName="sibTrans" presStyleCnt="0"/>
      <dgm:spPr/>
    </dgm:pt>
    <dgm:pt modelId="{B9449D9F-FC63-4984-AF9A-5B650C78304D}" type="pres">
      <dgm:prSet presAssocID="{9CCDF385-B9BA-45DC-89A7-F92A71741F6F}" presName="compNode" presStyleCnt="0"/>
      <dgm:spPr/>
    </dgm:pt>
    <dgm:pt modelId="{66F1967A-5282-4D6B-8392-04734F7CEF9C}" type="pres">
      <dgm:prSet presAssocID="{9CCDF385-B9BA-45DC-89A7-F92A71741F6F}" presName="bgRect" presStyleLbl="bgShp" presStyleIdx="2" presStyleCnt="4"/>
      <dgm:spPr/>
    </dgm:pt>
    <dgm:pt modelId="{0A9131A1-9606-4504-A0D3-047E6802E83D}" type="pres">
      <dgm:prSet presAssocID="{9CCDF385-B9BA-45DC-89A7-F92A71741F6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BAA92903-0C07-47DD-819B-6314177C684A}" type="pres">
      <dgm:prSet presAssocID="{9CCDF385-B9BA-45DC-89A7-F92A71741F6F}" presName="spaceRect" presStyleCnt="0"/>
      <dgm:spPr/>
    </dgm:pt>
    <dgm:pt modelId="{30153D57-4A3F-4E74-A770-7EC65F1DC7E2}" type="pres">
      <dgm:prSet presAssocID="{9CCDF385-B9BA-45DC-89A7-F92A71741F6F}" presName="parTx" presStyleLbl="revTx" presStyleIdx="2" presStyleCnt="4">
        <dgm:presLayoutVars>
          <dgm:chMax val="0"/>
          <dgm:chPref val="0"/>
        </dgm:presLayoutVars>
      </dgm:prSet>
      <dgm:spPr/>
    </dgm:pt>
    <dgm:pt modelId="{BFF12F0B-96D8-49A7-955D-9EFCE2B1F7ED}" type="pres">
      <dgm:prSet presAssocID="{BAD00532-1986-47F4-8F5F-1CDE7C2A0C4B}" presName="sibTrans" presStyleCnt="0"/>
      <dgm:spPr/>
    </dgm:pt>
    <dgm:pt modelId="{1CA37F42-FC4A-40CA-9BA1-AD1205CB7F21}" type="pres">
      <dgm:prSet presAssocID="{0BAC832A-CE43-45FC-8834-5CEA3FFD6C1C}" presName="compNode" presStyleCnt="0"/>
      <dgm:spPr/>
    </dgm:pt>
    <dgm:pt modelId="{E02DB7A2-4385-4C06-9A15-399779C2D70A}" type="pres">
      <dgm:prSet presAssocID="{0BAC832A-CE43-45FC-8834-5CEA3FFD6C1C}" presName="bgRect" presStyleLbl="bgShp" presStyleIdx="3" presStyleCnt="4"/>
      <dgm:spPr/>
    </dgm:pt>
    <dgm:pt modelId="{6FBB6A56-40DC-43B9-B4FB-8643F7F59777}" type="pres">
      <dgm:prSet presAssocID="{0BAC832A-CE43-45FC-8834-5CEA3FFD6C1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64007CE-5123-4DAE-820A-DFF6AD98093A}" type="pres">
      <dgm:prSet presAssocID="{0BAC832A-CE43-45FC-8834-5CEA3FFD6C1C}" presName="spaceRect" presStyleCnt="0"/>
      <dgm:spPr/>
    </dgm:pt>
    <dgm:pt modelId="{F2A6AA14-BC8D-4BFC-A419-FB867E5A4578}" type="pres">
      <dgm:prSet presAssocID="{0BAC832A-CE43-45FC-8834-5CEA3FFD6C1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4AA4900-2521-4B3F-BC66-0A95800B873A}" type="presOf" srcId="{2F074860-2AE7-4D73-B3C1-D823E6B21800}" destId="{0ACB6924-7FF9-4D58-B5A7-9E7D50785280}" srcOrd="0" destOrd="0" presId="urn:microsoft.com/office/officeart/2018/2/layout/IconVerticalSolidList"/>
    <dgm:cxn modelId="{AD04CE01-4614-4AF6-9DB4-DE7176815016}" type="presOf" srcId="{905C4416-618F-41BE-8C9E-2D89BFF37AF9}" destId="{6BF1C52B-5422-44A5-B0D1-5ECE1B3A5F8D}" srcOrd="0" destOrd="0" presId="urn:microsoft.com/office/officeart/2018/2/layout/IconVerticalSolidList"/>
    <dgm:cxn modelId="{17934D2D-C6FA-4D0B-8DAA-4111ECFAB9F6}" type="presOf" srcId="{9CCDF385-B9BA-45DC-89A7-F92A71741F6F}" destId="{30153D57-4A3F-4E74-A770-7EC65F1DC7E2}" srcOrd="0" destOrd="0" presId="urn:microsoft.com/office/officeart/2018/2/layout/IconVerticalSolidList"/>
    <dgm:cxn modelId="{0A8D2361-E4BD-4F50-9064-24973D9075C2}" srcId="{8C5032E8-9D2E-48D2-8464-F30486C448CC}" destId="{2F074860-2AE7-4D73-B3C1-D823E6B21800}" srcOrd="0" destOrd="0" parTransId="{7802CB01-C75C-4AD7-AC99-B228023CDC80}" sibTransId="{F02C6C0A-009A-4388-8ED7-9BD9CE5D4973}"/>
    <dgm:cxn modelId="{466BD361-8ABA-4A4E-9EA5-E4EF2A02DA4A}" srcId="{8C5032E8-9D2E-48D2-8464-F30486C448CC}" destId="{9CCDF385-B9BA-45DC-89A7-F92A71741F6F}" srcOrd="2" destOrd="0" parTransId="{E3EC137A-488A-4AC5-B784-7BB3303FA3DA}" sibTransId="{BAD00532-1986-47F4-8F5F-1CDE7C2A0C4B}"/>
    <dgm:cxn modelId="{EC998463-6565-450C-AB1D-B6380744BB21}" srcId="{8C5032E8-9D2E-48D2-8464-F30486C448CC}" destId="{0BAC832A-CE43-45FC-8834-5CEA3FFD6C1C}" srcOrd="3" destOrd="0" parTransId="{F385C576-5E94-450B-85A0-9F9C2F45588B}" sibTransId="{677A8E12-88A4-471D-90CE-6774E20686D7}"/>
    <dgm:cxn modelId="{AFA8F693-82EC-4691-8563-5C17429B3AB1}" type="presOf" srcId="{0BAC832A-CE43-45FC-8834-5CEA3FFD6C1C}" destId="{F2A6AA14-BC8D-4BFC-A419-FB867E5A4578}" srcOrd="0" destOrd="0" presId="urn:microsoft.com/office/officeart/2018/2/layout/IconVerticalSolidList"/>
    <dgm:cxn modelId="{A13A5398-38C8-474D-B836-F4E7157A2883}" type="presOf" srcId="{8C5032E8-9D2E-48D2-8464-F30486C448CC}" destId="{C0F0680B-DF72-455B-9D53-A9626D944718}" srcOrd="0" destOrd="0" presId="urn:microsoft.com/office/officeart/2018/2/layout/IconVerticalSolidList"/>
    <dgm:cxn modelId="{B24A7CD8-DDF6-4D20-8171-EDA660AD6C4F}" srcId="{8C5032E8-9D2E-48D2-8464-F30486C448CC}" destId="{905C4416-618F-41BE-8C9E-2D89BFF37AF9}" srcOrd="1" destOrd="0" parTransId="{35314CF7-B245-4C0C-9908-5FCE887987CF}" sibTransId="{DFB65621-37B9-437C-BB08-7A0AEE728714}"/>
    <dgm:cxn modelId="{8064340E-7C15-4B6B-BB1A-70A3EA569EEB}" type="presParOf" srcId="{C0F0680B-DF72-455B-9D53-A9626D944718}" destId="{78A1BAFA-7825-4CEA-B317-E68C208A2173}" srcOrd="0" destOrd="0" presId="urn:microsoft.com/office/officeart/2018/2/layout/IconVerticalSolidList"/>
    <dgm:cxn modelId="{202C1C14-22E1-4CE6-B2E6-6186E6493E3F}" type="presParOf" srcId="{78A1BAFA-7825-4CEA-B317-E68C208A2173}" destId="{74C7AB0D-A28D-4831-8D37-CF2D2CB795CE}" srcOrd="0" destOrd="0" presId="urn:microsoft.com/office/officeart/2018/2/layout/IconVerticalSolidList"/>
    <dgm:cxn modelId="{86F71C9E-C0ED-489A-A9B3-713D815FEE60}" type="presParOf" srcId="{78A1BAFA-7825-4CEA-B317-E68C208A2173}" destId="{97B1D2FC-D7FE-422F-A281-350A7239DB59}" srcOrd="1" destOrd="0" presId="urn:microsoft.com/office/officeart/2018/2/layout/IconVerticalSolidList"/>
    <dgm:cxn modelId="{A473B960-3382-4035-86D0-BBDC22E5429C}" type="presParOf" srcId="{78A1BAFA-7825-4CEA-B317-E68C208A2173}" destId="{8A119FBF-4867-4132-B0BD-9D2FE79B11E4}" srcOrd="2" destOrd="0" presId="urn:microsoft.com/office/officeart/2018/2/layout/IconVerticalSolidList"/>
    <dgm:cxn modelId="{CBCC48E4-FB3D-4555-A442-FADD0ACFD380}" type="presParOf" srcId="{78A1BAFA-7825-4CEA-B317-E68C208A2173}" destId="{0ACB6924-7FF9-4D58-B5A7-9E7D50785280}" srcOrd="3" destOrd="0" presId="urn:microsoft.com/office/officeart/2018/2/layout/IconVerticalSolidList"/>
    <dgm:cxn modelId="{01F024F3-7753-4B4B-91CD-46118614D77C}" type="presParOf" srcId="{C0F0680B-DF72-455B-9D53-A9626D944718}" destId="{E4DB5146-0A43-48ED-9B66-83A2CC8B8819}" srcOrd="1" destOrd="0" presId="urn:microsoft.com/office/officeart/2018/2/layout/IconVerticalSolidList"/>
    <dgm:cxn modelId="{26AAFB69-E677-4008-9854-7BAAA250C082}" type="presParOf" srcId="{C0F0680B-DF72-455B-9D53-A9626D944718}" destId="{670CD31D-DE56-4AA6-B450-6889FE208A41}" srcOrd="2" destOrd="0" presId="urn:microsoft.com/office/officeart/2018/2/layout/IconVerticalSolidList"/>
    <dgm:cxn modelId="{1217AB49-D187-40B0-9E0E-432A7C8E8EF9}" type="presParOf" srcId="{670CD31D-DE56-4AA6-B450-6889FE208A41}" destId="{85C152D0-D2D2-4FBC-AE63-CE90D6B2380E}" srcOrd="0" destOrd="0" presId="urn:microsoft.com/office/officeart/2018/2/layout/IconVerticalSolidList"/>
    <dgm:cxn modelId="{B2F3AD37-BE04-4506-82A3-5E1BAF740E25}" type="presParOf" srcId="{670CD31D-DE56-4AA6-B450-6889FE208A41}" destId="{2A5B3C96-18A1-481F-975F-486B40DE17D5}" srcOrd="1" destOrd="0" presId="urn:microsoft.com/office/officeart/2018/2/layout/IconVerticalSolidList"/>
    <dgm:cxn modelId="{EB3EEBB0-DA6F-4E35-86A3-231AEA4B68A1}" type="presParOf" srcId="{670CD31D-DE56-4AA6-B450-6889FE208A41}" destId="{47D1047E-E640-4EDF-B70F-009A6E9757EC}" srcOrd="2" destOrd="0" presId="urn:microsoft.com/office/officeart/2018/2/layout/IconVerticalSolidList"/>
    <dgm:cxn modelId="{74A8F308-7495-458B-AB53-56745A888494}" type="presParOf" srcId="{670CD31D-DE56-4AA6-B450-6889FE208A41}" destId="{6BF1C52B-5422-44A5-B0D1-5ECE1B3A5F8D}" srcOrd="3" destOrd="0" presId="urn:microsoft.com/office/officeart/2018/2/layout/IconVerticalSolidList"/>
    <dgm:cxn modelId="{B8DEE727-4703-45E4-8B76-685667AA99E1}" type="presParOf" srcId="{C0F0680B-DF72-455B-9D53-A9626D944718}" destId="{A316126C-BFE0-4B73-9439-766B23B3072F}" srcOrd="3" destOrd="0" presId="urn:microsoft.com/office/officeart/2018/2/layout/IconVerticalSolidList"/>
    <dgm:cxn modelId="{983C4194-CFF1-4E9D-9F2E-FC4D8E899E42}" type="presParOf" srcId="{C0F0680B-DF72-455B-9D53-A9626D944718}" destId="{B9449D9F-FC63-4984-AF9A-5B650C78304D}" srcOrd="4" destOrd="0" presId="urn:microsoft.com/office/officeart/2018/2/layout/IconVerticalSolidList"/>
    <dgm:cxn modelId="{FC48BC15-1F56-4982-BACF-0230E5E2461A}" type="presParOf" srcId="{B9449D9F-FC63-4984-AF9A-5B650C78304D}" destId="{66F1967A-5282-4D6B-8392-04734F7CEF9C}" srcOrd="0" destOrd="0" presId="urn:microsoft.com/office/officeart/2018/2/layout/IconVerticalSolidList"/>
    <dgm:cxn modelId="{07B2B0FB-97AA-4710-AEA2-99B7755FD72B}" type="presParOf" srcId="{B9449D9F-FC63-4984-AF9A-5B650C78304D}" destId="{0A9131A1-9606-4504-A0D3-047E6802E83D}" srcOrd="1" destOrd="0" presId="urn:microsoft.com/office/officeart/2018/2/layout/IconVerticalSolidList"/>
    <dgm:cxn modelId="{743954A2-96ED-4A77-939F-4EF626FFBD4B}" type="presParOf" srcId="{B9449D9F-FC63-4984-AF9A-5B650C78304D}" destId="{BAA92903-0C07-47DD-819B-6314177C684A}" srcOrd="2" destOrd="0" presId="urn:microsoft.com/office/officeart/2018/2/layout/IconVerticalSolidList"/>
    <dgm:cxn modelId="{15092170-A8BA-4FE6-9A6B-60FDA952BDBD}" type="presParOf" srcId="{B9449D9F-FC63-4984-AF9A-5B650C78304D}" destId="{30153D57-4A3F-4E74-A770-7EC65F1DC7E2}" srcOrd="3" destOrd="0" presId="urn:microsoft.com/office/officeart/2018/2/layout/IconVerticalSolidList"/>
    <dgm:cxn modelId="{1CEBEA00-6648-497B-B0AB-A2CE4EF4BB93}" type="presParOf" srcId="{C0F0680B-DF72-455B-9D53-A9626D944718}" destId="{BFF12F0B-96D8-49A7-955D-9EFCE2B1F7ED}" srcOrd="5" destOrd="0" presId="urn:microsoft.com/office/officeart/2018/2/layout/IconVerticalSolidList"/>
    <dgm:cxn modelId="{3A153245-DC11-4B80-9476-CA688790572F}" type="presParOf" srcId="{C0F0680B-DF72-455B-9D53-A9626D944718}" destId="{1CA37F42-FC4A-40CA-9BA1-AD1205CB7F21}" srcOrd="6" destOrd="0" presId="urn:microsoft.com/office/officeart/2018/2/layout/IconVerticalSolidList"/>
    <dgm:cxn modelId="{DB424EF1-DED2-4F8C-9791-BF359E7AAD83}" type="presParOf" srcId="{1CA37F42-FC4A-40CA-9BA1-AD1205CB7F21}" destId="{E02DB7A2-4385-4C06-9A15-399779C2D70A}" srcOrd="0" destOrd="0" presId="urn:microsoft.com/office/officeart/2018/2/layout/IconVerticalSolidList"/>
    <dgm:cxn modelId="{040F0CD1-248A-49B6-B68F-AAAA4C36DAB8}" type="presParOf" srcId="{1CA37F42-FC4A-40CA-9BA1-AD1205CB7F21}" destId="{6FBB6A56-40DC-43B9-B4FB-8643F7F59777}" srcOrd="1" destOrd="0" presId="urn:microsoft.com/office/officeart/2018/2/layout/IconVerticalSolidList"/>
    <dgm:cxn modelId="{9CEAAF3C-AB82-4C3A-8579-921A5A22F197}" type="presParOf" srcId="{1CA37F42-FC4A-40CA-9BA1-AD1205CB7F21}" destId="{C64007CE-5123-4DAE-820A-DFF6AD98093A}" srcOrd="2" destOrd="0" presId="urn:microsoft.com/office/officeart/2018/2/layout/IconVerticalSolidList"/>
    <dgm:cxn modelId="{74F728F3-F1D6-4E7B-81CD-38CC400B8E6C}" type="presParOf" srcId="{1CA37F42-FC4A-40CA-9BA1-AD1205CB7F21}" destId="{F2A6AA14-BC8D-4BFC-A419-FB867E5A45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7AB0D-A28D-4831-8D37-CF2D2CB795CE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1D2FC-D7FE-422F-A281-350A7239DB59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B6924-7FF9-4D58-B5A7-9E7D50785280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Orquestar múltiples servicios con Docker Compose </a:t>
          </a:r>
          <a:endParaRPr lang="en-US" sz="2200" kern="1200"/>
        </a:p>
      </dsp:txBody>
      <dsp:txXfrm>
        <a:off x="1339618" y="2288"/>
        <a:ext cx="5024605" cy="1159843"/>
      </dsp:txXfrm>
    </dsp:sp>
    <dsp:sp modelId="{85C152D0-D2D2-4FBC-AE63-CE90D6B2380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B3C96-18A1-481F-975F-486B40DE17D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1C52B-5422-44A5-B0D1-5ECE1B3A5F8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Levantar un sistema completo (Frontend + Backend + DB) </a:t>
          </a:r>
          <a:endParaRPr lang="en-US" sz="2200" kern="1200"/>
        </a:p>
      </dsp:txBody>
      <dsp:txXfrm>
        <a:off x="1339618" y="1452092"/>
        <a:ext cx="5024605" cy="1159843"/>
      </dsp:txXfrm>
    </dsp:sp>
    <dsp:sp modelId="{66F1967A-5282-4D6B-8392-04734F7CEF9C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131A1-9606-4504-A0D3-047E6802E83D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53D57-4A3F-4E74-A770-7EC65F1DC7E2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Entender redes, volúmenes y dependencias </a:t>
          </a:r>
          <a:endParaRPr lang="en-US" sz="2200" kern="1200"/>
        </a:p>
      </dsp:txBody>
      <dsp:txXfrm>
        <a:off x="1339618" y="2901896"/>
        <a:ext cx="5024605" cy="1159843"/>
      </dsp:txXfrm>
    </dsp:sp>
    <dsp:sp modelId="{E02DB7A2-4385-4C06-9A15-399779C2D70A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B6A56-40DC-43B9-B4FB-8643F7F5977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6AA14-BC8D-4BFC-A419-FB867E5A457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Simular un entorno real de despliegue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s-ES" sz="4400"/>
              <a:t>Ingeniería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Contenedores y despliegue</a:t>
            </a:r>
          </a:p>
          <a:p>
            <a:r>
              <a:rPr lang="es-ES" sz="1800"/>
              <a:t>Ingeniero Luiferney Ortiz</a:t>
            </a:r>
          </a:p>
        </p:txBody>
      </p:sp>
      <p:pic>
        <p:nvPicPr>
          <p:cNvPr id="4" name="Imagen 3" descr="Qué es Docker? | Arquitecto IT">
            <a:extLst>
              <a:ext uri="{FF2B5EF4-FFF2-40B4-BE49-F238E27FC236}">
                <a16:creationId xmlns:a16="http://schemas.microsoft.com/office/drawing/2014/main" id="{E4CE0B70-E6C4-9EB9-AA96-8C3F855F1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511129"/>
            <a:ext cx="5708649" cy="380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5FD11C-747C-D109-9E26-FAE5955A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Objetivo de la clase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D5863A1-D148-2130-AB95-2EBA3206A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81466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9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16E9A4-C20A-137E-99C2-8F166E58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 sz="410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¿Qué problema resuelve Docker Compose?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13A1E8-D34F-4247-B60D-CA0AB4EBA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s-ES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Antes:</a:t>
            </a: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Múltiples </a:t>
            </a:r>
            <a:r>
              <a:rPr lang="es-E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docker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run</a:t>
            </a: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</a:t>
            </a:r>
            <a:endParaRPr lang="es-E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Configuración manual </a:t>
            </a: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Difícil de mantener </a:t>
            </a: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buNone/>
            </a:pPr>
            <a:r>
              <a:rPr lang="es-ES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Ahora:</a:t>
            </a: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24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Un solo archivo → todo el sistema </a:t>
            </a: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buNone/>
            </a:pPr>
            <a:r>
              <a:rPr lang="es-E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Concepto clave:</a:t>
            </a:r>
            <a:br>
              <a:rPr lang="es-ES" sz="24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Docker </a:t>
            </a:r>
            <a:r>
              <a:rPr lang="es-E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Compose</a:t>
            </a:r>
            <a:r>
              <a:rPr lang="es-E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permite definir una arquitectura completa como código</a:t>
            </a:r>
            <a:endParaRPr lang="es-E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s-ES" sz="2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7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59F2B2-4460-41B3-EE69-691B983B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609600"/>
            <a:ext cx="8548386" cy="1282459"/>
          </a:xfrm>
        </p:spPr>
        <p:txBody>
          <a:bodyPr>
            <a:normAutofit/>
          </a:bodyPr>
          <a:lstStyle/>
          <a:p>
            <a:r>
              <a:rPr lang="es-ES" dirty="0">
                <a:ea typeface="+mj-lt"/>
                <a:cs typeface="+mj-lt"/>
              </a:rPr>
              <a:t>¿Qué es </a:t>
            </a:r>
            <a:r>
              <a:rPr lang="es-ES" dirty="0" err="1">
                <a:ea typeface="+mj-lt"/>
                <a:cs typeface="+mj-lt"/>
              </a:rPr>
              <a:t>docker-compose.yml</a:t>
            </a:r>
            <a:r>
              <a:rPr lang="es-ES" dirty="0">
                <a:ea typeface="+mj-lt"/>
                <a:cs typeface="+mj-lt"/>
              </a:rPr>
              <a:t>?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F8E848-7C56-CB25-0134-E0CA31467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47358"/>
            <a:ext cx="8548386" cy="407639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1900">
                <a:ea typeface="+mn-lt"/>
                <a:cs typeface="+mn-lt"/>
              </a:rPr>
              <a:t>Es un archivo YAML que define: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Servicios 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Redes 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Volúmenes </a:t>
            </a:r>
            <a:endParaRPr lang="es-ES" sz="1900"/>
          </a:p>
          <a:p>
            <a:pPr>
              <a:buFont typeface="Arial"/>
              <a:buChar char="•"/>
            </a:pPr>
            <a:r>
              <a:rPr lang="es-ES" sz="1900">
                <a:ea typeface="+mn-lt"/>
                <a:cs typeface="+mn-lt"/>
              </a:rPr>
              <a:t>Variables de entorno </a:t>
            </a:r>
            <a:endParaRPr lang="es-ES" sz="1900"/>
          </a:p>
          <a:p>
            <a:pPr indent="0">
              <a:buNone/>
            </a:pPr>
            <a:r>
              <a:rPr lang="es-ES" sz="1900">
                <a:ea typeface="+mn-lt"/>
                <a:cs typeface="+mn-lt"/>
              </a:rPr>
              <a:t>Ejemplo base:</a:t>
            </a:r>
            <a:endParaRPr lang="es-ES" sz="1900"/>
          </a:p>
          <a:p>
            <a:pPr>
              <a:buNone/>
            </a:pPr>
            <a:r>
              <a:rPr lang="es-ES" sz="1900" dirty="0" err="1">
                <a:latin typeface="Consolas"/>
              </a:rPr>
              <a:t>version</a:t>
            </a:r>
            <a:r>
              <a:rPr lang="es-ES" sz="1900" dirty="0">
                <a:latin typeface="Consolas"/>
              </a:rPr>
              <a:t>: "3.9"</a:t>
            </a:r>
            <a:br>
              <a:rPr lang="es-ES" sz="1900">
                <a:latin typeface="Consolas"/>
              </a:rPr>
            </a:br>
            <a:r>
              <a:rPr lang="es-ES" sz="1900" dirty="0" err="1">
                <a:latin typeface="Consolas"/>
              </a:rPr>
              <a:t>services</a:t>
            </a:r>
            <a:r>
              <a:rPr lang="es-ES" sz="1900" dirty="0">
                <a:latin typeface="Consolas"/>
              </a:rPr>
              <a:t>:</a:t>
            </a:r>
            <a:br>
              <a:rPr lang="es-ES" sz="1900">
                <a:latin typeface="Consolas"/>
              </a:rPr>
            </a:br>
            <a:r>
              <a:rPr lang="es-ES" sz="1900" dirty="0">
                <a:latin typeface="Consolas"/>
              </a:rPr>
              <a:t>  app:</a:t>
            </a:r>
            <a:br>
              <a:rPr lang="es-ES" sz="1900">
                <a:latin typeface="Consolas"/>
              </a:rPr>
            </a:br>
            <a:r>
              <a:rPr lang="es-ES" sz="1900" dirty="0">
                <a:latin typeface="Consolas"/>
              </a:rPr>
              <a:t>    </a:t>
            </a:r>
            <a:r>
              <a:rPr lang="es-ES" sz="1900" dirty="0" err="1">
                <a:latin typeface="Consolas"/>
              </a:rPr>
              <a:t>build</a:t>
            </a:r>
            <a:r>
              <a:rPr lang="es-ES" sz="1900" dirty="0">
                <a:latin typeface="Consolas"/>
              </a:rPr>
              <a:t>: .</a:t>
            </a:r>
            <a:br>
              <a:rPr lang="es-ES" sz="1900">
                <a:latin typeface="Consolas"/>
              </a:rPr>
            </a:br>
            <a:r>
              <a:rPr lang="es-ES" sz="1900" dirty="0">
                <a:latin typeface="Consolas"/>
              </a:rPr>
              <a:t>    </a:t>
            </a:r>
            <a:r>
              <a:rPr lang="es-ES" sz="1900" dirty="0" err="1">
                <a:latin typeface="Consolas"/>
              </a:rPr>
              <a:t>ports</a:t>
            </a:r>
            <a:r>
              <a:rPr lang="es-ES" sz="1900" dirty="0">
                <a:latin typeface="Consolas"/>
              </a:rPr>
              <a:t>:</a:t>
            </a:r>
            <a:br>
              <a:rPr lang="es-ES" sz="1900">
                <a:latin typeface="Consolas"/>
              </a:rPr>
            </a:br>
            <a:r>
              <a:rPr lang="es-ES" sz="1900" dirty="0">
                <a:latin typeface="Consolas"/>
              </a:rPr>
              <a:t>      - "3000:3000"</a:t>
            </a:r>
            <a:endParaRPr lang="es-ES" sz="1900" dirty="0"/>
          </a:p>
          <a:p>
            <a:pPr marL="0" indent="0">
              <a:buNone/>
            </a:pPr>
            <a:endParaRPr lang="es-ES" sz="190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17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íneas y puntos conectados sobre un fondo degradado de color púrpura y anaranjado">
            <a:extLst>
              <a:ext uri="{FF2B5EF4-FFF2-40B4-BE49-F238E27FC236}">
                <a16:creationId xmlns:a16="http://schemas.microsoft.com/office/drawing/2014/main" id="{24751793-E574-FD43-45E1-61026956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88" r="35204" b="4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B66601-32AC-FFB9-6951-A79F4810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 dirty="0">
                <a:ea typeface="+mj-lt"/>
                <a:cs typeface="+mj-lt"/>
              </a:rPr>
              <a:t>Estructura profesional de un </a:t>
            </a:r>
            <a:r>
              <a:rPr lang="es-ES" dirty="0" err="1">
                <a:ea typeface="+mj-lt"/>
                <a:cs typeface="+mj-lt"/>
              </a:rPr>
              <a:t>Compose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294108-44A8-A34C-B6FB-E2103730F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66" y="1937660"/>
            <a:ext cx="8296658" cy="481712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s-ES" sz="1800" dirty="0" err="1">
                <a:latin typeface="Consolas"/>
              </a:rPr>
              <a:t>version</a:t>
            </a:r>
            <a:r>
              <a:rPr lang="es-ES" sz="1800" dirty="0">
                <a:latin typeface="Consolas"/>
              </a:rPr>
              <a:t>: "3.9"</a:t>
            </a:r>
            <a:br>
              <a:rPr lang="es-ES" sz="1800">
                <a:latin typeface="Consolas"/>
              </a:rPr>
            </a:br>
            <a:br>
              <a:rPr lang="es-ES" sz="1800">
                <a:latin typeface="Consolas"/>
              </a:rPr>
            </a:br>
            <a:r>
              <a:rPr lang="es-ES" sz="1800" dirty="0" err="1">
                <a:latin typeface="Consolas"/>
              </a:rPr>
              <a:t>services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r>
              <a:rPr lang="es-ES" sz="1800" dirty="0">
                <a:latin typeface="Consolas"/>
              </a:rPr>
              <a:t>  </a:t>
            </a:r>
            <a:r>
              <a:rPr lang="es-ES" sz="1800" dirty="0" err="1">
                <a:latin typeface="Consolas"/>
              </a:rPr>
              <a:t>frontend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r>
              <a:rPr lang="es-ES" sz="1800" dirty="0">
                <a:latin typeface="Consolas"/>
              </a:rPr>
              <a:t>  </a:t>
            </a:r>
            <a:r>
              <a:rPr lang="es-ES" sz="1800" dirty="0" err="1">
                <a:latin typeface="Consolas"/>
              </a:rPr>
              <a:t>backend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r>
              <a:rPr lang="es-ES" sz="1800" dirty="0">
                <a:latin typeface="Consolas"/>
              </a:rPr>
              <a:t>  </a:t>
            </a:r>
            <a:r>
              <a:rPr lang="es-ES" sz="1800" dirty="0" err="1">
                <a:latin typeface="Consolas"/>
              </a:rPr>
              <a:t>database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br>
              <a:rPr lang="es-ES" sz="1800">
                <a:latin typeface="Consolas"/>
              </a:rPr>
            </a:br>
            <a:r>
              <a:rPr lang="es-ES" sz="1800" dirty="0" err="1">
                <a:latin typeface="Consolas"/>
              </a:rPr>
              <a:t>networks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r>
              <a:rPr lang="es-ES" sz="1800" dirty="0">
                <a:latin typeface="Consolas"/>
              </a:rPr>
              <a:t>  app-</a:t>
            </a:r>
            <a:r>
              <a:rPr lang="es-ES" sz="1800" dirty="0" err="1">
                <a:latin typeface="Consolas"/>
              </a:rPr>
              <a:t>network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br>
              <a:rPr lang="es-ES" sz="1800">
                <a:latin typeface="Consolas"/>
              </a:rPr>
            </a:br>
            <a:r>
              <a:rPr lang="es-ES" sz="1800" dirty="0" err="1">
                <a:latin typeface="Consolas"/>
              </a:rPr>
              <a:t>volumes</a:t>
            </a:r>
            <a:r>
              <a:rPr lang="es-ES" sz="1800" dirty="0">
                <a:latin typeface="Consolas"/>
              </a:rPr>
              <a:t>:</a:t>
            </a:r>
            <a:br>
              <a:rPr lang="es-ES" sz="1800">
                <a:latin typeface="Consolas"/>
              </a:rPr>
            </a:br>
            <a:r>
              <a:rPr lang="es-ES" sz="1800" dirty="0">
                <a:latin typeface="Consolas"/>
              </a:rPr>
              <a:t>  </a:t>
            </a:r>
            <a:r>
              <a:rPr lang="es-ES" sz="1800" dirty="0" err="1">
                <a:latin typeface="Consolas"/>
              </a:rPr>
              <a:t>db</a:t>
            </a:r>
            <a:r>
              <a:rPr lang="es-ES" sz="1800" dirty="0">
                <a:latin typeface="Consolas"/>
              </a:rPr>
              <a:t>-data:</a:t>
            </a:r>
            <a:endParaRPr lang="es-ES" sz="1800" dirty="0"/>
          </a:p>
          <a:p>
            <a:pPr>
              <a:buNone/>
            </a:pPr>
            <a:r>
              <a:rPr lang="es-ES" sz="1800">
                <a:ea typeface="+mn-lt"/>
                <a:cs typeface="+mn-lt"/>
              </a:rPr>
              <a:t>Separación clara: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Servicios → lógica 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Red → comunicación </a:t>
            </a:r>
            <a:endParaRPr lang="es-ES" sz="1800"/>
          </a:p>
          <a:p>
            <a:pPr>
              <a:buFont typeface="Arial"/>
              <a:buChar char="•"/>
            </a:pPr>
            <a:r>
              <a:rPr lang="es-ES" sz="1800">
                <a:ea typeface="+mn-lt"/>
                <a:cs typeface="+mn-lt"/>
              </a:rPr>
              <a:t>Volumen → persistencia</a:t>
            </a:r>
            <a:endParaRPr lang="es-ES" sz="1800"/>
          </a:p>
          <a:p>
            <a:pPr marL="0" indent="0">
              <a:buNone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91416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bitación con servidores iluminados">
            <a:extLst>
              <a:ext uri="{FF2B5EF4-FFF2-40B4-BE49-F238E27FC236}">
                <a16:creationId xmlns:a16="http://schemas.microsoft.com/office/drawing/2014/main" id="{2B7F8D64-1773-B417-5321-62910D7A3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42" r="38607" b="-3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379DCB-9EE1-FD83-BCF2-056A5ACE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Comunicación entre servicios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BBFDC4-BB40-393D-2FF8-92DE999F9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Docker crea una red interna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Los servicios se comunican por </a:t>
            </a:r>
            <a:r>
              <a:rPr lang="es-ES" sz="2000" b="1">
                <a:ea typeface="+mn-lt"/>
                <a:cs typeface="+mn-lt"/>
              </a:rPr>
              <a:t>nombre</a:t>
            </a:r>
            <a:r>
              <a:rPr lang="es-ES" sz="2000">
                <a:ea typeface="+mn-lt"/>
                <a:cs typeface="+mn-lt"/>
              </a:rPr>
              <a:t> 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Ejemplo:</a:t>
            </a:r>
            <a:endParaRPr lang="es-ES" sz="2000"/>
          </a:p>
          <a:p>
            <a:pPr>
              <a:buNone/>
            </a:pPr>
            <a:r>
              <a:rPr lang="es-ES" sz="2000">
                <a:latin typeface="Consolas"/>
              </a:rPr>
              <a:t>environment: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  DB_HOST: database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No se usa localhost ❌</a:t>
            </a:r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Se usa el nombre del servicio ✔️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38644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148B94-829B-4D06-81FB-D8797E1EC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38B670-B9E9-2FEF-46E0-0DF22160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987" y="552160"/>
            <a:ext cx="5847781" cy="1046671"/>
          </a:xfrm>
        </p:spPr>
        <p:txBody>
          <a:bodyPr>
            <a:normAutofit/>
          </a:bodyPr>
          <a:lstStyle/>
          <a:p>
            <a:r>
              <a:rPr lang="es-ES" sz="2800">
                <a:ea typeface="+mj-lt"/>
                <a:cs typeface="+mj-lt"/>
              </a:rPr>
              <a:t>Base de datos con persistencia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82603"/>
            <a:ext cx="79400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3E489-08F5-9547-36AC-5B0790953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988" y="2551558"/>
            <a:ext cx="5847780" cy="33478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database: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 image: postgres:15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 environment: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   POSTGRES_DB: app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   POSTGRES_USER: user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   POSTGRES_PASSWORD: password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  volumes:</a:t>
            </a:r>
            <a:endParaRPr lang="es-ES" sz="2000"/>
          </a:p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    - db-data:/var/lib/postgresql/data</a:t>
            </a:r>
            <a:endParaRPr lang="es-ES" sz="20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0E4A9B32-2DDC-AB4C-D485-8865838A5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56" r="47820" b="-3"/>
          <a:stretch>
            <a:fillRect/>
          </a:stretch>
        </p:blipFill>
        <p:spPr>
          <a:xfrm>
            <a:off x="7940040" y="10"/>
            <a:ext cx="4251960" cy="685799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8746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55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365AC-0465-A6EB-165A-904CE190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Backend conectado a DB</a:t>
            </a:r>
            <a:endParaRPr lang="es-E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C46965-DBBB-7047-D759-FDD71EA3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backend: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build: ./backend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ports: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  - "8080:8080"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environment: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  DB_HOST: database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  DB_USER: user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  DB_PASSWORD: password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depends_on:</a:t>
            </a:r>
            <a:b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</a:b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    - database</a:t>
            </a:r>
            <a:endParaRPr lang="es-E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None/>
            </a:pP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latin typeface="Consolas"/>
              </a:rPr>
              <a:t>depends_on</a:t>
            </a: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</a:t>
            </a:r>
            <a:endParaRPr lang="es-E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17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Controla orden de inicio (no garantiza disponibilidad total)</a:t>
            </a:r>
            <a:endParaRPr lang="es-E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s-ES" sz="1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3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C61019-6648-507A-73AE-1AE07039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Frontend conectado al backend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EDFC14-8C76-D93C-945B-1D39FEFE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3200" dirty="0" err="1">
                <a:ea typeface="+mn-lt"/>
                <a:cs typeface="+mn-lt"/>
              </a:rPr>
              <a:t>frontend</a:t>
            </a:r>
            <a:r>
              <a:rPr lang="es-ES" sz="3200" dirty="0">
                <a:ea typeface="+mn-lt"/>
                <a:cs typeface="+mn-lt"/>
              </a:rPr>
              <a:t>:</a:t>
            </a:r>
            <a:endParaRPr lang="es-ES" sz="3200" dirty="0"/>
          </a:p>
          <a:p>
            <a:pPr>
              <a:buNone/>
            </a:pPr>
            <a:r>
              <a:rPr lang="es-ES" sz="3200" dirty="0">
                <a:ea typeface="+mn-lt"/>
                <a:cs typeface="+mn-lt"/>
              </a:rPr>
              <a:t> </a:t>
            </a:r>
            <a:r>
              <a:rPr lang="es-ES" sz="3200" dirty="0" err="1">
                <a:ea typeface="+mn-lt"/>
                <a:cs typeface="+mn-lt"/>
              </a:rPr>
              <a:t>build</a:t>
            </a:r>
            <a:r>
              <a:rPr lang="es-ES" sz="3200" dirty="0">
                <a:ea typeface="+mn-lt"/>
                <a:cs typeface="+mn-lt"/>
              </a:rPr>
              <a:t>: ./</a:t>
            </a:r>
            <a:r>
              <a:rPr lang="es-ES" sz="3200" dirty="0" err="1">
                <a:ea typeface="+mn-lt"/>
                <a:cs typeface="+mn-lt"/>
              </a:rPr>
              <a:t>frontend</a:t>
            </a:r>
            <a:endParaRPr lang="es-ES" sz="3200" dirty="0" err="1"/>
          </a:p>
          <a:p>
            <a:pPr>
              <a:buNone/>
            </a:pPr>
            <a:r>
              <a:rPr lang="es-ES" sz="3200" dirty="0">
                <a:ea typeface="+mn-lt"/>
                <a:cs typeface="+mn-lt"/>
              </a:rPr>
              <a:t> </a:t>
            </a:r>
            <a:r>
              <a:rPr lang="es-ES" sz="3200" dirty="0" err="1">
                <a:ea typeface="+mn-lt"/>
                <a:cs typeface="+mn-lt"/>
              </a:rPr>
              <a:t>ports</a:t>
            </a:r>
            <a:r>
              <a:rPr lang="es-ES" sz="3200" dirty="0">
                <a:ea typeface="+mn-lt"/>
                <a:cs typeface="+mn-lt"/>
              </a:rPr>
              <a:t>:</a:t>
            </a:r>
            <a:endParaRPr lang="es-ES" sz="3200" dirty="0"/>
          </a:p>
          <a:p>
            <a:pPr>
              <a:buNone/>
            </a:pPr>
            <a:r>
              <a:rPr lang="es-ES" sz="3200">
                <a:ea typeface="+mn-lt"/>
                <a:cs typeface="+mn-lt"/>
              </a:rPr>
              <a:t> - "4200:80"</a:t>
            </a:r>
            <a:endParaRPr lang="es-ES" sz="3200"/>
          </a:p>
          <a:p>
            <a:pPr>
              <a:buNone/>
            </a:pPr>
            <a:r>
              <a:rPr lang="es-ES" sz="3200" dirty="0">
                <a:ea typeface="+mn-lt"/>
                <a:cs typeface="+mn-lt"/>
              </a:rPr>
              <a:t> </a:t>
            </a:r>
            <a:r>
              <a:rPr lang="es-ES" sz="3200" dirty="0" err="1">
                <a:ea typeface="+mn-lt"/>
                <a:cs typeface="+mn-lt"/>
              </a:rPr>
              <a:t>depends_on</a:t>
            </a:r>
            <a:r>
              <a:rPr lang="es-ES" sz="3200" dirty="0">
                <a:ea typeface="+mn-lt"/>
                <a:cs typeface="+mn-lt"/>
              </a:rPr>
              <a:t>:</a:t>
            </a:r>
            <a:endParaRPr lang="es-ES" sz="3200" dirty="0"/>
          </a:p>
          <a:p>
            <a:pPr marL="0" indent="0">
              <a:buNone/>
            </a:pPr>
            <a:r>
              <a:rPr lang="es-ES" sz="3200" dirty="0">
                <a:ea typeface="+mn-lt"/>
                <a:cs typeface="+mn-lt"/>
              </a:rPr>
              <a:t> - </a:t>
            </a:r>
            <a:r>
              <a:rPr lang="es-ES" sz="3200" dirty="0" err="1">
                <a:ea typeface="+mn-lt"/>
                <a:cs typeface="+mn-lt"/>
              </a:rPr>
              <a:t>backend</a:t>
            </a:r>
            <a:endParaRPr lang="es-ES" sz="3200" dirty="0" err="1"/>
          </a:p>
        </p:txBody>
      </p:sp>
    </p:spTree>
    <p:extLst>
      <p:ext uri="{BB962C8B-B14F-4D97-AF65-F5344CB8AC3E}">
        <p14:creationId xmlns:p14="http://schemas.microsoft.com/office/powerpoint/2010/main" val="242371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íneas y puntos de alambre conectados">
            <a:extLst>
              <a:ext uri="{FF2B5EF4-FFF2-40B4-BE49-F238E27FC236}">
                <a16:creationId xmlns:a16="http://schemas.microsoft.com/office/drawing/2014/main" id="{A018A98C-A73A-D561-4816-FF06E1649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84" r="18834" b="-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3659A2-FB61-E2B2-86D4-B1AE4013A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Redes en Docker Compose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0ED3A0-11BD-A7DB-5F39-AFAE25057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latin typeface="Consolas"/>
              </a:rPr>
              <a:t>networks:</a:t>
            </a:r>
            <a:br>
              <a:rPr lang="es-ES" sz="1700">
                <a:latin typeface="Consolas"/>
              </a:rPr>
            </a:br>
            <a:r>
              <a:rPr lang="es-ES" sz="1700">
                <a:latin typeface="Consolas"/>
              </a:rPr>
              <a:t>  app-network: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Asignación:</a:t>
            </a:r>
            <a:endParaRPr lang="es-ES" sz="1700"/>
          </a:p>
          <a:p>
            <a:pPr>
              <a:buNone/>
            </a:pPr>
            <a:r>
              <a:rPr lang="es-ES" sz="1700">
                <a:latin typeface="Consolas"/>
              </a:rPr>
              <a:t>services:</a:t>
            </a:r>
            <a:br>
              <a:rPr lang="es-ES" sz="1700">
                <a:latin typeface="Consolas"/>
              </a:rPr>
            </a:br>
            <a:r>
              <a:rPr lang="es-ES" sz="1700">
                <a:latin typeface="Consolas"/>
              </a:rPr>
              <a:t>  backend:</a:t>
            </a:r>
            <a:br>
              <a:rPr lang="es-ES" sz="1700">
                <a:latin typeface="Consolas"/>
              </a:rPr>
            </a:br>
            <a:r>
              <a:rPr lang="es-ES" sz="1700">
                <a:latin typeface="Consolas"/>
              </a:rPr>
              <a:t>    networks:</a:t>
            </a:r>
            <a:br>
              <a:rPr lang="es-ES" sz="1700">
                <a:latin typeface="Consolas"/>
              </a:rPr>
            </a:br>
            <a:r>
              <a:rPr lang="es-ES" sz="1700">
                <a:latin typeface="Consolas"/>
              </a:rPr>
              <a:t>      - app-network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Permite: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Aislamiento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Seguridad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Comunicación controlada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1939691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bros en un estante">
            <a:extLst>
              <a:ext uri="{FF2B5EF4-FFF2-40B4-BE49-F238E27FC236}">
                <a16:creationId xmlns:a16="http://schemas.microsoft.com/office/drawing/2014/main" id="{B557B775-E9B2-326E-43FC-2B4CB60E8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19" r="34498" b="-10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3606651-2E2D-3C11-67DD-F67638C2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Volúmenes (persistencia real)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F3CBE6-00D6-AAD4-7164-91E00291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latin typeface="Consolas"/>
              </a:rPr>
              <a:t>volumes: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  db-data: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Tipos:</a:t>
            </a:r>
          </a:p>
          <a:p>
            <a:pPr>
              <a:buFont typeface="Arial"/>
            </a:pPr>
            <a:r>
              <a:rPr lang="es-ES" sz="2000">
                <a:ea typeface="+mn-lt"/>
                <a:cs typeface="+mn-lt"/>
              </a:rPr>
              <a:t>Named volumes ✔️ (recomendado) </a:t>
            </a:r>
          </a:p>
          <a:p>
            <a:pPr>
              <a:buFont typeface="Arial"/>
            </a:pPr>
            <a:r>
              <a:rPr lang="es-ES" sz="2000">
                <a:ea typeface="+mn-lt"/>
                <a:cs typeface="+mn-lt"/>
              </a:rPr>
              <a:t>Bind mounts </a:t>
            </a:r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Uso real:</a:t>
            </a:r>
          </a:p>
          <a:p>
            <a:pPr>
              <a:buFont typeface="Arial"/>
            </a:pPr>
            <a:r>
              <a:rPr lang="es-ES" sz="2000">
                <a:ea typeface="+mn-lt"/>
                <a:cs typeface="+mn-lt"/>
              </a:rPr>
              <a:t>Bases de datos </a:t>
            </a:r>
          </a:p>
          <a:p>
            <a:pPr>
              <a:buFont typeface="Arial"/>
            </a:pPr>
            <a:r>
              <a:rPr lang="es-ES" sz="2000">
                <a:ea typeface="+mn-lt"/>
                <a:cs typeface="+mn-lt"/>
              </a:rPr>
              <a:t>Logs </a:t>
            </a:r>
          </a:p>
          <a:p>
            <a:pPr>
              <a:buFont typeface="Arial"/>
            </a:pPr>
            <a:r>
              <a:rPr lang="es-ES" sz="2000">
                <a:ea typeface="+mn-lt"/>
                <a:cs typeface="+mn-lt"/>
              </a:rPr>
              <a:t>Archivos persistentes</a:t>
            </a:r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435589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1F388391-9DE1-DE24-D471-C1D086DF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93" r="47957" b="-3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852C3E1-B17C-A88C-C37A-ED3E0080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Variables de entorno (PRO)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7AB53-8A0A-4B55-AFDD-771269E93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Archivo </a:t>
            </a:r>
            <a:r>
              <a:rPr lang="es-ES" sz="2000">
                <a:latin typeface="Consolas"/>
              </a:rPr>
              <a:t>.env</a:t>
            </a:r>
            <a:r>
              <a:rPr lang="es-ES" sz="2000">
                <a:ea typeface="+mn-lt"/>
                <a:cs typeface="+mn-lt"/>
              </a:rPr>
              <a:t>:</a:t>
            </a:r>
            <a:endParaRPr lang="es-ES" sz="2000"/>
          </a:p>
          <a:p>
            <a:pPr>
              <a:buNone/>
            </a:pPr>
            <a:r>
              <a:rPr lang="es-ES" sz="2000">
                <a:latin typeface="Consolas"/>
              </a:rPr>
              <a:t>DB_USER=user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DB_PASSWORD=password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Compose:</a:t>
            </a:r>
            <a:endParaRPr lang="es-ES" sz="2000"/>
          </a:p>
          <a:p>
            <a:pPr>
              <a:buNone/>
            </a:pPr>
            <a:r>
              <a:rPr lang="es-ES" sz="2000">
                <a:latin typeface="Consolas"/>
              </a:rPr>
              <a:t>env_file: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  - .env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Beneficio: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Separación de configuración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Seguridad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774186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5FBC8F-C03A-204A-466A-49BC8AA1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+mj-lt"/>
                <a:cs typeface="+mj-lt"/>
              </a:rPr>
              <a:t>Comandos clave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514090-48DF-EEE8-C679-F475DFD91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400">
                <a:latin typeface="Consolas"/>
              </a:rPr>
              <a:t>docker-compose up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docker-compose up -d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docker-compose down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docker-compose build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Flujo típico: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Build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Up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Test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Down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80926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aves en el mar">
            <a:extLst>
              <a:ext uri="{FF2B5EF4-FFF2-40B4-BE49-F238E27FC236}">
                <a16:creationId xmlns:a16="http://schemas.microsoft.com/office/drawing/2014/main" id="{8A40F2C6-FD34-44FC-DE8D-3D9BFD11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89" r="26603" b="4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17C7213-4B26-4B05-37E4-5F88F880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Buenas prácticas profesionales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AECA4C-40BA-195F-0883-CE2C80AAB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>
                <a:ea typeface="+mn-lt"/>
                <a:cs typeface="+mn-lt"/>
              </a:rPr>
              <a:t>No usar </a:t>
            </a:r>
            <a:r>
              <a:rPr lang="es-ES" sz="2000">
                <a:latin typeface="Consolas"/>
              </a:rPr>
              <a:t>latest</a:t>
            </a:r>
            <a:r>
              <a:rPr lang="es-ES" sz="2000">
                <a:ea typeface="+mn-lt"/>
                <a:cs typeface="+mn-lt"/>
              </a:rPr>
              <a:t> </a:t>
            </a:r>
            <a:endParaRPr lang="es-ES" sz="2000"/>
          </a:p>
          <a:p>
            <a:r>
              <a:rPr lang="es-ES" sz="2000">
                <a:ea typeface="+mn-lt"/>
                <a:cs typeface="+mn-lt"/>
              </a:rPr>
              <a:t>Separar ambientes (dev/prod) </a:t>
            </a:r>
            <a:endParaRPr lang="es-ES" sz="2000"/>
          </a:p>
          <a:p>
            <a:r>
              <a:rPr lang="es-ES" sz="2000">
                <a:ea typeface="+mn-lt"/>
                <a:cs typeface="+mn-lt"/>
              </a:rPr>
              <a:t>Usar </a:t>
            </a:r>
            <a:r>
              <a:rPr lang="es-ES" sz="2000">
                <a:latin typeface="Consolas"/>
              </a:rPr>
              <a:t>.env</a:t>
            </a:r>
            <a:r>
              <a:rPr lang="es-ES" sz="2000">
                <a:ea typeface="+mn-lt"/>
                <a:cs typeface="+mn-lt"/>
              </a:rPr>
              <a:t> </a:t>
            </a:r>
            <a:endParaRPr lang="es-ES" sz="2000"/>
          </a:p>
          <a:p>
            <a:r>
              <a:rPr lang="es-ES" sz="2000">
                <a:ea typeface="+mn-lt"/>
                <a:cs typeface="+mn-lt"/>
              </a:rPr>
              <a:t>No exponer puertos innecesarios </a:t>
            </a:r>
            <a:endParaRPr lang="es-ES" sz="2000"/>
          </a:p>
          <a:p>
            <a:r>
              <a:rPr lang="es-ES" sz="2000">
                <a:ea typeface="+mn-lt"/>
                <a:cs typeface="+mn-lt"/>
              </a:rPr>
              <a:t>Definir healthchecks (nivel PRO)</a:t>
            </a:r>
            <a:endParaRPr lang="es-ES" sz="2000"/>
          </a:p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472657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ADE5B-ADDB-D374-1D33-7AFBB41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60"/>
            <a:ext cx="10515600" cy="1325563"/>
          </a:xfrm>
        </p:spPr>
        <p:txBody>
          <a:bodyPr/>
          <a:lstStyle/>
          <a:p>
            <a:r>
              <a:rPr lang="es-ES">
                <a:ea typeface="+mj-lt"/>
                <a:cs typeface="+mj-lt"/>
              </a:rPr>
              <a:t>Arquitectura completa (ejemplo final)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5259E-CC40-1F71-3198-B049E669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472" y="953845"/>
            <a:ext cx="10890142" cy="581076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buNone/>
            </a:pPr>
            <a:r>
              <a:rPr lang="es-ES" dirty="0" err="1">
                <a:ea typeface="+mn-lt"/>
                <a:cs typeface="+mn-lt"/>
              </a:rPr>
              <a:t>version</a:t>
            </a:r>
            <a:r>
              <a:rPr lang="es-ES" dirty="0">
                <a:ea typeface="+mn-lt"/>
                <a:cs typeface="+mn-lt"/>
              </a:rPr>
              <a:t>: "3.9"</a:t>
            </a:r>
            <a:endParaRPr lang="es-ES" dirty="0"/>
          </a:p>
          <a:p>
            <a:pPr>
              <a:buNone/>
            </a:pPr>
            <a:r>
              <a:rPr lang="es-ES" dirty="0" err="1">
                <a:ea typeface="+mn-lt"/>
                <a:cs typeface="+mn-lt"/>
              </a:rPr>
              <a:t>services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 </a:t>
            </a:r>
            <a:r>
              <a:rPr lang="es-ES" dirty="0" err="1">
                <a:ea typeface="+mn-lt"/>
                <a:cs typeface="+mn-lt"/>
              </a:rPr>
              <a:t>database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image</a:t>
            </a:r>
            <a:r>
              <a:rPr lang="es-ES" dirty="0">
                <a:ea typeface="+mn-lt"/>
                <a:cs typeface="+mn-lt"/>
              </a:rPr>
              <a:t>: postgres:15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environment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      POSTGRES_DB: app</a:t>
            </a:r>
            <a:endParaRPr lang="es-ES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POSTGRES_USER: </a:t>
            </a:r>
            <a:r>
              <a:rPr lang="es-ES" dirty="0" err="1">
                <a:ea typeface="+mn-lt"/>
                <a:cs typeface="+mn-lt"/>
              </a:rPr>
              <a:t>user</a:t>
            </a:r>
            <a:endParaRPr lang="es-ES" dirty="0" err="1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POSTGRES_PASSWORD: </a:t>
            </a:r>
            <a:r>
              <a:rPr lang="es-ES" dirty="0" err="1">
                <a:ea typeface="+mn-lt"/>
                <a:cs typeface="+mn-lt"/>
              </a:rPr>
              <a:t>password</a:t>
            </a:r>
            <a:endParaRPr lang="es-ES" dirty="0" err="1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volumes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- </a:t>
            </a:r>
            <a:r>
              <a:rPr lang="es-ES" dirty="0" err="1">
                <a:ea typeface="+mn-lt"/>
                <a:cs typeface="+mn-lt"/>
              </a:rPr>
              <a:t>db</a:t>
            </a:r>
            <a:r>
              <a:rPr lang="es-ES" dirty="0">
                <a:ea typeface="+mn-lt"/>
                <a:cs typeface="+mn-lt"/>
              </a:rPr>
              <a:t>-data:/</a:t>
            </a:r>
            <a:r>
              <a:rPr lang="es-ES" dirty="0" err="1">
                <a:ea typeface="+mn-lt"/>
                <a:cs typeface="+mn-lt"/>
              </a:rPr>
              <a:t>var</a:t>
            </a:r>
            <a:r>
              <a:rPr lang="es-ES" dirty="0">
                <a:ea typeface="+mn-lt"/>
                <a:cs typeface="+mn-lt"/>
              </a:rPr>
              <a:t>/</a:t>
            </a:r>
            <a:r>
              <a:rPr lang="es-ES" dirty="0" err="1">
                <a:ea typeface="+mn-lt"/>
                <a:cs typeface="+mn-lt"/>
              </a:rPr>
              <a:t>lib</a:t>
            </a:r>
            <a:r>
              <a:rPr lang="es-ES" dirty="0">
                <a:ea typeface="+mn-lt"/>
                <a:cs typeface="+mn-lt"/>
              </a:rPr>
              <a:t>/</a:t>
            </a:r>
            <a:r>
              <a:rPr lang="es-ES" dirty="0" err="1">
                <a:ea typeface="+mn-lt"/>
                <a:cs typeface="+mn-lt"/>
              </a:rPr>
              <a:t>postgresql</a:t>
            </a:r>
            <a:r>
              <a:rPr lang="es-ES" dirty="0">
                <a:ea typeface="+mn-lt"/>
                <a:cs typeface="+mn-lt"/>
              </a:rPr>
              <a:t>/data</a:t>
            </a:r>
            <a:endParaRPr lang="es-ES" dirty="0"/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 </a:t>
            </a:r>
            <a:r>
              <a:rPr lang="es-ES" dirty="0" err="1">
                <a:ea typeface="+mn-lt"/>
                <a:cs typeface="+mn-lt"/>
              </a:rPr>
              <a:t>backend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build</a:t>
            </a:r>
            <a:r>
              <a:rPr lang="es-ES" dirty="0">
                <a:ea typeface="+mn-lt"/>
                <a:cs typeface="+mn-lt"/>
              </a:rPr>
              <a:t>: ./</a:t>
            </a:r>
            <a:r>
              <a:rPr lang="es-ES" dirty="0" err="1">
                <a:ea typeface="+mn-lt"/>
                <a:cs typeface="+mn-lt"/>
              </a:rPr>
              <a:t>backend</a:t>
            </a:r>
            <a:endParaRPr lang="es-ES" dirty="0" err="1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ports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      - "8080:8080"</a:t>
            </a:r>
            <a:endParaRPr lang="es-ES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environment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DB_HOST: </a:t>
            </a:r>
            <a:r>
              <a:rPr lang="es-ES" dirty="0" err="1">
                <a:ea typeface="+mn-lt"/>
                <a:cs typeface="+mn-lt"/>
              </a:rPr>
              <a:t>database</a:t>
            </a:r>
            <a:endParaRPr lang="es-ES" dirty="0" err="1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depends_on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- </a:t>
            </a:r>
            <a:r>
              <a:rPr lang="es-ES" dirty="0" err="1">
                <a:ea typeface="+mn-lt"/>
                <a:cs typeface="+mn-lt"/>
              </a:rPr>
              <a:t>database</a:t>
            </a:r>
            <a:endParaRPr lang="es-ES" dirty="0" err="1"/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 </a:t>
            </a:r>
            <a:r>
              <a:rPr lang="es-ES" dirty="0" err="1">
                <a:ea typeface="+mn-lt"/>
                <a:cs typeface="+mn-lt"/>
              </a:rPr>
              <a:t>frontend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build</a:t>
            </a:r>
            <a:r>
              <a:rPr lang="es-ES" dirty="0">
                <a:ea typeface="+mn-lt"/>
                <a:cs typeface="+mn-lt"/>
              </a:rPr>
              <a:t>: ./</a:t>
            </a:r>
            <a:r>
              <a:rPr lang="es-ES" dirty="0" err="1">
                <a:ea typeface="+mn-lt"/>
                <a:cs typeface="+mn-lt"/>
              </a:rPr>
              <a:t>frontend</a:t>
            </a:r>
            <a:endParaRPr lang="es-ES" dirty="0" err="1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ports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      - "4200:80"</a:t>
            </a:r>
            <a:endParaRPr lang="es-ES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 </a:t>
            </a:r>
            <a:r>
              <a:rPr lang="es-ES" dirty="0" err="1">
                <a:ea typeface="+mn-lt"/>
                <a:cs typeface="+mn-lt"/>
              </a:rPr>
              <a:t>depends_on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>
              <a:buNone/>
            </a:pPr>
            <a:r>
              <a:rPr lang="es-ES" dirty="0">
                <a:ea typeface="+mn-lt"/>
                <a:cs typeface="+mn-lt"/>
              </a:rPr>
              <a:t>      - </a:t>
            </a:r>
            <a:r>
              <a:rPr lang="es-ES" dirty="0" err="1">
                <a:ea typeface="+mn-lt"/>
                <a:cs typeface="+mn-lt"/>
              </a:rPr>
              <a:t>backend</a:t>
            </a:r>
            <a:endParaRPr lang="es-ES" dirty="0" err="1"/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 dirty="0" err="1">
                <a:ea typeface="+mn-lt"/>
                <a:cs typeface="+mn-lt"/>
              </a:rPr>
              <a:t>volumes</a:t>
            </a:r>
            <a:r>
              <a:rPr lang="es-ES" dirty="0">
                <a:ea typeface="+mn-lt"/>
                <a:cs typeface="+mn-lt"/>
              </a:rPr>
              <a:t>:</a:t>
            </a:r>
            <a:endParaRPr lang="es-ES" dirty="0"/>
          </a:p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  </a:t>
            </a:r>
            <a:r>
              <a:rPr lang="es-ES" dirty="0" err="1">
                <a:ea typeface="+mn-lt"/>
                <a:cs typeface="+mn-lt"/>
              </a:rPr>
              <a:t>db</a:t>
            </a:r>
            <a:r>
              <a:rPr lang="es-ES" dirty="0">
                <a:ea typeface="+mn-lt"/>
                <a:cs typeface="+mn-lt"/>
              </a:rPr>
              <a:t>-data: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8320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822B67-F0B5-C4E3-82A1-F07912E9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Actividad práctica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5F8E26-0C8B-B0DE-8CD6-F41A6343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Los estudiantes deben: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Integrar: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Frontend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Backend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Base de datos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Crear su </a:t>
            </a:r>
            <a:r>
              <a:rPr lang="es-ES" sz="2000">
                <a:latin typeface="Consolas"/>
              </a:rPr>
              <a:t>docker-compose.yml</a:t>
            </a:r>
            <a:r>
              <a:rPr lang="es-ES" sz="2000">
                <a:ea typeface="+mn-lt"/>
                <a:cs typeface="+mn-lt"/>
              </a:rPr>
              <a:t>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Levantar todo el sistema: </a:t>
            </a:r>
            <a:endParaRPr lang="es-ES" sz="2000"/>
          </a:p>
          <a:p>
            <a:pPr indent="0">
              <a:buNone/>
            </a:pPr>
            <a:r>
              <a:rPr lang="es-ES" sz="2000">
                <a:latin typeface="Consolas"/>
              </a:rPr>
              <a:t>docker-compose up -d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Validar: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UI funcionando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APIs con Postman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Datos persistidos en DB 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229575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7900BC-722A-AD72-1B2E-F860311E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Mensaje de Hoy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3CB220-2ED8-3F99-6A03-E5C8F3901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3200">
                <a:ea typeface="+mn-lt"/>
                <a:cs typeface="+mn-lt"/>
              </a:rPr>
              <a:t>“Hoy no solo conectaron servicios…</a:t>
            </a:r>
            <a:br>
              <a:rPr lang="es-ES" sz="3200">
                <a:ea typeface="+mn-lt"/>
                <a:cs typeface="+mn-lt"/>
              </a:rPr>
            </a:br>
            <a:r>
              <a:rPr lang="es-ES" sz="3200">
                <a:ea typeface="+mn-lt"/>
                <a:cs typeface="+mn-lt"/>
              </a:rPr>
              <a:t> conectaron las piezas de un sistema que ya puede existir en el mundo real.”</a:t>
            </a:r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1996075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Ingeniería de Software</vt:lpstr>
      <vt:lpstr>Objetivo de la clase</vt:lpstr>
      <vt:lpstr>¿Qué problema resuelve Docker Compose?</vt:lpstr>
      <vt:lpstr>¿Qué es docker-compose.yml?</vt:lpstr>
      <vt:lpstr>Estructura profesional de un Compose</vt:lpstr>
      <vt:lpstr>Comunicación entre servicios</vt:lpstr>
      <vt:lpstr>Base de datos con persistencia</vt:lpstr>
      <vt:lpstr>Backend conectado a DB</vt:lpstr>
      <vt:lpstr>Frontend conectado al backend</vt:lpstr>
      <vt:lpstr>Redes en Docker Compose</vt:lpstr>
      <vt:lpstr>Volúmenes (persistencia real)</vt:lpstr>
      <vt:lpstr>Variables de entorno (PRO)</vt:lpstr>
      <vt:lpstr>Comandos clave</vt:lpstr>
      <vt:lpstr>Buenas prácticas profesionales</vt:lpstr>
      <vt:lpstr>Arquitectura completa (ejemplo final)</vt:lpstr>
      <vt:lpstr>Actividad práctica</vt:lpstr>
      <vt:lpstr>Mensaje de Hoy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92</cp:revision>
  <dcterms:created xsi:type="dcterms:W3CDTF">2026-04-04T22:02:48Z</dcterms:created>
  <dcterms:modified xsi:type="dcterms:W3CDTF">2026-04-04T22:25:49Z</dcterms:modified>
</cp:coreProperties>
</file>