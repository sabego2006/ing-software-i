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D177A3-D617-8127-0E15-0FDEDC5587CA}" v="92" dt="2026-02-14T04:01:03.4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FERNEY ORTIZ PARRA" userId="S::luiferneyortiz@ucundinamarca.edu.co::311f1f2d-e9a2-4bc8-96ab-a2f2d284c8a5" providerId="AD" clId="Web-{B7D177A3-D617-8127-0E15-0FDEDC5587CA}"/>
    <pc:docChg chg="addSld modSld">
      <pc:chgData name="LUIFERNEY ORTIZ PARRA" userId="S::luiferneyortiz@ucundinamarca.edu.co::311f1f2d-e9a2-4bc8-96ab-a2f2d284c8a5" providerId="AD" clId="Web-{B7D177A3-D617-8127-0E15-0FDEDC5587CA}" dt="2026-02-14T04:01:27.929" v="102"/>
      <pc:docMkLst>
        <pc:docMk/>
      </pc:docMkLst>
      <pc:sldChg chg="addSp delSp modSp mod setBg">
        <pc:chgData name="LUIFERNEY ORTIZ PARRA" userId="S::luiferneyortiz@ucundinamarca.edu.co::311f1f2d-e9a2-4bc8-96ab-a2f2d284c8a5" providerId="AD" clId="Web-{B7D177A3-D617-8127-0E15-0FDEDC5587CA}" dt="2026-02-14T03:59:17.401" v="89"/>
        <pc:sldMkLst>
          <pc:docMk/>
          <pc:sldMk cId="2406273178" sldId="256"/>
        </pc:sldMkLst>
        <pc:spChg chg="mod">
          <ac:chgData name="LUIFERNEY ORTIZ PARRA" userId="S::luiferneyortiz@ucundinamarca.edu.co::311f1f2d-e9a2-4bc8-96ab-a2f2d284c8a5" providerId="AD" clId="Web-{B7D177A3-D617-8127-0E15-0FDEDC5587CA}" dt="2026-02-14T03:59:17.401" v="89"/>
          <ac:spMkLst>
            <pc:docMk/>
            <pc:sldMk cId="2406273178" sldId="256"/>
            <ac:spMk id="2" creationId="{00000000-0000-0000-0000-000000000000}"/>
          </ac:spMkLst>
        </pc:spChg>
        <pc:spChg chg="mod">
          <ac:chgData name="LUIFERNEY ORTIZ PARRA" userId="S::luiferneyortiz@ucundinamarca.edu.co::311f1f2d-e9a2-4bc8-96ab-a2f2d284c8a5" providerId="AD" clId="Web-{B7D177A3-D617-8127-0E15-0FDEDC5587CA}" dt="2026-02-14T03:59:17.401" v="89"/>
          <ac:spMkLst>
            <pc:docMk/>
            <pc:sldMk cId="2406273178" sldId="256"/>
            <ac:spMk id="3" creationId="{00000000-0000-0000-0000-000000000000}"/>
          </ac:spMkLst>
        </pc:spChg>
        <pc:spChg chg="add del">
          <ac:chgData name="LUIFERNEY ORTIZ PARRA" userId="S::luiferneyortiz@ucundinamarca.edu.co::311f1f2d-e9a2-4bc8-96ab-a2f2d284c8a5" providerId="AD" clId="Web-{B7D177A3-D617-8127-0E15-0FDEDC5587CA}" dt="2026-02-14T03:59:17.401" v="89"/>
          <ac:spMkLst>
            <pc:docMk/>
            <pc:sldMk cId="2406273178" sldId="256"/>
            <ac:spMk id="9" creationId="{0E91F5CA-B392-444C-88E3-BF5BAAEBDEB0}"/>
          </ac:spMkLst>
        </pc:spChg>
        <pc:spChg chg="add del mod">
          <ac:chgData name="LUIFERNEY ORTIZ PARRA" userId="S::luiferneyortiz@ucundinamarca.edu.co::311f1f2d-e9a2-4bc8-96ab-a2f2d284c8a5" providerId="AD" clId="Web-{B7D177A3-D617-8127-0E15-0FDEDC5587CA}" dt="2026-02-14T03:59:17.401" v="89"/>
          <ac:spMkLst>
            <pc:docMk/>
            <pc:sldMk cId="2406273178" sldId="256"/>
            <ac:spMk id="11" creationId="{0459807F-B6FA-44D3-9A53-C55B6B56884A}"/>
          </ac:spMkLst>
        </pc:spChg>
        <pc:spChg chg="add">
          <ac:chgData name="LUIFERNEY ORTIZ PARRA" userId="S::luiferneyortiz@ucundinamarca.edu.co::311f1f2d-e9a2-4bc8-96ab-a2f2d284c8a5" providerId="AD" clId="Web-{B7D177A3-D617-8127-0E15-0FDEDC5587CA}" dt="2026-02-14T03:59:17.401" v="89"/>
          <ac:spMkLst>
            <pc:docMk/>
            <pc:sldMk cId="2406273178" sldId="256"/>
            <ac:spMk id="16" creationId="{ECC07320-C2CA-4E29-8481-9D9E143C7788}"/>
          </ac:spMkLst>
        </pc:spChg>
        <pc:spChg chg="add">
          <ac:chgData name="LUIFERNEY ORTIZ PARRA" userId="S::luiferneyortiz@ucundinamarca.edu.co::311f1f2d-e9a2-4bc8-96ab-a2f2d284c8a5" providerId="AD" clId="Web-{B7D177A3-D617-8127-0E15-0FDEDC5587CA}" dt="2026-02-14T03:59:17.401" v="89"/>
          <ac:spMkLst>
            <pc:docMk/>
            <pc:sldMk cId="2406273178" sldId="256"/>
            <ac:spMk id="18" creationId="{178FB36B-5BFE-42CA-BC60-1115E0D95EEC}"/>
          </ac:spMkLst>
        </pc:spChg>
        <pc:picChg chg="add mod ord">
          <ac:chgData name="LUIFERNEY ORTIZ PARRA" userId="S::luiferneyortiz@ucundinamarca.edu.co::311f1f2d-e9a2-4bc8-96ab-a2f2d284c8a5" providerId="AD" clId="Web-{B7D177A3-D617-8127-0E15-0FDEDC5587CA}" dt="2026-02-14T03:59:17.401" v="89"/>
          <ac:picMkLst>
            <pc:docMk/>
            <pc:sldMk cId="2406273178" sldId="256"/>
            <ac:picMk id="4" creationId="{A13FE824-955E-5399-64B8-CA7D883579E4}"/>
          </ac:picMkLst>
        </pc:picChg>
      </pc:sldChg>
      <pc:sldChg chg="addSp delSp modSp new mod setBg">
        <pc:chgData name="LUIFERNEY ORTIZ PARRA" userId="S::luiferneyortiz@ucundinamarca.edu.co::311f1f2d-e9a2-4bc8-96ab-a2f2d284c8a5" providerId="AD" clId="Web-{B7D177A3-D617-8127-0E15-0FDEDC5587CA}" dt="2026-02-14T03:59:26.308" v="90"/>
        <pc:sldMkLst>
          <pc:docMk/>
          <pc:sldMk cId="2671491955" sldId="257"/>
        </pc:sldMkLst>
        <pc:spChg chg="mod">
          <ac:chgData name="LUIFERNEY ORTIZ PARRA" userId="S::luiferneyortiz@ucundinamarca.edu.co::311f1f2d-e9a2-4bc8-96ab-a2f2d284c8a5" providerId="AD" clId="Web-{B7D177A3-D617-8127-0E15-0FDEDC5587CA}" dt="2026-02-14T03:59:26.308" v="90"/>
          <ac:spMkLst>
            <pc:docMk/>
            <pc:sldMk cId="2671491955" sldId="257"/>
            <ac:spMk id="2" creationId="{BC64A562-8369-2C49-B42D-3916CFFF6D68}"/>
          </ac:spMkLst>
        </pc:spChg>
        <pc:spChg chg="del mod">
          <ac:chgData name="LUIFERNEY ORTIZ PARRA" userId="S::luiferneyortiz@ucundinamarca.edu.co::311f1f2d-e9a2-4bc8-96ab-a2f2d284c8a5" providerId="AD" clId="Web-{B7D177A3-D617-8127-0E15-0FDEDC5587CA}" dt="2026-02-14T03:59:26.308" v="90"/>
          <ac:spMkLst>
            <pc:docMk/>
            <pc:sldMk cId="2671491955" sldId="257"/>
            <ac:spMk id="3" creationId="{C277EE48-A59B-485B-4C2F-39658016E2D0}"/>
          </ac:spMkLst>
        </pc:spChg>
        <pc:spChg chg="add">
          <ac:chgData name="LUIFERNEY ORTIZ PARRA" userId="S::luiferneyortiz@ucundinamarca.edu.co::311f1f2d-e9a2-4bc8-96ab-a2f2d284c8a5" providerId="AD" clId="Web-{B7D177A3-D617-8127-0E15-0FDEDC5587CA}" dt="2026-02-14T03:59:26.308" v="90"/>
          <ac:spMkLst>
            <pc:docMk/>
            <pc:sldMk cId="2671491955" sldId="257"/>
            <ac:spMk id="9" creationId="{BACC6370-2D7E-4714-9D71-7542949D7D5D}"/>
          </ac:spMkLst>
        </pc:spChg>
        <pc:spChg chg="add">
          <ac:chgData name="LUIFERNEY ORTIZ PARRA" userId="S::luiferneyortiz@ucundinamarca.edu.co::311f1f2d-e9a2-4bc8-96ab-a2f2d284c8a5" providerId="AD" clId="Web-{B7D177A3-D617-8127-0E15-0FDEDC5587CA}" dt="2026-02-14T03:59:26.308" v="90"/>
          <ac:spMkLst>
            <pc:docMk/>
            <pc:sldMk cId="2671491955" sldId="257"/>
            <ac:spMk id="11" creationId="{256B2C21-A230-48C0-8DF1-C46611373C44}"/>
          </ac:spMkLst>
        </pc:spChg>
        <pc:spChg chg="add">
          <ac:chgData name="LUIFERNEY ORTIZ PARRA" userId="S::luiferneyortiz@ucundinamarca.edu.co::311f1f2d-e9a2-4bc8-96ab-a2f2d284c8a5" providerId="AD" clId="Web-{B7D177A3-D617-8127-0E15-0FDEDC5587CA}" dt="2026-02-14T03:59:26.308" v="90"/>
          <ac:spMkLst>
            <pc:docMk/>
            <pc:sldMk cId="2671491955" sldId="257"/>
            <ac:spMk id="13" creationId="{3847E18C-932D-4C95-AABA-FEC7C9499AD7}"/>
          </ac:spMkLst>
        </pc:spChg>
        <pc:spChg chg="add">
          <ac:chgData name="LUIFERNEY ORTIZ PARRA" userId="S::luiferneyortiz@ucundinamarca.edu.co::311f1f2d-e9a2-4bc8-96ab-a2f2d284c8a5" providerId="AD" clId="Web-{B7D177A3-D617-8127-0E15-0FDEDC5587CA}" dt="2026-02-14T03:59:26.308" v="90"/>
          <ac:spMkLst>
            <pc:docMk/>
            <pc:sldMk cId="2671491955" sldId="257"/>
            <ac:spMk id="15" creationId="{3150CB11-0C61-439E-910F-5787759E72A0}"/>
          </ac:spMkLst>
        </pc:spChg>
        <pc:spChg chg="add">
          <ac:chgData name="LUIFERNEY ORTIZ PARRA" userId="S::luiferneyortiz@ucundinamarca.edu.co::311f1f2d-e9a2-4bc8-96ab-a2f2d284c8a5" providerId="AD" clId="Web-{B7D177A3-D617-8127-0E15-0FDEDC5587CA}" dt="2026-02-14T03:59:26.308" v="90"/>
          <ac:spMkLst>
            <pc:docMk/>
            <pc:sldMk cId="2671491955" sldId="257"/>
            <ac:spMk id="17" creationId="{43F8A58B-5155-44CE-A5FF-7647B47D0A7A}"/>
          </ac:spMkLst>
        </pc:spChg>
        <pc:spChg chg="add">
          <ac:chgData name="LUIFERNEY ORTIZ PARRA" userId="S::luiferneyortiz@ucundinamarca.edu.co::311f1f2d-e9a2-4bc8-96ab-a2f2d284c8a5" providerId="AD" clId="Web-{B7D177A3-D617-8127-0E15-0FDEDC5587CA}" dt="2026-02-14T03:59:26.308" v="90"/>
          <ac:spMkLst>
            <pc:docMk/>
            <pc:sldMk cId="2671491955" sldId="257"/>
            <ac:spMk id="19" creationId="{443F2ACA-E6D6-4028-82DD-F03C262D5DE6}"/>
          </ac:spMkLst>
        </pc:spChg>
        <pc:graphicFrameChg chg="add">
          <ac:chgData name="LUIFERNEY ORTIZ PARRA" userId="S::luiferneyortiz@ucundinamarca.edu.co::311f1f2d-e9a2-4bc8-96ab-a2f2d284c8a5" providerId="AD" clId="Web-{B7D177A3-D617-8127-0E15-0FDEDC5587CA}" dt="2026-02-14T03:59:26.308" v="90"/>
          <ac:graphicFrameMkLst>
            <pc:docMk/>
            <pc:sldMk cId="2671491955" sldId="257"/>
            <ac:graphicFrameMk id="5" creationId="{642827C7-78EF-DC95-84CD-A7602D154122}"/>
          </ac:graphicFrameMkLst>
        </pc:graphicFrameChg>
      </pc:sldChg>
      <pc:sldChg chg="addSp modSp new mod setBg">
        <pc:chgData name="LUIFERNEY ORTIZ PARRA" userId="S::luiferneyortiz@ucundinamarca.edu.co::311f1f2d-e9a2-4bc8-96ab-a2f2d284c8a5" providerId="AD" clId="Web-{B7D177A3-D617-8127-0E15-0FDEDC5587CA}" dt="2026-02-14T03:59:32.793" v="91"/>
        <pc:sldMkLst>
          <pc:docMk/>
          <pc:sldMk cId="4005127548" sldId="258"/>
        </pc:sldMkLst>
        <pc:spChg chg="mod">
          <ac:chgData name="LUIFERNEY ORTIZ PARRA" userId="S::luiferneyortiz@ucundinamarca.edu.co::311f1f2d-e9a2-4bc8-96ab-a2f2d284c8a5" providerId="AD" clId="Web-{B7D177A3-D617-8127-0E15-0FDEDC5587CA}" dt="2026-02-14T03:59:32.793" v="91"/>
          <ac:spMkLst>
            <pc:docMk/>
            <pc:sldMk cId="4005127548" sldId="258"/>
            <ac:spMk id="2" creationId="{E6C56BD2-FE5B-E148-1037-0A1BF39271E5}"/>
          </ac:spMkLst>
        </pc:spChg>
        <pc:spChg chg="mod">
          <ac:chgData name="LUIFERNEY ORTIZ PARRA" userId="S::luiferneyortiz@ucundinamarca.edu.co::311f1f2d-e9a2-4bc8-96ab-a2f2d284c8a5" providerId="AD" clId="Web-{B7D177A3-D617-8127-0E15-0FDEDC5587CA}" dt="2026-02-14T03:59:32.793" v="91"/>
          <ac:spMkLst>
            <pc:docMk/>
            <pc:sldMk cId="4005127548" sldId="258"/>
            <ac:spMk id="3" creationId="{F531DA1A-077F-90F1-3072-D21C0F8CF047}"/>
          </ac:spMkLst>
        </pc:spChg>
        <pc:spChg chg="add">
          <ac:chgData name="LUIFERNEY ORTIZ PARRA" userId="S::luiferneyortiz@ucundinamarca.edu.co::311f1f2d-e9a2-4bc8-96ab-a2f2d284c8a5" providerId="AD" clId="Web-{B7D177A3-D617-8127-0E15-0FDEDC5587CA}" dt="2026-02-14T03:59:32.793" v="91"/>
          <ac:spMkLst>
            <pc:docMk/>
            <pc:sldMk cId="4005127548" sldId="258"/>
            <ac:spMk id="9" creationId="{C0763A76-9F1C-4FC5-82B7-DD475DA461B2}"/>
          </ac:spMkLst>
        </pc:spChg>
        <pc:spChg chg="add">
          <ac:chgData name="LUIFERNEY ORTIZ PARRA" userId="S::luiferneyortiz@ucundinamarca.edu.co::311f1f2d-e9a2-4bc8-96ab-a2f2d284c8a5" providerId="AD" clId="Web-{B7D177A3-D617-8127-0E15-0FDEDC5587CA}" dt="2026-02-14T03:59:32.793" v="91"/>
          <ac:spMkLst>
            <pc:docMk/>
            <pc:sldMk cId="4005127548" sldId="258"/>
            <ac:spMk id="11" creationId="{E81BF4F6-F2CF-4984-9D14-D6966D92F99F}"/>
          </ac:spMkLst>
        </pc:spChg>
        <pc:picChg chg="add">
          <ac:chgData name="LUIFERNEY ORTIZ PARRA" userId="S::luiferneyortiz@ucundinamarca.edu.co::311f1f2d-e9a2-4bc8-96ab-a2f2d284c8a5" providerId="AD" clId="Web-{B7D177A3-D617-8127-0E15-0FDEDC5587CA}" dt="2026-02-14T03:59:32.793" v="91"/>
          <ac:picMkLst>
            <pc:docMk/>
            <pc:sldMk cId="4005127548" sldId="258"/>
            <ac:picMk id="5" creationId="{94640F71-06E1-FF97-D59B-E10D85560E49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B7D177A3-D617-8127-0E15-0FDEDC5587CA}" dt="2026-02-14T03:59:40.685" v="92"/>
        <pc:sldMkLst>
          <pc:docMk/>
          <pc:sldMk cId="3568846593" sldId="259"/>
        </pc:sldMkLst>
        <pc:spChg chg="mod">
          <ac:chgData name="LUIFERNEY ORTIZ PARRA" userId="S::luiferneyortiz@ucundinamarca.edu.co::311f1f2d-e9a2-4bc8-96ab-a2f2d284c8a5" providerId="AD" clId="Web-{B7D177A3-D617-8127-0E15-0FDEDC5587CA}" dt="2026-02-14T03:59:40.685" v="92"/>
          <ac:spMkLst>
            <pc:docMk/>
            <pc:sldMk cId="3568846593" sldId="259"/>
            <ac:spMk id="2" creationId="{2B050E1F-7252-8776-41E0-533944B5AD6E}"/>
          </ac:spMkLst>
        </pc:spChg>
        <pc:spChg chg="mod">
          <ac:chgData name="LUIFERNEY ORTIZ PARRA" userId="S::luiferneyortiz@ucundinamarca.edu.co::311f1f2d-e9a2-4bc8-96ab-a2f2d284c8a5" providerId="AD" clId="Web-{B7D177A3-D617-8127-0E15-0FDEDC5587CA}" dt="2026-02-14T03:59:40.685" v="92"/>
          <ac:spMkLst>
            <pc:docMk/>
            <pc:sldMk cId="3568846593" sldId="259"/>
            <ac:spMk id="3" creationId="{CB7444C7-21C7-86BF-D3AF-C2528D6CDA7A}"/>
          </ac:spMkLst>
        </pc:spChg>
        <pc:spChg chg="add">
          <ac:chgData name="LUIFERNEY ORTIZ PARRA" userId="S::luiferneyortiz@ucundinamarca.edu.co::311f1f2d-e9a2-4bc8-96ab-a2f2d284c8a5" providerId="AD" clId="Web-{B7D177A3-D617-8127-0E15-0FDEDC5587CA}" dt="2026-02-14T03:59:40.685" v="92"/>
          <ac:spMkLst>
            <pc:docMk/>
            <pc:sldMk cId="3568846593" sldId="259"/>
            <ac:spMk id="9" creationId="{C0763A76-9F1C-4FC5-82B7-DD475DA461B2}"/>
          </ac:spMkLst>
        </pc:spChg>
        <pc:spChg chg="add">
          <ac:chgData name="LUIFERNEY ORTIZ PARRA" userId="S::luiferneyortiz@ucundinamarca.edu.co::311f1f2d-e9a2-4bc8-96ab-a2f2d284c8a5" providerId="AD" clId="Web-{B7D177A3-D617-8127-0E15-0FDEDC5587CA}" dt="2026-02-14T03:59:40.685" v="92"/>
          <ac:spMkLst>
            <pc:docMk/>
            <pc:sldMk cId="3568846593" sldId="259"/>
            <ac:spMk id="11" creationId="{E81BF4F6-F2CF-4984-9D14-D6966D92F99F}"/>
          </ac:spMkLst>
        </pc:spChg>
        <pc:picChg chg="add">
          <ac:chgData name="LUIFERNEY ORTIZ PARRA" userId="S::luiferneyortiz@ucundinamarca.edu.co::311f1f2d-e9a2-4bc8-96ab-a2f2d284c8a5" providerId="AD" clId="Web-{B7D177A3-D617-8127-0E15-0FDEDC5587CA}" dt="2026-02-14T03:59:40.685" v="92"/>
          <ac:picMkLst>
            <pc:docMk/>
            <pc:sldMk cId="3568846593" sldId="259"/>
            <ac:picMk id="5" creationId="{2E53EB7F-D6E6-0A42-8324-F8FD919824B8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B7D177A3-D617-8127-0E15-0FDEDC5587CA}" dt="2026-02-14T03:59:47.779" v="93"/>
        <pc:sldMkLst>
          <pc:docMk/>
          <pc:sldMk cId="1192737641" sldId="260"/>
        </pc:sldMkLst>
        <pc:spChg chg="mod">
          <ac:chgData name="LUIFERNEY ORTIZ PARRA" userId="S::luiferneyortiz@ucundinamarca.edu.co::311f1f2d-e9a2-4bc8-96ab-a2f2d284c8a5" providerId="AD" clId="Web-{B7D177A3-D617-8127-0E15-0FDEDC5587CA}" dt="2026-02-14T03:59:47.779" v="93"/>
          <ac:spMkLst>
            <pc:docMk/>
            <pc:sldMk cId="1192737641" sldId="260"/>
            <ac:spMk id="2" creationId="{49B18810-080D-71BC-7EE2-392B0258F8C9}"/>
          </ac:spMkLst>
        </pc:spChg>
        <pc:spChg chg="mod">
          <ac:chgData name="LUIFERNEY ORTIZ PARRA" userId="S::luiferneyortiz@ucundinamarca.edu.co::311f1f2d-e9a2-4bc8-96ab-a2f2d284c8a5" providerId="AD" clId="Web-{B7D177A3-D617-8127-0E15-0FDEDC5587CA}" dt="2026-02-14T03:59:47.779" v="93"/>
          <ac:spMkLst>
            <pc:docMk/>
            <pc:sldMk cId="1192737641" sldId="260"/>
            <ac:spMk id="3" creationId="{5D7D208D-5F0B-7274-F399-FCDEC89C1802}"/>
          </ac:spMkLst>
        </pc:spChg>
        <pc:spChg chg="add">
          <ac:chgData name="LUIFERNEY ORTIZ PARRA" userId="S::luiferneyortiz@ucundinamarca.edu.co::311f1f2d-e9a2-4bc8-96ab-a2f2d284c8a5" providerId="AD" clId="Web-{B7D177A3-D617-8127-0E15-0FDEDC5587CA}" dt="2026-02-14T03:59:47.779" v="93"/>
          <ac:spMkLst>
            <pc:docMk/>
            <pc:sldMk cId="1192737641" sldId="260"/>
            <ac:spMk id="9" creationId="{C0763A76-9F1C-4FC5-82B7-DD475DA461B2}"/>
          </ac:spMkLst>
        </pc:spChg>
        <pc:spChg chg="add">
          <ac:chgData name="LUIFERNEY ORTIZ PARRA" userId="S::luiferneyortiz@ucundinamarca.edu.co::311f1f2d-e9a2-4bc8-96ab-a2f2d284c8a5" providerId="AD" clId="Web-{B7D177A3-D617-8127-0E15-0FDEDC5587CA}" dt="2026-02-14T03:59:47.779" v="93"/>
          <ac:spMkLst>
            <pc:docMk/>
            <pc:sldMk cId="1192737641" sldId="260"/>
            <ac:spMk id="11" creationId="{E81BF4F6-F2CF-4984-9D14-D6966D92F99F}"/>
          </ac:spMkLst>
        </pc:spChg>
        <pc:picChg chg="add">
          <ac:chgData name="LUIFERNEY ORTIZ PARRA" userId="S::luiferneyortiz@ucundinamarca.edu.co::311f1f2d-e9a2-4bc8-96ab-a2f2d284c8a5" providerId="AD" clId="Web-{B7D177A3-D617-8127-0E15-0FDEDC5587CA}" dt="2026-02-14T03:59:47.779" v="93"/>
          <ac:picMkLst>
            <pc:docMk/>
            <pc:sldMk cId="1192737641" sldId="260"/>
            <ac:picMk id="5" creationId="{3F162781-E60C-97DF-99CA-075E7E6F1BBD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B7D177A3-D617-8127-0E15-0FDEDC5587CA}" dt="2026-02-14T04:00:13.360" v="96"/>
        <pc:sldMkLst>
          <pc:docMk/>
          <pc:sldMk cId="3173030101" sldId="261"/>
        </pc:sldMkLst>
        <pc:spChg chg="mod">
          <ac:chgData name="LUIFERNEY ORTIZ PARRA" userId="S::luiferneyortiz@ucundinamarca.edu.co::311f1f2d-e9a2-4bc8-96ab-a2f2d284c8a5" providerId="AD" clId="Web-{B7D177A3-D617-8127-0E15-0FDEDC5587CA}" dt="2026-02-14T04:00:13.360" v="96"/>
          <ac:spMkLst>
            <pc:docMk/>
            <pc:sldMk cId="3173030101" sldId="261"/>
            <ac:spMk id="2" creationId="{36DB8AB7-E2BF-9FE2-9B98-48E3C3761330}"/>
          </ac:spMkLst>
        </pc:spChg>
        <pc:spChg chg="mod">
          <ac:chgData name="LUIFERNEY ORTIZ PARRA" userId="S::luiferneyortiz@ucundinamarca.edu.co::311f1f2d-e9a2-4bc8-96ab-a2f2d284c8a5" providerId="AD" clId="Web-{B7D177A3-D617-8127-0E15-0FDEDC5587CA}" dt="2026-02-14T04:00:13.360" v="96"/>
          <ac:spMkLst>
            <pc:docMk/>
            <pc:sldMk cId="3173030101" sldId="261"/>
            <ac:spMk id="3" creationId="{A412878F-FA75-4DEA-D227-F7CF0E9E6089}"/>
          </ac:spMkLst>
        </pc:spChg>
        <pc:spChg chg="add">
          <ac:chgData name="LUIFERNEY ORTIZ PARRA" userId="S::luiferneyortiz@ucundinamarca.edu.co::311f1f2d-e9a2-4bc8-96ab-a2f2d284c8a5" providerId="AD" clId="Web-{B7D177A3-D617-8127-0E15-0FDEDC5587CA}" dt="2026-02-14T04:00:13.360" v="96"/>
          <ac:spMkLst>
            <pc:docMk/>
            <pc:sldMk cId="3173030101" sldId="261"/>
            <ac:spMk id="9" creationId="{9F7D5CDA-D291-4307-BF55-1381FED29634}"/>
          </ac:spMkLst>
        </pc:spChg>
        <pc:spChg chg="add">
          <ac:chgData name="LUIFERNEY ORTIZ PARRA" userId="S::luiferneyortiz@ucundinamarca.edu.co::311f1f2d-e9a2-4bc8-96ab-a2f2d284c8a5" providerId="AD" clId="Web-{B7D177A3-D617-8127-0E15-0FDEDC5587CA}" dt="2026-02-14T04:00:13.360" v="96"/>
          <ac:spMkLst>
            <pc:docMk/>
            <pc:sldMk cId="3173030101" sldId="261"/>
            <ac:spMk id="11" creationId="{59B296B9-C5A5-4E4F-9B60-C907B5F1466C}"/>
          </ac:spMkLst>
        </pc:spChg>
        <pc:spChg chg="add">
          <ac:chgData name="LUIFERNEY ORTIZ PARRA" userId="S::luiferneyortiz@ucundinamarca.edu.co::311f1f2d-e9a2-4bc8-96ab-a2f2d284c8a5" providerId="AD" clId="Web-{B7D177A3-D617-8127-0E15-0FDEDC5587CA}" dt="2026-02-14T04:00:13.360" v="96"/>
          <ac:spMkLst>
            <pc:docMk/>
            <pc:sldMk cId="3173030101" sldId="261"/>
            <ac:spMk id="13" creationId="{D0300FD3-5AF1-6305-15FA-9078072672E2}"/>
          </ac:spMkLst>
        </pc:spChg>
        <pc:picChg chg="add">
          <ac:chgData name="LUIFERNEY ORTIZ PARRA" userId="S::luiferneyortiz@ucundinamarca.edu.co::311f1f2d-e9a2-4bc8-96ab-a2f2d284c8a5" providerId="AD" clId="Web-{B7D177A3-D617-8127-0E15-0FDEDC5587CA}" dt="2026-02-14T04:00:13.360" v="96"/>
          <ac:picMkLst>
            <pc:docMk/>
            <pc:sldMk cId="3173030101" sldId="261"/>
            <ac:picMk id="5" creationId="{69E2BBF7-64E0-1A09-2DF0-8CA1C8791375}"/>
          </ac:picMkLst>
        </pc:picChg>
      </pc:sldChg>
      <pc:sldChg chg="addSp delSp modSp new mod setBg">
        <pc:chgData name="LUIFERNEY ORTIZ PARRA" userId="S::luiferneyortiz@ucundinamarca.edu.co::311f1f2d-e9a2-4bc8-96ab-a2f2d284c8a5" providerId="AD" clId="Web-{B7D177A3-D617-8127-0E15-0FDEDC5587CA}" dt="2026-02-14T04:01:09.490" v="100"/>
        <pc:sldMkLst>
          <pc:docMk/>
          <pc:sldMk cId="360451529" sldId="262"/>
        </pc:sldMkLst>
        <pc:spChg chg="mod">
          <ac:chgData name="LUIFERNEY ORTIZ PARRA" userId="S::luiferneyortiz@ucundinamarca.edu.co::311f1f2d-e9a2-4bc8-96ab-a2f2d284c8a5" providerId="AD" clId="Web-{B7D177A3-D617-8127-0E15-0FDEDC5587CA}" dt="2026-02-14T04:01:09.490" v="100"/>
          <ac:spMkLst>
            <pc:docMk/>
            <pc:sldMk cId="360451529" sldId="262"/>
            <ac:spMk id="2" creationId="{CA9C6F52-26D0-9C38-E063-4A16E6A54655}"/>
          </ac:spMkLst>
        </pc:spChg>
        <pc:spChg chg="add del mod">
          <ac:chgData name="LUIFERNEY ORTIZ PARRA" userId="S::luiferneyortiz@ucundinamarca.edu.co::311f1f2d-e9a2-4bc8-96ab-a2f2d284c8a5" providerId="AD" clId="Web-{B7D177A3-D617-8127-0E15-0FDEDC5587CA}" dt="2026-02-14T04:01:09.490" v="100"/>
          <ac:spMkLst>
            <pc:docMk/>
            <pc:sldMk cId="360451529" sldId="262"/>
            <ac:spMk id="3" creationId="{23B7675B-9314-E0CF-0033-4DC16D63E558}"/>
          </ac:spMkLst>
        </pc:spChg>
        <pc:spChg chg="add del">
          <ac:chgData name="LUIFERNEY ORTIZ PARRA" userId="S::luiferneyortiz@ucundinamarca.edu.co::311f1f2d-e9a2-4bc8-96ab-a2f2d284c8a5" providerId="AD" clId="Web-{B7D177A3-D617-8127-0E15-0FDEDC5587CA}" dt="2026-02-14T04:00:32.471" v="98"/>
          <ac:spMkLst>
            <pc:docMk/>
            <pc:sldMk cId="360451529" sldId="262"/>
            <ac:spMk id="9" creationId="{BACC6370-2D7E-4714-9D71-7542949D7D5D}"/>
          </ac:spMkLst>
        </pc:spChg>
        <pc:spChg chg="add del">
          <ac:chgData name="LUIFERNEY ORTIZ PARRA" userId="S::luiferneyortiz@ucundinamarca.edu.co::311f1f2d-e9a2-4bc8-96ab-a2f2d284c8a5" providerId="AD" clId="Web-{B7D177A3-D617-8127-0E15-0FDEDC5587CA}" dt="2026-02-14T04:00:32.471" v="98"/>
          <ac:spMkLst>
            <pc:docMk/>
            <pc:sldMk cId="360451529" sldId="262"/>
            <ac:spMk id="11" creationId="{F68B3F68-107C-434F-AA38-110D5EA91B85}"/>
          </ac:spMkLst>
        </pc:spChg>
        <pc:spChg chg="add del">
          <ac:chgData name="LUIFERNEY ORTIZ PARRA" userId="S::luiferneyortiz@ucundinamarca.edu.co::311f1f2d-e9a2-4bc8-96ab-a2f2d284c8a5" providerId="AD" clId="Web-{B7D177A3-D617-8127-0E15-0FDEDC5587CA}" dt="2026-02-14T04:00:32.471" v="98"/>
          <ac:spMkLst>
            <pc:docMk/>
            <pc:sldMk cId="360451529" sldId="262"/>
            <ac:spMk id="13" creationId="{AAD0DBB9-1A4B-4391-81D4-CB19F9AB918A}"/>
          </ac:spMkLst>
        </pc:spChg>
        <pc:spChg chg="add del">
          <ac:chgData name="LUIFERNEY ORTIZ PARRA" userId="S::luiferneyortiz@ucundinamarca.edu.co::311f1f2d-e9a2-4bc8-96ab-a2f2d284c8a5" providerId="AD" clId="Web-{B7D177A3-D617-8127-0E15-0FDEDC5587CA}" dt="2026-02-14T04:00:32.471" v="98"/>
          <ac:spMkLst>
            <pc:docMk/>
            <pc:sldMk cId="360451529" sldId="262"/>
            <ac:spMk id="15" creationId="{063BBA22-50EA-4C4D-BE05-F1CE4E63AA56}"/>
          </ac:spMkLst>
        </pc:spChg>
        <pc:spChg chg="add">
          <ac:chgData name="LUIFERNEY ORTIZ PARRA" userId="S::luiferneyortiz@ucundinamarca.edu.co::311f1f2d-e9a2-4bc8-96ab-a2f2d284c8a5" providerId="AD" clId="Web-{B7D177A3-D617-8127-0E15-0FDEDC5587CA}" dt="2026-02-14T04:01:09.490" v="100"/>
          <ac:spMkLst>
            <pc:docMk/>
            <pc:sldMk cId="360451529" sldId="262"/>
            <ac:spMk id="28" creationId="{743AA782-23D1-4521-8CAD-47662984AA08}"/>
          </ac:spMkLst>
        </pc:spChg>
        <pc:spChg chg="add">
          <ac:chgData name="LUIFERNEY ORTIZ PARRA" userId="S::luiferneyortiz@ucundinamarca.edu.co::311f1f2d-e9a2-4bc8-96ab-a2f2d284c8a5" providerId="AD" clId="Web-{B7D177A3-D617-8127-0E15-0FDEDC5587CA}" dt="2026-02-14T04:01:09.490" v="100"/>
          <ac:spMkLst>
            <pc:docMk/>
            <pc:sldMk cId="360451529" sldId="262"/>
            <ac:spMk id="30" creationId="{71877DBC-BB60-40F0-AC93-2ACDBAAE60CE}"/>
          </ac:spMkLst>
        </pc:spChg>
        <pc:graphicFrameChg chg="add del">
          <ac:chgData name="LUIFERNEY ORTIZ PARRA" userId="S::luiferneyortiz@ucundinamarca.edu.co::311f1f2d-e9a2-4bc8-96ab-a2f2d284c8a5" providerId="AD" clId="Web-{B7D177A3-D617-8127-0E15-0FDEDC5587CA}" dt="2026-02-14T04:00:32.471" v="98"/>
          <ac:graphicFrameMkLst>
            <pc:docMk/>
            <pc:sldMk cId="360451529" sldId="262"/>
            <ac:graphicFrameMk id="5" creationId="{1EEF5F2D-E4C5-898F-CDDF-84EC1738FEE5}"/>
          </ac:graphicFrameMkLst>
        </pc:graphicFrameChg>
        <pc:picChg chg="add mod">
          <ac:chgData name="LUIFERNEY ORTIZ PARRA" userId="S::luiferneyortiz@ucundinamarca.edu.co::311f1f2d-e9a2-4bc8-96ab-a2f2d284c8a5" providerId="AD" clId="Web-{B7D177A3-D617-8127-0E15-0FDEDC5587CA}" dt="2026-02-14T04:01:09.490" v="100"/>
          <ac:picMkLst>
            <pc:docMk/>
            <pc:sldMk cId="360451529" sldId="262"/>
            <ac:picMk id="23" creationId="{144ED60B-1F45-662E-5C41-C06FADEF3287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B7D177A3-D617-8127-0E15-0FDEDC5587CA}" dt="2026-02-14T04:01:15.350" v="101"/>
        <pc:sldMkLst>
          <pc:docMk/>
          <pc:sldMk cId="3670171602" sldId="263"/>
        </pc:sldMkLst>
        <pc:spChg chg="mod">
          <ac:chgData name="LUIFERNEY ORTIZ PARRA" userId="S::luiferneyortiz@ucundinamarca.edu.co::311f1f2d-e9a2-4bc8-96ab-a2f2d284c8a5" providerId="AD" clId="Web-{B7D177A3-D617-8127-0E15-0FDEDC5587CA}" dt="2026-02-14T04:01:15.350" v="101"/>
          <ac:spMkLst>
            <pc:docMk/>
            <pc:sldMk cId="3670171602" sldId="263"/>
            <ac:spMk id="2" creationId="{B5C95026-0980-89D2-C9BE-01E3787E6D89}"/>
          </ac:spMkLst>
        </pc:spChg>
        <pc:spChg chg="mod">
          <ac:chgData name="LUIFERNEY ORTIZ PARRA" userId="S::luiferneyortiz@ucundinamarca.edu.co::311f1f2d-e9a2-4bc8-96ab-a2f2d284c8a5" providerId="AD" clId="Web-{B7D177A3-D617-8127-0E15-0FDEDC5587CA}" dt="2026-02-14T04:01:15.350" v="101"/>
          <ac:spMkLst>
            <pc:docMk/>
            <pc:sldMk cId="3670171602" sldId="263"/>
            <ac:spMk id="3" creationId="{C2661F38-E80A-E76E-82A1-215957125A96}"/>
          </ac:spMkLst>
        </pc:spChg>
        <pc:spChg chg="add">
          <ac:chgData name="LUIFERNEY ORTIZ PARRA" userId="S::luiferneyortiz@ucundinamarca.edu.co::311f1f2d-e9a2-4bc8-96ab-a2f2d284c8a5" providerId="AD" clId="Web-{B7D177A3-D617-8127-0E15-0FDEDC5587CA}" dt="2026-02-14T04:01:15.350" v="101"/>
          <ac:spMkLst>
            <pc:docMk/>
            <pc:sldMk cId="3670171602" sldId="263"/>
            <ac:spMk id="9" creationId="{9F7D5CDA-D291-4307-BF55-1381FED29634}"/>
          </ac:spMkLst>
        </pc:spChg>
        <pc:picChg chg="add">
          <ac:chgData name="LUIFERNEY ORTIZ PARRA" userId="S::luiferneyortiz@ucundinamarca.edu.co::311f1f2d-e9a2-4bc8-96ab-a2f2d284c8a5" providerId="AD" clId="Web-{B7D177A3-D617-8127-0E15-0FDEDC5587CA}" dt="2026-02-14T04:01:15.350" v="101"/>
          <ac:picMkLst>
            <pc:docMk/>
            <pc:sldMk cId="3670171602" sldId="263"/>
            <ac:picMk id="5" creationId="{DE2EAFAC-B10F-34C3-3003-F64F943FE1D8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B7D177A3-D617-8127-0E15-0FDEDC5587CA}" dt="2026-02-14T04:01:27.929" v="102"/>
        <pc:sldMkLst>
          <pc:docMk/>
          <pc:sldMk cId="168192434" sldId="264"/>
        </pc:sldMkLst>
        <pc:spChg chg="mod">
          <ac:chgData name="LUIFERNEY ORTIZ PARRA" userId="S::luiferneyortiz@ucundinamarca.edu.co::311f1f2d-e9a2-4bc8-96ab-a2f2d284c8a5" providerId="AD" clId="Web-{B7D177A3-D617-8127-0E15-0FDEDC5587CA}" dt="2026-02-14T04:01:27.929" v="102"/>
          <ac:spMkLst>
            <pc:docMk/>
            <pc:sldMk cId="168192434" sldId="264"/>
            <ac:spMk id="2" creationId="{D6DBCCB6-B4AF-D957-D57F-CE80CA88175E}"/>
          </ac:spMkLst>
        </pc:spChg>
        <pc:spChg chg="mod">
          <ac:chgData name="LUIFERNEY ORTIZ PARRA" userId="S::luiferneyortiz@ucundinamarca.edu.co::311f1f2d-e9a2-4bc8-96ab-a2f2d284c8a5" providerId="AD" clId="Web-{B7D177A3-D617-8127-0E15-0FDEDC5587CA}" dt="2026-02-14T04:01:27.929" v="102"/>
          <ac:spMkLst>
            <pc:docMk/>
            <pc:sldMk cId="168192434" sldId="264"/>
            <ac:spMk id="3" creationId="{9F355D0F-2451-E962-3CEB-E8FF1D389CC8}"/>
          </ac:spMkLst>
        </pc:spChg>
        <pc:spChg chg="add">
          <ac:chgData name="LUIFERNEY ORTIZ PARRA" userId="S::luiferneyortiz@ucundinamarca.edu.co::311f1f2d-e9a2-4bc8-96ab-a2f2d284c8a5" providerId="AD" clId="Web-{B7D177A3-D617-8127-0E15-0FDEDC5587CA}" dt="2026-02-14T04:01:27.929" v="102"/>
          <ac:spMkLst>
            <pc:docMk/>
            <pc:sldMk cId="168192434" sldId="264"/>
            <ac:spMk id="9" creationId="{C0763A76-9F1C-4FC5-82B7-DD475DA461B2}"/>
          </ac:spMkLst>
        </pc:spChg>
        <pc:spChg chg="add">
          <ac:chgData name="LUIFERNEY ORTIZ PARRA" userId="S::luiferneyortiz@ucundinamarca.edu.co::311f1f2d-e9a2-4bc8-96ab-a2f2d284c8a5" providerId="AD" clId="Web-{B7D177A3-D617-8127-0E15-0FDEDC5587CA}" dt="2026-02-14T04:01:27.929" v="102"/>
          <ac:spMkLst>
            <pc:docMk/>
            <pc:sldMk cId="168192434" sldId="264"/>
            <ac:spMk id="11" creationId="{E81BF4F6-F2CF-4984-9D14-D6966D92F99F}"/>
          </ac:spMkLst>
        </pc:spChg>
        <pc:picChg chg="add">
          <ac:chgData name="LUIFERNEY ORTIZ PARRA" userId="S::luiferneyortiz@ucundinamarca.edu.co::311f1f2d-e9a2-4bc8-96ab-a2f2d284c8a5" providerId="AD" clId="Web-{B7D177A3-D617-8127-0E15-0FDEDC5587CA}" dt="2026-02-14T04:01:27.929" v="102"/>
          <ac:picMkLst>
            <pc:docMk/>
            <pc:sldMk cId="168192434" sldId="264"/>
            <ac:picMk id="5" creationId="{FCA22006-B2D9-0525-5F7B-94B05D3A1B6B}"/>
          </ac:picMkLst>
        </pc:picChg>
      </pc:sldChg>
      <pc:sldChg chg="modSp new">
        <pc:chgData name="LUIFERNEY ORTIZ PARRA" userId="S::luiferneyortiz@ucundinamarca.edu.co::311f1f2d-e9a2-4bc8-96ab-a2f2d284c8a5" providerId="AD" clId="Web-{B7D177A3-D617-8127-0E15-0FDEDC5587CA}" dt="2026-02-14T03:50:17.778" v="77" actId="20577"/>
        <pc:sldMkLst>
          <pc:docMk/>
          <pc:sldMk cId="2283926069" sldId="265"/>
        </pc:sldMkLst>
        <pc:spChg chg="mod">
          <ac:chgData name="LUIFERNEY ORTIZ PARRA" userId="S::luiferneyortiz@ucundinamarca.edu.co::311f1f2d-e9a2-4bc8-96ab-a2f2d284c8a5" providerId="AD" clId="Web-{B7D177A3-D617-8127-0E15-0FDEDC5587CA}" dt="2026-02-14T03:49:12.120" v="73" actId="20577"/>
          <ac:spMkLst>
            <pc:docMk/>
            <pc:sldMk cId="2283926069" sldId="265"/>
            <ac:spMk id="2" creationId="{34365BB2-FBBD-D387-474F-B0FA99B583ED}"/>
          </ac:spMkLst>
        </pc:spChg>
        <pc:spChg chg="mod">
          <ac:chgData name="LUIFERNEY ORTIZ PARRA" userId="S::luiferneyortiz@ucundinamarca.edu.co::311f1f2d-e9a2-4bc8-96ab-a2f2d284c8a5" providerId="AD" clId="Web-{B7D177A3-D617-8127-0E15-0FDEDC5587CA}" dt="2026-02-14T03:50:17.778" v="77" actId="20577"/>
          <ac:spMkLst>
            <pc:docMk/>
            <pc:sldMk cId="2283926069" sldId="265"/>
            <ac:spMk id="3" creationId="{794FC641-D02E-2F34-B30A-C4A82BB7B7B6}"/>
          </ac:spMkLst>
        </pc:spChg>
      </pc:sldChg>
      <pc:sldChg chg="modSp new">
        <pc:chgData name="LUIFERNEY ORTIZ PARRA" userId="S::luiferneyortiz@ucundinamarca.edu.co::311f1f2d-e9a2-4bc8-96ab-a2f2d284c8a5" providerId="AD" clId="Web-{B7D177A3-D617-8127-0E15-0FDEDC5587CA}" dt="2026-02-14T03:50:49.169" v="81" actId="20577"/>
        <pc:sldMkLst>
          <pc:docMk/>
          <pc:sldMk cId="3895060954" sldId="266"/>
        </pc:sldMkLst>
        <pc:spChg chg="mod">
          <ac:chgData name="LUIFERNEY ORTIZ PARRA" userId="S::luiferneyortiz@ucundinamarca.edu.co::311f1f2d-e9a2-4bc8-96ab-a2f2d284c8a5" providerId="AD" clId="Web-{B7D177A3-D617-8127-0E15-0FDEDC5587CA}" dt="2026-02-14T03:50:42.372" v="79" actId="20577"/>
          <ac:spMkLst>
            <pc:docMk/>
            <pc:sldMk cId="3895060954" sldId="266"/>
            <ac:spMk id="2" creationId="{E7E50EEB-5E18-A4D5-B821-BF87621B26B6}"/>
          </ac:spMkLst>
        </pc:spChg>
        <pc:spChg chg="mod">
          <ac:chgData name="LUIFERNEY ORTIZ PARRA" userId="S::luiferneyortiz@ucundinamarca.edu.co::311f1f2d-e9a2-4bc8-96ab-a2f2d284c8a5" providerId="AD" clId="Web-{B7D177A3-D617-8127-0E15-0FDEDC5587CA}" dt="2026-02-14T03:50:49.169" v="81" actId="20577"/>
          <ac:spMkLst>
            <pc:docMk/>
            <pc:sldMk cId="3895060954" sldId="266"/>
            <ac:spMk id="3" creationId="{F995C27C-005F-067C-53B8-B83CB80ACCB9}"/>
          </ac:spMkLst>
        </pc:spChg>
      </pc:sldChg>
      <pc:sldChg chg="modSp new">
        <pc:chgData name="LUIFERNEY ORTIZ PARRA" userId="S::luiferneyortiz@ucundinamarca.edu.co::311f1f2d-e9a2-4bc8-96ab-a2f2d284c8a5" providerId="AD" clId="Web-{B7D177A3-D617-8127-0E15-0FDEDC5587CA}" dt="2026-02-14T03:51:33.560" v="85" actId="20577"/>
        <pc:sldMkLst>
          <pc:docMk/>
          <pc:sldMk cId="3587968990" sldId="267"/>
        </pc:sldMkLst>
        <pc:spChg chg="mod">
          <ac:chgData name="LUIFERNEY ORTIZ PARRA" userId="S::luiferneyortiz@ucundinamarca.edu.co::311f1f2d-e9a2-4bc8-96ab-a2f2d284c8a5" providerId="AD" clId="Web-{B7D177A3-D617-8127-0E15-0FDEDC5587CA}" dt="2026-02-14T03:51:27.841" v="83" actId="20577"/>
          <ac:spMkLst>
            <pc:docMk/>
            <pc:sldMk cId="3587968990" sldId="267"/>
            <ac:spMk id="2" creationId="{F7D3AD0B-716D-8D7C-BEB7-5BD991F52303}"/>
          </ac:spMkLst>
        </pc:spChg>
        <pc:spChg chg="mod">
          <ac:chgData name="LUIFERNEY ORTIZ PARRA" userId="S::luiferneyortiz@ucundinamarca.edu.co::311f1f2d-e9a2-4bc8-96ab-a2f2d284c8a5" providerId="AD" clId="Web-{B7D177A3-D617-8127-0E15-0FDEDC5587CA}" dt="2026-02-14T03:51:33.560" v="85" actId="20577"/>
          <ac:spMkLst>
            <pc:docMk/>
            <pc:sldMk cId="3587968990" sldId="267"/>
            <ac:spMk id="3" creationId="{C18C7794-8107-D4C1-FABD-B8417D5AA31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692EFD-0B9E-4AE6-A43E-63578D14D6FC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2AF3599-6BE9-4376-A152-EE238E01643A}">
      <dgm:prSet/>
      <dgm:spPr/>
      <dgm:t>
        <a:bodyPr/>
        <a:lstStyle/>
        <a:p>
          <a:r>
            <a:rPr lang="es-ES"/>
            <a:t>Al finalizar la sesión, el estudiante será capaz de:</a:t>
          </a:r>
          <a:endParaRPr lang="en-US"/>
        </a:p>
      </dgm:t>
    </dgm:pt>
    <dgm:pt modelId="{2A16BFA1-3BC2-4FEC-A2E3-8E157C3AE6B6}" type="parTrans" cxnId="{9106EC6E-1DA6-4262-8B07-3113DABA0A40}">
      <dgm:prSet/>
      <dgm:spPr/>
      <dgm:t>
        <a:bodyPr/>
        <a:lstStyle/>
        <a:p>
          <a:endParaRPr lang="en-US"/>
        </a:p>
      </dgm:t>
    </dgm:pt>
    <dgm:pt modelId="{D426031D-BF92-43E8-8A17-AECD18B25EC4}" type="sibTrans" cxnId="{9106EC6E-1DA6-4262-8B07-3113DABA0A40}">
      <dgm:prSet/>
      <dgm:spPr/>
      <dgm:t>
        <a:bodyPr/>
        <a:lstStyle/>
        <a:p>
          <a:endParaRPr lang="en-US"/>
        </a:p>
      </dgm:t>
    </dgm:pt>
    <dgm:pt modelId="{F96BF604-2D85-45B5-9CF4-F3C04499064C}">
      <dgm:prSet/>
      <dgm:spPr/>
      <dgm:t>
        <a:bodyPr/>
        <a:lstStyle/>
        <a:p>
          <a:r>
            <a:rPr lang="es-ES"/>
            <a:t>Comprender qué es arquitectura de software.</a:t>
          </a:r>
          <a:endParaRPr lang="en-US"/>
        </a:p>
      </dgm:t>
    </dgm:pt>
    <dgm:pt modelId="{34C1DA81-AD7A-4B9D-9F90-E028E7F48A80}" type="parTrans" cxnId="{9F8E18ED-50E6-410B-891E-437D238C8508}">
      <dgm:prSet/>
      <dgm:spPr/>
      <dgm:t>
        <a:bodyPr/>
        <a:lstStyle/>
        <a:p>
          <a:endParaRPr lang="en-US"/>
        </a:p>
      </dgm:t>
    </dgm:pt>
    <dgm:pt modelId="{AA514824-BAA7-4F81-BEE0-67A4B7AE3CC6}" type="sibTrans" cxnId="{9F8E18ED-50E6-410B-891E-437D238C8508}">
      <dgm:prSet/>
      <dgm:spPr/>
      <dgm:t>
        <a:bodyPr/>
        <a:lstStyle/>
        <a:p>
          <a:endParaRPr lang="en-US"/>
        </a:p>
      </dgm:t>
    </dgm:pt>
    <dgm:pt modelId="{AEAD472D-DD69-4C9A-B93F-3B937EADE6F8}">
      <dgm:prSet/>
      <dgm:spPr/>
      <dgm:t>
        <a:bodyPr/>
        <a:lstStyle/>
        <a:p>
          <a:r>
            <a:rPr lang="es-ES"/>
            <a:t>Diferenciar claramente frontend y backend.</a:t>
          </a:r>
          <a:endParaRPr lang="en-US"/>
        </a:p>
      </dgm:t>
    </dgm:pt>
    <dgm:pt modelId="{2DCBDB97-D644-4A18-A8B1-A9AF39EE7F8A}" type="parTrans" cxnId="{FCF41049-1F3F-42D1-8B85-DE1147932D86}">
      <dgm:prSet/>
      <dgm:spPr/>
      <dgm:t>
        <a:bodyPr/>
        <a:lstStyle/>
        <a:p>
          <a:endParaRPr lang="en-US"/>
        </a:p>
      </dgm:t>
    </dgm:pt>
    <dgm:pt modelId="{455E2155-EB3B-43CE-BB8E-E03E3924AE54}" type="sibTrans" cxnId="{FCF41049-1F3F-42D1-8B85-DE1147932D86}">
      <dgm:prSet/>
      <dgm:spPr/>
      <dgm:t>
        <a:bodyPr/>
        <a:lstStyle/>
        <a:p>
          <a:endParaRPr lang="en-US"/>
        </a:p>
      </dgm:t>
    </dgm:pt>
    <dgm:pt modelId="{4D096916-6644-4C52-9E74-219729E3BC47}">
      <dgm:prSet/>
      <dgm:spPr/>
      <dgm:t>
        <a:bodyPr/>
        <a:lstStyle/>
        <a:p>
          <a:r>
            <a:rPr lang="es-ES"/>
            <a:t>Diseñar una arquitectura básica de alto nivel.</a:t>
          </a:r>
          <a:endParaRPr lang="en-US"/>
        </a:p>
      </dgm:t>
    </dgm:pt>
    <dgm:pt modelId="{C005959B-4ABC-499C-B363-6B8C8D91FD67}" type="parTrans" cxnId="{F879A2E2-F078-43DC-925C-BB881C631501}">
      <dgm:prSet/>
      <dgm:spPr/>
      <dgm:t>
        <a:bodyPr/>
        <a:lstStyle/>
        <a:p>
          <a:endParaRPr lang="en-US"/>
        </a:p>
      </dgm:t>
    </dgm:pt>
    <dgm:pt modelId="{1238898A-0410-4FFC-BE8B-845DC5211A48}" type="sibTrans" cxnId="{F879A2E2-F078-43DC-925C-BB881C631501}">
      <dgm:prSet/>
      <dgm:spPr/>
      <dgm:t>
        <a:bodyPr/>
        <a:lstStyle/>
        <a:p>
          <a:endParaRPr lang="en-US"/>
        </a:p>
      </dgm:t>
    </dgm:pt>
    <dgm:pt modelId="{BDED6643-0757-4FD1-9521-F951A853D175}">
      <dgm:prSet/>
      <dgm:spPr/>
      <dgm:t>
        <a:bodyPr/>
        <a:lstStyle/>
        <a:p>
          <a:r>
            <a:rPr lang="es-ES"/>
            <a:t>Relacionar requisitos con decisiones arquitectónicas.</a:t>
          </a:r>
          <a:endParaRPr lang="en-US"/>
        </a:p>
      </dgm:t>
    </dgm:pt>
    <dgm:pt modelId="{277F1ADA-17FD-406D-8B9A-E625BE8F2AA9}" type="parTrans" cxnId="{AA509FFC-2193-4E6A-BB83-C5DA7B544FE9}">
      <dgm:prSet/>
      <dgm:spPr/>
      <dgm:t>
        <a:bodyPr/>
        <a:lstStyle/>
        <a:p>
          <a:endParaRPr lang="en-US"/>
        </a:p>
      </dgm:t>
    </dgm:pt>
    <dgm:pt modelId="{E799642D-A48F-44E6-B1AC-287074AB2E20}" type="sibTrans" cxnId="{AA509FFC-2193-4E6A-BB83-C5DA7B544FE9}">
      <dgm:prSet/>
      <dgm:spPr/>
      <dgm:t>
        <a:bodyPr/>
        <a:lstStyle/>
        <a:p>
          <a:endParaRPr lang="en-US"/>
        </a:p>
      </dgm:t>
    </dgm:pt>
    <dgm:pt modelId="{50B45428-C46F-455B-8750-B6432A903C0C}" type="pres">
      <dgm:prSet presAssocID="{1D692EFD-0B9E-4AE6-A43E-63578D14D6FC}" presName="linear" presStyleCnt="0">
        <dgm:presLayoutVars>
          <dgm:animLvl val="lvl"/>
          <dgm:resizeHandles val="exact"/>
        </dgm:presLayoutVars>
      </dgm:prSet>
      <dgm:spPr/>
    </dgm:pt>
    <dgm:pt modelId="{E3F6D32D-272E-453C-9251-3847C3521649}" type="pres">
      <dgm:prSet presAssocID="{12AF3599-6BE9-4376-A152-EE238E01643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3ED65A7-3B35-47AD-8DF5-B038A28A1178}" type="pres">
      <dgm:prSet presAssocID="{D426031D-BF92-43E8-8A17-AECD18B25EC4}" presName="spacer" presStyleCnt="0"/>
      <dgm:spPr/>
    </dgm:pt>
    <dgm:pt modelId="{9B937BA9-097D-4DED-95CB-1D0844595E3A}" type="pres">
      <dgm:prSet presAssocID="{F96BF604-2D85-45B5-9CF4-F3C04499064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D8A9C0C-114F-42D1-8747-BAB491332427}" type="pres">
      <dgm:prSet presAssocID="{AA514824-BAA7-4F81-BEE0-67A4B7AE3CC6}" presName="spacer" presStyleCnt="0"/>
      <dgm:spPr/>
    </dgm:pt>
    <dgm:pt modelId="{406CA041-4DE3-45D4-95E7-CC68EF6C3C98}" type="pres">
      <dgm:prSet presAssocID="{AEAD472D-DD69-4C9A-B93F-3B937EADE6F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E097AFF-99CE-478A-9338-FB6E42E0C043}" type="pres">
      <dgm:prSet presAssocID="{455E2155-EB3B-43CE-BB8E-E03E3924AE54}" presName="spacer" presStyleCnt="0"/>
      <dgm:spPr/>
    </dgm:pt>
    <dgm:pt modelId="{F19D54D5-69DE-417A-9866-C6B9B90DAD2F}" type="pres">
      <dgm:prSet presAssocID="{4D096916-6644-4C52-9E74-219729E3BC4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DE5A350-53AC-42CF-A501-542D5DBEB534}" type="pres">
      <dgm:prSet presAssocID="{1238898A-0410-4FFC-BE8B-845DC5211A48}" presName="spacer" presStyleCnt="0"/>
      <dgm:spPr/>
    </dgm:pt>
    <dgm:pt modelId="{8C2335AE-0562-46BE-B0B3-111216AFC702}" type="pres">
      <dgm:prSet presAssocID="{BDED6643-0757-4FD1-9521-F951A853D17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ED16D28-5333-4DA5-84C7-A76B4D0732E2}" type="presOf" srcId="{12AF3599-6BE9-4376-A152-EE238E01643A}" destId="{E3F6D32D-272E-453C-9251-3847C3521649}" srcOrd="0" destOrd="0" presId="urn:microsoft.com/office/officeart/2005/8/layout/vList2"/>
    <dgm:cxn modelId="{036AC15C-EA7C-40E2-A12D-92721A9F31E8}" type="presOf" srcId="{1D692EFD-0B9E-4AE6-A43E-63578D14D6FC}" destId="{50B45428-C46F-455B-8750-B6432A903C0C}" srcOrd="0" destOrd="0" presId="urn:microsoft.com/office/officeart/2005/8/layout/vList2"/>
    <dgm:cxn modelId="{274C7742-F989-45DA-AFF6-46E12940C28B}" type="presOf" srcId="{BDED6643-0757-4FD1-9521-F951A853D175}" destId="{8C2335AE-0562-46BE-B0B3-111216AFC702}" srcOrd="0" destOrd="0" presId="urn:microsoft.com/office/officeart/2005/8/layout/vList2"/>
    <dgm:cxn modelId="{FCF41049-1F3F-42D1-8B85-DE1147932D86}" srcId="{1D692EFD-0B9E-4AE6-A43E-63578D14D6FC}" destId="{AEAD472D-DD69-4C9A-B93F-3B937EADE6F8}" srcOrd="2" destOrd="0" parTransId="{2DCBDB97-D644-4A18-A8B1-A9AF39EE7F8A}" sibTransId="{455E2155-EB3B-43CE-BB8E-E03E3924AE54}"/>
    <dgm:cxn modelId="{9106EC6E-1DA6-4262-8B07-3113DABA0A40}" srcId="{1D692EFD-0B9E-4AE6-A43E-63578D14D6FC}" destId="{12AF3599-6BE9-4376-A152-EE238E01643A}" srcOrd="0" destOrd="0" parTransId="{2A16BFA1-3BC2-4FEC-A2E3-8E157C3AE6B6}" sibTransId="{D426031D-BF92-43E8-8A17-AECD18B25EC4}"/>
    <dgm:cxn modelId="{F988AD83-1D11-4B02-A3FF-978EEA7B0B0A}" type="presOf" srcId="{AEAD472D-DD69-4C9A-B93F-3B937EADE6F8}" destId="{406CA041-4DE3-45D4-95E7-CC68EF6C3C98}" srcOrd="0" destOrd="0" presId="urn:microsoft.com/office/officeart/2005/8/layout/vList2"/>
    <dgm:cxn modelId="{C3C647DB-53DC-4BB3-A6EF-C00E85D8645F}" type="presOf" srcId="{4D096916-6644-4C52-9E74-219729E3BC47}" destId="{F19D54D5-69DE-417A-9866-C6B9B90DAD2F}" srcOrd="0" destOrd="0" presId="urn:microsoft.com/office/officeart/2005/8/layout/vList2"/>
    <dgm:cxn modelId="{531275DF-EDA1-475B-99EF-2C9863204E8F}" type="presOf" srcId="{F96BF604-2D85-45B5-9CF4-F3C04499064C}" destId="{9B937BA9-097D-4DED-95CB-1D0844595E3A}" srcOrd="0" destOrd="0" presId="urn:microsoft.com/office/officeart/2005/8/layout/vList2"/>
    <dgm:cxn modelId="{F879A2E2-F078-43DC-925C-BB881C631501}" srcId="{1D692EFD-0B9E-4AE6-A43E-63578D14D6FC}" destId="{4D096916-6644-4C52-9E74-219729E3BC47}" srcOrd="3" destOrd="0" parTransId="{C005959B-4ABC-499C-B363-6B8C8D91FD67}" sibTransId="{1238898A-0410-4FFC-BE8B-845DC5211A48}"/>
    <dgm:cxn modelId="{9F8E18ED-50E6-410B-891E-437D238C8508}" srcId="{1D692EFD-0B9E-4AE6-A43E-63578D14D6FC}" destId="{F96BF604-2D85-45B5-9CF4-F3C04499064C}" srcOrd="1" destOrd="0" parTransId="{34C1DA81-AD7A-4B9D-9F90-E028E7F48A80}" sibTransId="{AA514824-BAA7-4F81-BEE0-67A4B7AE3CC6}"/>
    <dgm:cxn modelId="{AA509FFC-2193-4E6A-BB83-C5DA7B544FE9}" srcId="{1D692EFD-0B9E-4AE6-A43E-63578D14D6FC}" destId="{BDED6643-0757-4FD1-9521-F951A853D175}" srcOrd="4" destOrd="0" parTransId="{277F1ADA-17FD-406D-8B9A-E625BE8F2AA9}" sibTransId="{E799642D-A48F-44E6-B1AC-287074AB2E20}"/>
    <dgm:cxn modelId="{9C146B2C-8142-45A8-9700-934745438EC0}" type="presParOf" srcId="{50B45428-C46F-455B-8750-B6432A903C0C}" destId="{E3F6D32D-272E-453C-9251-3847C3521649}" srcOrd="0" destOrd="0" presId="urn:microsoft.com/office/officeart/2005/8/layout/vList2"/>
    <dgm:cxn modelId="{3EE5DD04-F47D-42A9-A5BB-EC86E11B5796}" type="presParOf" srcId="{50B45428-C46F-455B-8750-B6432A903C0C}" destId="{33ED65A7-3B35-47AD-8DF5-B038A28A1178}" srcOrd="1" destOrd="0" presId="urn:microsoft.com/office/officeart/2005/8/layout/vList2"/>
    <dgm:cxn modelId="{3EE19399-C635-4948-A127-1D62869D725C}" type="presParOf" srcId="{50B45428-C46F-455B-8750-B6432A903C0C}" destId="{9B937BA9-097D-4DED-95CB-1D0844595E3A}" srcOrd="2" destOrd="0" presId="urn:microsoft.com/office/officeart/2005/8/layout/vList2"/>
    <dgm:cxn modelId="{122577AF-C177-4FF1-8B0F-B551390DBF0F}" type="presParOf" srcId="{50B45428-C46F-455B-8750-B6432A903C0C}" destId="{8D8A9C0C-114F-42D1-8747-BAB491332427}" srcOrd="3" destOrd="0" presId="urn:microsoft.com/office/officeart/2005/8/layout/vList2"/>
    <dgm:cxn modelId="{3A340E4D-85C7-4927-B4CF-A43AE08BDD63}" type="presParOf" srcId="{50B45428-C46F-455B-8750-B6432A903C0C}" destId="{406CA041-4DE3-45D4-95E7-CC68EF6C3C98}" srcOrd="4" destOrd="0" presId="urn:microsoft.com/office/officeart/2005/8/layout/vList2"/>
    <dgm:cxn modelId="{926CADC1-B13E-4FDA-A270-91AFA8D35546}" type="presParOf" srcId="{50B45428-C46F-455B-8750-B6432A903C0C}" destId="{7E097AFF-99CE-478A-9338-FB6E42E0C043}" srcOrd="5" destOrd="0" presId="urn:microsoft.com/office/officeart/2005/8/layout/vList2"/>
    <dgm:cxn modelId="{DD8A88E5-1F0C-4BED-BE29-9B0158536F72}" type="presParOf" srcId="{50B45428-C46F-455B-8750-B6432A903C0C}" destId="{F19D54D5-69DE-417A-9866-C6B9B90DAD2F}" srcOrd="6" destOrd="0" presId="urn:microsoft.com/office/officeart/2005/8/layout/vList2"/>
    <dgm:cxn modelId="{501F950F-274D-4365-97F2-CFDF35BC11C4}" type="presParOf" srcId="{50B45428-C46F-455B-8750-B6432A903C0C}" destId="{6DE5A350-53AC-42CF-A501-542D5DBEB534}" srcOrd="7" destOrd="0" presId="urn:microsoft.com/office/officeart/2005/8/layout/vList2"/>
    <dgm:cxn modelId="{47B9839B-6EB5-4907-85AB-779481AFFA9E}" type="presParOf" srcId="{50B45428-C46F-455B-8750-B6432A903C0C}" destId="{8C2335AE-0562-46BE-B0B3-111216AFC70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F6D32D-272E-453C-9251-3847C3521649}">
      <dsp:nvSpPr>
        <dsp:cNvPr id="0" name=""/>
        <dsp:cNvSpPr/>
      </dsp:nvSpPr>
      <dsp:spPr>
        <a:xfrm>
          <a:off x="0" y="96709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Al finalizar la sesión, el estudiante será capaz de:</a:t>
          </a:r>
          <a:endParaRPr lang="en-US" sz="2500" kern="1200"/>
        </a:p>
      </dsp:txBody>
      <dsp:txXfrm>
        <a:off x="48547" y="145256"/>
        <a:ext cx="6569739" cy="897406"/>
      </dsp:txXfrm>
    </dsp:sp>
    <dsp:sp modelId="{9B937BA9-097D-4DED-95CB-1D0844595E3A}">
      <dsp:nvSpPr>
        <dsp:cNvPr id="0" name=""/>
        <dsp:cNvSpPr/>
      </dsp:nvSpPr>
      <dsp:spPr>
        <a:xfrm>
          <a:off x="0" y="1163209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Comprender qué es arquitectura de software.</a:t>
          </a:r>
          <a:endParaRPr lang="en-US" sz="2500" kern="1200"/>
        </a:p>
      </dsp:txBody>
      <dsp:txXfrm>
        <a:off x="48547" y="1211756"/>
        <a:ext cx="6569739" cy="897406"/>
      </dsp:txXfrm>
    </dsp:sp>
    <dsp:sp modelId="{406CA041-4DE3-45D4-95E7-CC68EF6C3C98}">
      <dsp:nvSpPr>
        <dsp:cNvPr id="0" name=""/>
        <dsp:cNvSpPr/>
      </dsp:nvSpPr>
      <dsp:spPr>
        <a:xfrm>
          <a:off x="0" y="2229710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Diferenciar claramente frontend y backend.</a:t>
          </a:r>
          <a:endParaRPr lang="en-US" sz="2500" kern="1200"/>
        </a:p>
      </dsp:txBody>
      <dsp:txXfrm>
        <a:off x="48547" y="2278257"/>
        <a:ext cx="6569739" cy="897406"/>
      </dsp:txXfrm>
    </dsp:sp>
    <dsp:sp modelId="{F19D54D5-69DE-417A-9866-C6B9B90DAD2F}">
      <dsp:nvSpPr>
        <dsp:cNvPr id="0" name=""/>
        <dsp:cNvSpPr/>
      </dsp:nvSpPr>
      <dsp:spPr>
        <a:xfrm>
          <a:off x="0" y="3296210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Diseñar una arquitectura básica de alto nivel.</a:t>
          </a:r>
          <a:endParaRPr lang="en-US" sz="2500" kern="1200"/>
        </a:p>
      </dsp:txBody>
      <dsp:txXfrm>
        <a:off x="48547" y="3344757"/>
        <a:ext cx="6569739" cy="897406"/>
      </dsp:txXfrm>
    </dsp:sp>
    <dsp:sp modelId="{8C2335AE-0562-46BE-B0B3-111216AFC702}">
      <dsp:nvSpPr>
        <dsp:cNvPr id="0" name=""/>
        <dsp:cNvSpPr/>
      </dsp:nvSpPr>
      <dsp:spPr>
        <a:xfrm>
          <a:off x="0" y="4362710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Relacionar requisitos con decisiones arquitectónicas.</a:t>
          </a:r>
          <a:endParaRPr lang="en-US" sz="2500" kern="1200"/>
        </a:p>
      </dsp:txBody>
      <dsp:txXfrm>
        <a:off x="48547" y="4411257"/>
        <a:ext cx="6569739" cy="8974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Qué es una Arquitectura de Sistemas?">
            <a:extLst>
              <a:ext uri="{FF2B5EF4-FFF2-40B4-BE49-F238E27FC236}">
                <a16:creationId xmlns:a16="http://schemas.microsoft.com/office/drawing/2014/main" id="{A13FE824-955E-5399-64B8-CA7D883579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15" r="9816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52228" y="743447"/>
            <a:ext cx="397338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s-ES" sz="5200">
                <a:ea typeface="+mj-lt"/>
                <a:cs typeface="+mj-lt"/>
              </a:rPr>
              <a:t>Ingeniería de Software</a:t>
            </a:r>
            <a:endParaRPr lang="es-ES" sz="520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s-ES">
                <a:ea typeface="+mn-lt"/>
                <a:cs typeface="+mn-lt"/>
              </a:rPr>
              <a:t>Arquitectura del Sistema</a:t>
            </a:r>
          </a:p>
          <a:p>
            <a:pPr algn="l"/>
            <a:r>
              <a:rPr lang="es-ES"/>
              <a:t>Ingeniero Luiferney Ortiz Parra</a:t>
            </a: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64A562-8369-2C49-B42D-3916CFFF6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  <a:ea typeface="+mj-lt"/>
                <a:cs typeface="+mj-lt"/>
              </a:rPr>
              <a:t>Objetivo de la Clase</a:t>
            </a:r>
            <a:endParaRPr lang="es-ES" sz="400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642827C7-78EF-DC95-84CD-A7602D1541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422121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71491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6C56BD2-FE5B-E148-1037-0A1BF3927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¿Qué es Arquitectura de Software?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31DA1A-077F-90F1-3072-D21C0F8CF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La arquitectura define: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Componentes principales del sistema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Relaciones entre componentes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Responsabilidades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Decisiones estructurales críticas</a:t>
            </a:r>
            <a:endParaRPr lang="es-ES" sz="2000"/>
          </a:p>
          <a:p>
            <a:pPr indent="0">
              <a:buNone/>
            </a:pPr>
            <a:r>
              <a:rPr lang="es-ES" sz="2000">
                <a:ea typeface="+mn-lt"/>
                <a:cs typeface="+mn-lt"/>
              </a:rPr>
              <a:t>La arquitectura responde: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¿Cómo está organizado el sistema internamente?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640F71-06E1-FF97-D59B-E10D85560E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687" b="-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127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B050E1F-7252-8776-41E0-533944B5A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Arquitectura vs Código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7444C7-21C7-86BF-D3AF-C2528D6CD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Código: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Implementación detallada.</a:t>
            </a:r>
            <a:endParaRPr lang="es-ES" sz="2000"/>
          </a:p>
          <a:p>
            <a:pPr indent="0">
              <a:buNone/>
            </a:pPr>
            <a:r>
              <a:rPr lang="es-ES" sz="2000">
                <a:ea typeface="+mn-lt"/>
                <a:cs typeface="+mn-lt"/>
              </a:rPr>
              <a:t>Arquitectura: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Estructura global.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Organización.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Decisiones que afectan todo el sistema.</a:t>
            </a:r>
          </a:p>
          <a:p>
            <a:pPr marL="0" indent="0">
              <a:buNone/>
            </a:pPr>
            <a:r>
              <a:rPr lang="es-ES" sz="2000">
                <a:ea typeface="+mn-lt"/>
                <a:cs typeface="+mn-lt"/>
              </a:rPr>
              <a:t>Un sistema puede tener buen código y mala arquitectura.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53EB7F-D6E6-0A42-8324-F8FD919824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35" r="41108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846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B18810-080D-71BC-7EE2-392B0258F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Separación de Responsabilidades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7D208D-5F0B-7274-F399-FCDEC89C1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Principio clave: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Cada parte del sistema debe tener una responsabilidad clara.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Si todo está mezclado: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Es difícil mantener.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Es difícil escalar.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Es difícil probar.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5" name="Picture 4" descr="Cuerda azul">
            <a:extLst>
              <a:ext uri="{FF2B5EF4-FFF2-40B4-BE49-F238E27FC236}">
                <a16:creationId xmlns:a16="http://schemas.microsoft.com/office/drawing/2014/main" id="{3F162781-E60C-97DF-99CA-075E7E6F1B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25" r="11161" b="-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737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2BBF7-64E0-1A09-2DF0-8CA1C87913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224" r="1544" b="-1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6DB8AB7-E2BF-9FE2-9B98-48E3C3761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Frontend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12878F-FA75-4DEA-D227-F7CF0E9E6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1900">
                <a:ea typeface="+mn-lt"/>
                <a:cs typeface="+mn-lt"/>
              </a:rPr>
              <a:t>Responsabilidades principales:</a:t>
            </a:r>
            <a:endParaRPr lang="es-ES" sz="1900"/>
          </a:p>
          <a:p>
            <a:pPr>
              <a:buFont typeface="Arial"/>
              <a:buChar char="•"/>
            </a:pPr>
            <a:r>
              <a:rPr lang="es-ES" sz="1900">
                <a:ea typeface="+mn-lt"/>
                <a:cs typeface="+mn-lt"/>
              </a:rPr>
              <a:t>Interfaz gráfica.</a:t>
            </a:r>
            <a:endParaRPr lang="es-ES" sz="1900"/>
          </a:p>
          <a:p>
            <a:pPr>
              <a:buFont typeface="Arial"/>
              <a:buChar char="•"/>
            </a:pPr>
            <a:r>
              <a:rPr lang="es-ES" sz="1900">
                <a:ea typeface="+mn-lt"/>
                <a:cs typeface="+mn-lt"/>
              </a:rPr>
              <a:t>Interacción con el usuario.</a:t>
            </a:r>
            <a:endParaRPr lang="es-ES" sz="1900"/>
          </a:p>
          <a:p>
            <a:pPr>
              <a:buFont typeface="Arial"/>
              <a:buChar char="•"/>
            </a:pPr>
            <a:r>
              <a:rPr lang="es-ES" sz="1900">
                <a:ea typeface="+mn-lt"/>
                <a:cs typeface="+mn-lt"/>
              </a:rPr>
              <a:t>Validaciones básicas.</a:t>
            </a:r>
            <a:endParaRPr lang="es-ES" sz="1900"/>
          </a:p>
          <a:p>
            <a:pPr>
              <a:buFont typeface="Arial"/>
              <a:buChar char="•"/>
            </a:pPr>
            <a:r>
              <a:rPr lang="es-ES" sz="1900">
                <a:ea typeface="+mn-lt"/>
                <a:cs typeface="+mn-lt"/>
              </a:rPr>
              <a:t>Consumo de servicios.</a:t>
            </a:r>
            <a:endParaRPr lang="es-ES" sz="1900"/>
          </a:p>
          <a:p>
            <a:pPr indent="0">
              <a:buNone/>
            </a:pPr>
            <a:r>
              <a:rPr lang="es-ES" sz="1900">
                <a:ea typeface="+mn-lt"/>
                <a:cs typeface="+mn-lt"/>
              </a:rPr>
              <a:t>El frontend no debe:</a:t>
            </a:r>
            <a:endParaRPr lang="es-ES" sz="1900"/>
          </a:p>
          <a:p>
            <a:pPr>
              <a:buFont typeface="Arial"/>
              <a:buChar char="•"/>
            </a:pPr>
            <a:r>
              <a:rPr lang="es-ES" sz="1900">
                <a:ea typeface="+mn-lt"/>
                <a:cs typeface="+mn-lt"/>
              </a:rPr>
              <a:t>Contener lógica de negocio crítica.</a:t>
            </a:r>
            <a:endParaRPr lang="es-ES" sz="1900"/>
          </a:p>
          <a:p>
            <a:pPr>
              <a:buFont typeface="Arial"/>
              <a:buChar char="•"/>
            </a:pPr>
            <a:r>
              <a:rPr lang="es-ES" sz="1900">
                <a:ea typeface="+mn-lt"/>
                <a:cs typeface="+mn-lt"/>
              </a:rPr>
              <a:t>Acceder directamente a la base de datos.</a:t>
            </a:r>
            <a:endParaRPr lang="es-ES" sz="1900"/>
          </a:p>
          <a:p>
            <a:pPr marL="0" indent="0">
              <a:buNone/>
            </a:pPr>
            <a:endParaRPr lang="es-ES" sz="1900"/>
          </a:p>
        </p:txBody>
      </p:sp>
    </p:spTree>
    <p:extLst>
      <p:ext uri="{BB962C8B-B14F-4D97-AF65-F5344CB8AC3E}">
        <p14:creationId xmlns:p14="http://schemas.microsoft.com/office/powerpoint/2010/main" val="3173030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9C6F52-26D0-9C38-E063-4A16E6A54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s-ES" sz="5400">
                <a:ea typeface="+mj-lt"/>
                <a:cs typeface="+mj-lt"/>
              </a:rPr>
              <a:t>Backend</a:t>
            </a:r>
            <a:endParaRPr lang="es-ES" sz="5400"/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B7675B-9314-E0CF-0033-4DC16D63E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2200">
                <a:ea typeface="+mn-lt"/>
                <a:cs typeface="+mn-lt"/>
              </a:rPr>
              <a:t>Responsabilidades principales: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Lógica de negocio.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Validaciones del servidor.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Gestión de datos.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Seguridad.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Exposición de API.</a:t>
            </a:r>
            <a:endParaRPr lang="es-ES" sz="2200"/>
          </a:p>
          <a:p>
            <a:pPr indent="0">
              <a:buNone/>
            </a:pPr>
            <a:r>
              <a:rPr lang="es-ES" sz="2200">
                <a:ea typeface="+mn-lt"/>
                <a:cs typeface="+mn-lt"/>
              </a:rPr>
              <a:t>El backend es el “cerebro” del sistema.</a:t>
            </a:r>
            <a:endParaRPr lang="es-ES" sz="2200"/>
          </a:p>
          <a:p>
            <a:pPr marL="0" indent="0">
              <a:buNone/>
            </a:pPr>
            <a:endParaRPr lang="es-ES" sz="2200"/>
          </a:p>
        </p:txBody>
      </p:sp>
      <p:pic>
        <p:nvPicPr>
          <p:cNvPr id="23" name="Imagen 22" descr="4,7 mil resultados de imágenes, fotos de stock e ilustraciones libres de  regalías para Backend icon | Shutterstock">
            <a:extLst>
              <a:ext uri="{FF2B5EF4-FFF2-40B4-BE49-F238E27FC236}">
                <a16:creationId xmlns:a16="http://schemas.microsoft.com/office/drawing/2014/main" id="{144ED60B-1F45-662E-5C41-C06FADEF3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51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C95026-0980-89D2-C9BE-01E3787E6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Arquitectura en Capas (Backend)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661F38-E80A-E76E-82A1-215957125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Capa de presentación (API)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Capa de negocio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Capa de acceso a datos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Cada capa tiene una responsabilidad definida.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Beneficios: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Código más organizado.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Mayor mantenibilidad.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Mejor control de cambios.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2EAFAC-B10F-34C3-3003-F64F943FE1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944" r="15103" b="6249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0171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6DBCCB6-B4AF-D957-D57F-CE80CA881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Conexión con Requisitos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355D0F-2451-E962-3CEB-E8FF1D389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1900">
                <a:ea typeface="+mn-lt"/>
                <a:cs typeface="+mn-lt"/>
              </a:rPr>
              <a:t>La arquitectura no nace al azar.</a:t>
            </a:r>
            <a:endParaRPr lang="es-ES" sz="1900"/>
          </a:p>
          <a:p>
            <a:pPr>
              <a:buNone/>
            </a:pPr>
            <a:r>
              <a:rPr lang="es-ES" sz="1900">
                <a:ea typeface="+mn-lt"/>
                <a:cs typeface="+mn-lt"/>
              </a:rPr>
              <a:t>Ejemplo:</a:t>
            </a:r>
            <a:endParaRPr lang="es-ES" sz="1900"/>
          </a:p>
          <a:p>
            <a:pPr>
              <a:buNone/>
            </a:pPr>
            <a:r>
              <a:rPr lang="es-ES" sz="1900">
                <a:ea typeface="+mn-lt"/>
                <a:cs typeface="+mn-lt"/>
              </a:rPr>
              <a:t>Requisito:</a:t>
            </a:r>
            <a:br>
              <a:rPr lang="es-ES" sz="1900">
                <a:ea typeface="+mn-lt"/>
                <a:cs typeface="+mn-lt"/>
              </a:rPr>
            </a:br>
            <a:r>
              <a:rPr lang="es-ES" sz="1900">
                <a:ea typeface="+mn-lt"/>
                <a:cs typeface="+mn-lt"/>
              </a:rPr>
              <a:t> “El sistema debe soportar múltiples usuarios simultáneamente.”</a:t>
            </a:r>
            <a:endParaRPr lang="es-ES" sz="1900"/>
          </a:p>
          <a:p>
            <a:pPr>
              <a:buNone/>
            </a:pPr>
            <a:r>
              <a:rPr lang="es-ES" sz="1900">
                <a:ea typeface="+mn-lt"/>
                <a:cs typeface="+mn-lt"/>
              </a:rPr>
              <a:t>Decisión arquitectónica:</a:t>
            </a:r>
            <a:endParaRPr lang="es-ES" sz="1900"/>
          </a:p>
          <a:p>
            <a:pPr>
              <a:buFont typeface="Arial"/>
              <a:buChar char="•"/>
            </a:pPr>
            <a:r>
              <a:rPr lang="es-ES" sz="1900">
                <a:ea typeface="+mn-lt"/>
                <a:cs typeface="+mn-lt"/>
              </a:rPr>
              <a:t>Separar frontend y backend.</a:t>
            </a:r>
            <a:endParaRPr lang="es-ES" sz="1900"/>
          </a:p>
          <a:p>
            <a:pPr>
              <a:buFont typeface="Arial"/>
              <a:buChar char="•"/>
            </a:pPr>
            <a:r>
              <a:rPr lang="es-ES" sz="1900">
                <a:ea typeface="+mn-lt"/>
                <a:cs typeface="+mn-lt"/>
              </a:rPr>
              <a:t>Considerar escalabilidad.</a:t>
            </a:r>
            <a:endParaRPr lang="es-ES" sz="1900"/>
          </a:p>
          <a:p>
            <a:pPr>
              <a:buFont typeface="Arial"/>
              <a:buChar char="•"/>
            </a:pPr>
            <a:r>
              <a:rPr lang="es-ES" sz="1900">
                <a:ea typeface="+mn-lt"/>
                <a:cs typeface="+mn-lt"/>
              </a:rPr>
              <a:t>Controlar sesiones.</a:t>
            </a:r>
            <a:endParaRPr lang="es-ES" sz="1900"/>
          </a:p>
          <a:p>
            <a:pPr indent="0">
              <a:buNone/>
            </a:pPr>
            <a:r>
              <a:rPr lang="es-ES" sz="1900">
                <a:ea typeface="+mn-lt"/>
                <a:cs typeface="+mn-lt"/>
              </a:rPr>
              <a:t>Los requisitos guían la arquitectura.</a:t>
            </a:r>
            <a:endParaRPr lang="es-ES" sz="1900"/>
          </a:p>
          <a:p>
            <a:pPr marL="0" indent="0">
              <a:buNone/>
            </a:pPr>
            <a:endParaRPr lang="es-ES" sz="19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A22006-B2D9-0525-5F7B-94B05D3A1B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477" r="3424" b="-8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92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65BB2-FBBD-D387-474F-B0FA99B58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+mj-lt"/>
                <a:cs typeface="+mj-lt"/>
              </a:rPr>
              <a:t>Introducción a los 12 Factores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4FC641-D02E-2F34-B30A-C4A82BB7B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buNone/>
            </a:pPr>
            <a:r>
              <a:rPr lang="es-ES">
                <a:ea typeface="+mn-lt"/>
                <a:cs typeface="+mn-lt"/>
              </a:rPr>
              <a:t>En la industria moderna, las aplicaciones deben: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Ser configurables.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Ser escalables.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Ser desplegables fácilmente.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Separar entorno de desarrollo y producción.</a:t>
            </a:r>
            <a:endParaRPr lang="es-ES"/>
          </a:p>
          <a:p>
            <a:pPr indent="0">
              <a:buNone/>
            </a:pPr>
            <a:r>
              <a:rPr lang="es-ES">
                <a:ea typeface="+mn-lt"/>
                <a:cs typeface="+mn-lt"/>
              </a:rPr>
              <a:t>Algunos principios relevantes: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Configuración externa.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Servicios desacoplados.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Logs como flujo de eventos.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Paridad entre entornos.</a:t>
            </a:r>
            <a:endParaRPr lang="es-ES"/>
          </a:p>
          <a:p>
            <a:pPr indent="0">
              <a:buNone/>
            </a:pPr>
            <a:r>
              <a:rPr lang="es-ES">
                <a:ea typeface="+mn-lt"/>
                <a:cs typeface="+mn-lt"/>
              </a:rPr>
              <a:t>No es solo código.</a:t>
            </a:r>
            <a:br>
              <a:rPr lang="es-ES">
                <a:ea typeface="+mn-lt"/>
                <a:cs typeface="+mn-lt"/>
              </a:rPr>
            </a:br>
            <a:r>
              <a:rPr lang="es-ES">
                <a:ea typeface="+mn-lt"/>
                <a:cs typeface="+mn-lt"/>
              </a:rPr>
              <a:t>Es diseño para operar.</a:t>
            </a:r>
            <a:endParaRPr lang="es-ES"/>
          </a:p>
          <a:p>
            <a:pPr marL="0" indent="0">
              <a:buNone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3926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E50EEB-5E18-A4D5-B821-BF87621B2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+mj-lt"/>
                <a:cs typeface="+mj-lt"/>
              </a:rPr>
              <a:t>Arquitectura y Calidad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95C27C-005F-067C-53B8-B83CB80AC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>
                <a:ea typeface="+mn-lt"/>
                <a:cs typeface="+mn-lt"/>
              </a:rPr>
              <a:t>La arquitectura influye directamente en: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Rendimiento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Mantenibilidad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Seguridad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Escalabilidad</a:t>
            </a:r>
            <a:endParaRPr lang="es-ES"/>
          </a:p>
          <a:p>
            <a:pPr indent="0">
              <a:buNone/>
            </a:pPr>
            <a:r>
              <a:rPr lang="es-ES">
                <a:ea typeface="+mn-lt"/>
                <a:cs typeface="+mn-lt"/>
              </a:rPr>
              <a:t>Una mala arquitectura compromete la calidad.</a:t>
            </a:r>
            <a:endParaRPr lang="es-ES"/>
          </a:p>
          <a:p>
            <a:pPr marL="0" indent="0">
              <a:buNone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5060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D3AD0B-716D-8D7C-BEB7-5BD991F52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+mj-lt"/>
                <a:cs typeface="+mj-lt"/>
              </a:rPr>
              <a:t>Enfoque Arquitectura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8C7794-8107-D4C1-FABD-B8417D5AA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>
                <a:ea typeface="+mn-lt"/>
                <a:cs typeface="+mn-lt"/>
              </a:rPr>
              <a:t>“La arquitectura no se ve en la pantalla,</a:t>
            </a:r>
            <a:br>
              <a:rPr lang="es-ES">
                <a:ea typeface="+mn-lt"/>
                <a:cs typeface="+mn-lt"/>
              </a:rPr>
            </a:br>
            <a:r>
              <a:rPr lang="es-ES">
                <a:ea typeface="+mn-lt"/>
                <a:cs typeface="+mn-lt"/>
              </a:rPr>
              <a:t> pero determina todo lo que el usuario experimenta.”</a:t>
            </a:r>
          </a:p>
        </p:txBody>
      </p:sp>
    </p:spTree>
    <p:extLst>
      <p:ext uri="{BB962C8B-B14F-4D97-AF65-F5344CB8AC3E}">
        <p14:creationId xmlns:p14="http://schemas.microsoft.com/office/powerpoint/2010/main" val="35879689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Tema de Office</vt:lpstr>
      <vt:lpstr>Ingeniería de Software</vt:lpstr>
      <vt:lpstr>Objetivo de la Clase</vt:lpstr>
      <vt:lpstr>¿Qué es Arquitectura de Software?</vt:lpstr>
      <vt:lpstr>Arquitectura vs Código</vt:lpstr>
      <vt:lpstr>Separación de Responsabilidades</vt:lpstr>
      <vt:lpstr>Frontend</vt:lpstr>
      <vt:lpstr>Backend</vt:lpstr>
      <vt:lpstr>Arquitectura en Capas (Backend)</vt:lpstr>
      <vt:lpstr>Conexión con Requisitos</vt:lpstr>
      <vt:lpstr>Introducción a los 12 Factores</vt:lpstr>
      <vt:lpstr>Arquitectura y Calidad</vt:lpstr>
      <vt:lpstr>Enfoque Arquitectura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2026-02-14T03:35:34Z</dcterms:created>
  <dcterms:modified xsi:type="dcterms:W3CDTF">2026-02-14T04:01:37Z</dcterms:modified>
</cp:coreProperties>
</file>