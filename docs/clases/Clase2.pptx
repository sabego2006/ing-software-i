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55AF26-3862-60AD-80C2-A88C231BB911}" v="245" dt="2026-02-04T03:30:44.5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GA YAMILE RACHEZ ROMERO" userId="S::orachez@ucundinamarca.edu.co::cbb4b6fc-8f4b-4bfd-80d5-5cc54e478ab1" providerId="AD" clId="Web-{F855AF26-3862-60AD-80C2-A88C231BB911}"/>
    <pc:docChg chg="addSld modSld">
      <pc:chgData name="OLGA YAMILE RACHEZ ROMERO" userId="S::orachez@ucundinamarca.edu.co::cbb4b6fc-8f4b-4bfd-80d5-5cc54e478ab1" providerId="AD" clId="Web-{F855AF26-3862-60AD-80C2-A88C231BB911}" dt="2026-02-04T03:30:44.549" v="226"/>
      <pc:docMkLst>
        <pc:docMk/>
      </pc:docMkLst>
      <pc:sldChg chg="addSp delSp modSp mod setBg">
        <pc:chgData name="OLGA YAMILE RACHEZ ROMERO" userId="S::orachez@ucundinamarca.edu.co::cbb4b6fc-8f4b-4bfd-80d5-5cc54e478ab1" providerId="AD" clId="Web-{F855AF26-3862-60AD-80C2-A88C231BB911}" dt="2026-02-04T03:29:34.719" v="202" actId="1076"/>
        <pc:sldMkLst>
          <pc:docMk/>
          <pc:sldMk cId="2406273178" sldId="256"/>
        </pc:sldMkLst>
        <pc:spChg chg="mod">
          <ac:chgData name="OLGA YAMILE RACHEZ ROMERO" userId="S::orachez@ucundinamarca.edu.co::cbb4b6fc-8f4b-4bfd-80d5-5cc54e478ab1" providerId="AD" clId="Web-{F855AF26-3862-60AD-80C2-A88C231BB911}" dt="2026-02-04T03:13:33.629" v="152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OLGA YAMILE RACHEZ ROMERO" userId="S::orachez@ucundinamarca.edu.co::cbb4b6fc-8f4b-4bfd-80d5-5cc54e478ab1" providerId="AD" clId="Web-{F855AF26-3862-60AD-80C2-A88C231BB911}" dt="2026-02-04T03:13:15.411" v="149"/>
          <ac:spMkLst>
            <pc:docMk/>
            <pc:sldMk cId="2406273178" sldId="256"/>
            <ac:spMk id="3" creationId="{00000000-0000-0000-0000-000000000000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3:15.411" v="148"/>
          <ac:spMkLst>
            <pc:docMk/>
            <pc:sldMk cId="2406273178" sldId="256"/>
            <ac:spMk id="9" creationId="{EC3FE92E-FF21-46DB-BE36-B3A5D4149B10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3:15.411" v="148"/>
          <ac:spMkLst>
            <pc:docMk/>
            <pc:sldMk cId="2406273178" sldId="256"/>
            <ac:spMk id="11" creationId="{7E9DFFEE-526A-4D56-A70C-EADE7289BEE5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3:15.411" v="149"/>
          <ac:spMkLst>
            <pc:docMk/>
            <pc:sldMk cId="2406273178" sldId="256"/>
            <ac:spMk id="13" creationId="{ECC07320-C2CA-4E29-8481-9D9E143C7788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3:15.411" v="149"/>
          <ac:spMkLst>
            <pc:docMk/>
            <pc:sldMk cId="2406273178" sldId="256"/>
            <ac:spMk id="14" creationId="{178FB36B-5BFE-42CA-BC60-1115E0D95EEC}"/>
          </ac:spMkLst>
        </pc:spChg>
        <pc:picChg chg="add mod ord">
          <ac:chgData name="OLGA YAMILE RACHEZ ROMERO" userId="S::orachez@ucundinamarca.edu.co::cbb4b6fc-8f4b-4bfd-80d5-5cc54e478ab1" providerId="AD" clId="Web-{F855AF26-3862-60AD-80C2-A88C231BB911}" dt="2026-02-04T03:13:15.411" v="149"/>
          <ac:picMkLst>
            <pc:docMk/>
            <pc:sldMk cId="2406273178" sldId="256"/>
            <ac:picMk id="4" creationId="{4006AC98-9D73-80F1-EC49-061B3F7C6437}"/>
          </ac:picMkLst>
        </pc:picChg>
        <pc:picChg chg="add mod">
          <ac:chgData name="OLGA YAMILE RACHEZ ROMERO" userId="S::orachez@ucundinamarca.edu.co::cbb4b6fc-8f4b-4bfd-80d5-5cc54e478ab1" providerId="AD" clId="Web-{F855AF26-3862-60AD-80C2-A88C231BB911}" dt="2026-02-04T03:29:34.719" v="202" actId="1076"/>
          <ac:picMkLst>
            <pc:docMk/>
            <pc:sldMk cId="2406273178" sldId="256"/>
            <ac:picMk id="5" creationId="{13EB5708-1FE8-A6CA-AB44-FB3B41E331F8}"/>
          </ac:picMkLst>
        </pc:picChg>
      </pc:sldChg>
      <pc:sldChg chg="addSp delSp modSp new mod setBg">
        <pc:chgData name="OLGA YAMILE RACHEZ ROMERO" userId="S::orachez@ucundinamarca.edu.co::cbb4b6fc-8f4b-4bfd-80d5-5cc54e478ab1" providerId="AD" clId="Web-{F855AF26-3862-60AD-80C2-A88C231BB911}" dt="2026-02-04T03:29:45.531" v="205" actId="1076"/>
        <pc:sldMkLst>
          <pc:docMk/>
          <pc:sldMk cId="3258010387" sldId="257"/>
        </pc:sldMkLst>
        <pc:spChg chg="mod">
          <ac:chgData name="OLGA YAMILE RACHEZ ROMERO" userId="S::orachez@ucundinamarca.edu.co::cbb4b6fc-8f4b-4bfd-80d5-5cc54e478ab1" providerId="AD" clId="Web-{F855AF26-3862-60AD-80C2-A88C231BB911}" dt="2026-02-04T03:13:44.645" v="155"/>
          <ac:spMkLst>
            <pc:docMk/>
            <pc:sldMk cId="3258010387" sldId="257"/>
            <ac:spMk id="2" creationId="{6FC5E284-56A7-6E96-2280-43C2C2F3DC16}"/>
          </ac:spMkLst>
        </pc:spChg>
        <pc:spChg chg="add del mod">
          <ac:chgData name="OLGA YAMILE RACHEZ ROMERO" userId="S::orachez@ucundinamarca.edu.co::cbb4b6fc-8f4b-4bfd-80d5-5cc54e478ab1" providerId="AD" clId="Web-{F855AF26-3862-60AD-80C2-A88C231BB911}" dt="2026-02-04T03:13:44.645" v="155"/>
          <ac:spMkLst>
            <pc:docMk/>
            <pc:sldMk cId="3258010387" sldId="257"/>
            <ac:spMk id="3" creationId="{2D483288-E339-CB57-BDB7-0EC72ED00336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3:44.598" v="154"/>
          <ac:spMkLst>
            <pc:docMk/>
            <pc:sldMk cId="3258010387" sldId="257"/>
            <ac:spMk id="9" creationId="{BACC6370-2D7E-4714-9D71-7542949D7D5D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3:44.598" v="154"/>
          <ac:spMkLst>
            <pc:docMk/>
            <pc:sldMk cId="3258010387" sldId="257"/>
            <ac:spMk id="11" creationId="{F68B3F68-107C-434F-AA38-110D5EA91B85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3:44.598" v="154"/>
          <ac:spMkLst>
            <pc:docMk/>
            <pc:sldMk cId="3258010387" sldId="257"/>
            <ac:spMk id="13" creationId="{AAD0DBB9-1A4B-4391-81D4-CB19F9AB918A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3:44.598" v="154"/>
          <ac:spMkLst>
            <pc:docMk/>
            <pc:sldMk cId="3258010387" sldId="257"/>
            <ac:spMk id="15" creationId="{063BBA22-50EA-4C4D-BE05-F1CE4E63AA56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3:44.645" v="155"/>
          <ac:spMkLst>
            <pc:docMk/>
            <pc:sldMk cId="3258010387" sldId="257"/>
            <ac:spMk id="17" creationId="{7517A47C-B2E5-4B79-8061-D74B1311AF6E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3:44.645" v="155"/>
          <ac:spMkLst>
            <pc:docMk/>
            <pc:sldMk cId="3258010387" sldId="257"/>
            <ac:spMk id="18" creationId="{C505E780-2083-4CB5-A42A-5E0E2908ECC3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3:44.645" v="155"/>
          <ac:spMkLst>
            <pc:docMk/>
            <pc:sldMk cId="3258010387" sldId="257"/>
            <ac:spMk id="19" creationId="{D2C0AE1C-0118-41AE-8A10-7CDCBF10E96F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3:44.645" v="155"/>
          <ac:spMkLst>
            <pc:docMk/>
            <pc:sldMk cId="3258010387" sldId="257"/>
            <ac:spMk id="20" creationId="{463EEC44-1BA3-44ED-81FC-A644B04B2A44}"/>
          </ac:spMkLst>
        </pc:spChg>
        <pc:graphicFrameChg chg="add del">
          <ac:chgData name="OLGA YAMILE RACHEZ ROMERO" userId="S::orachez@ucundinamarca.edu.co::cbb4b6fc-8f4b-4bfd-80d5-5cc54e478ab1" providerId="AD" clId="Web-{F855AF26-3862-60AD-80C2-A88C231BB911}" dt="2026-02-04T03:13:44.598" v="154"/>
          <ac:graphicFrameMkLst>
            <pc:docMk/>
            <pc:sldMk cId="3258010387" sldId="257"/>
            <ac:graphicFrameMk id="5" creationId="{A7B46790-AE52-0329-7F55-F5346645606B}"/>
          </ac:graphicFrameMkLst>
        </pc:graphicFrameChg>
        <pc:graphicFrameChg chg="add">
          <ac:chgData name="OLGA YAMILE RACHEZ ROMERO" userId="S::orachez@ucundinamarca.edu.co::cbb4b6fc-8f4b-4bfd-80d5-5cc54e478ab1" providerId="AD" clId="Web-{F855AF26-3862-60AD-80C2-A88C231BB911}" dt="2026-02-04T03:13:44.645" v="155"/>
          <ac:graphicFrameMkLst>
            <pc:docMk/>
            <pc:sldMk cId="3258010387" sldId="257"/>
            <ac:graphicFrameMk id="21" creationId="{9E54982A-AA99-B97E-9FC7-3CA93E0D8C21}"/>
          </ac:graphicFrameMkLst>
        </pc:graphicFrameChg>
        <pc:picChg chg="add mod">
          <ac:chgData name="OLGA YAMILE RACHEZ ROMERO" userId="S::orachez@ucundinamarca.edu.co::cbb4b6fc-8f4b-4bfd-80d5-5cc54e478ab1" providerId="AD" clId="Web-{F855AF26-3862-60AD-80C2-A88C231BB911}" dt="2026-02-04T03:29:45.531" v="205" actId="1076"/>
          <ac:picMkLst>
            <pc:docMk/>
            <pc:sldMk cId="3258010387" sldId="257"/>
            <ac:picMk id="36" creationId="{7A88B405-3B11-E802-AB47-19E36C13A2AB}"/>
          </ac:picMkLst>
        </pc:picChg>
      </pc:sldChg>
      <pc:sldChg chg="addSp delSp modSp new mod setBg">
        <pc:chgData name="OLGA YAMILE RACHEZ ROMERO" userId="S::orachez@ucundinamarca.edu.co::cbb4b6fc-8f4b-4bfd-80d5-5cc54e478ab1" providerId="AD" clId="Web-{F855AF26-3862-60AD-80C2-A88C231BB911}" dt="2026-02-04T03:29:48.328" v="206"/>
        <pc:sldMkLst>
          <pc:docMk/>
          <pc:sldMk cId="390399169" sldId="258"/>
        </pc:sldMkLst>
        <pc:spChg chg="mod">
          <ac:chgData name="OLGA YAMILE RACHEZ ROMERO" userId="S::orachez@ucundinamarca.edu.co::cbb4b6fc-8f4b-4bfd-80d5-5cc54e478ab1" providerId="AD" clId="Web-{F855AF26-3862-60AD-80C2-A88C231BB911}" dt="2026-02-04T03:29:07.047" v="197" actId="20577"/>
          <ac:spMkLst>
            <pc:docMk/>
            <pc:sldMk cId="390399169" sldId="258"/>
            <ac:spMk id="2" creationId="{31905AEA-1730-D75D-2472-C35A70703ADE}"/>
          </ac:spMkLst>
        </pc:spChg>
        <pc:spChg chg="del mod">
          <ac:chgData name="OLGA YAMILE RACHEZ ROMERO" userId="S::orachez@ucundinamarca.edu.co::cbb4b6fc-8f4b-4bfd-80d5-5cc54e478ab1" providerId="AD" clId="Web-{F855AF26-3862-60AD-80C2-A88C231BB911}" dt="2026-02-04T03:13:52.223" v="156"/>
          <ac:spMkLst>
            <pc:docMk/>
            <pc:sldMk cId="390399169" sldId="258"/>
            <ac:spMk id="3" creationId="{363685C2-7915-9F99-A44D-D686C4014A68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3:52.223" v="156"/>
          <ac:spMkLst>
            <pc:docMk/>
            <pc:sldMk cId="390399169" sldId="258"/>
            <ac:spMk id="9" creationId="{2659FDB4-FCBE-4A89-B46D-43D4FA54464D}"/>
          </ac:spMkLst>
        </pc:spChg>
        <pc:graphicFrameChg chg="add">
          <ac:chgData name="OLGA YAMILE RACHEZ ROMERO" userId="S::orachez@ucundinamarca.edu.co::cbb4b6fc-8f4b-4bfd-80d5-5cc54e478ab1" providerId="AD" clId="Web-{F855AF26-3862-60AD-80C2-A88C231BB911}" dt="2026-02-04T03:13:52.223" v="156"/>
          <ac:graphicFrameMkLst>
            <pc:docMk/>
            <pc:sldMk cId="390399169" sldId="258"/>
            <ac:graphicFrameMk id="5" creationId="{AD24C6BC-EBDD-535A-14C9-9F3CE52DD154}"/>
          </ac:graphicFrameMkLst>
        </pc:graphicFrameChg>
        <pc:picChg chg="add">
          <ac:chgData name="OLGA YAMILE RACHEZ ROMERO" userId="S::orachez@ucundinamarca.edu.co::cbb4b6fc-8f4b-4bfd-80d5-5cc54e478ab1" providerId="AD" clId="Web-{F855AF26-3862-60AD-80C2-A88C231BB911}" dt="2026-02-04T03:29:48.328" v="206"/>
          <ac:picMkLst>
            <pc:docMk/>
            <pc:sldMk cId="390399169" sldId="258"/>
            <ac:picMk id="18" creationId="{8F12B3CA-D231-9A70-8E5D-961A770FAD59}"/>
          </ac:picMkLst>
        </pc:picChg>
        <pc:cxnChg chg="add">
          <ac:chgData name="OLGA YAMILE RACHEZ ROMERO" userId="S::orachez@ucundinamarca.edu.co::cbb4b6fc-8f4b-4bfd-80d5-5cc54e478ab1" providerId="AD" clId="Web-{F855AF26-3862-60AD-80C2-A88C231BB911}" dt="2026-02-04T03:13:52.223" v="156"/>
          <ac:cxnSpMkLst>
            <pc:docMk/>
            <pc:sldMk cId="390399169" sldId="258"/>
            <ac:cxnSpMk id="11" creationId="{C8F51B3F-8331-4E4A-AE96-D47B1006EEAD}"/>
          </ac:cxnSpMkLst>
        </pc:cxnChg>
      </pc:sldChg>
      <pc:sldChg chg="addSp delSp modSp new mod setBg">
        <pc:chgData name="OLGA YAMILE RACHEZ ROMERO" userId="S::orachez@ucundinamarca.edu.co::cbb4b6fc-8f4b-4bfd-80d5-5cc54e478ab1" providerId="AD" clId="Web-{F855AF26-3862-60AD-80C2-A88C231BB911}" dt="2026-02-04T03:29:52" v="207"/>
        <pc:sldMkLst>
          <pc:docMk/>
          <pc:sldMk cId="1041992390" sldId="259"/>
        </pc:sldMkLst>
        <pc:spChg chg="mod">
          <ac:chgData name="OLGA YAMILE RACHEZ ROMERO" userId="S::orachez@ucundinamarca.edu.co::cbb4b6fc-8f4b-4bfd-80d5-5cc54e478ab1" providerId="AD" clId="Web-{F855AF26-3862-60AD-80C2-A88C231BB911}" dt="2026-02-04T03:14:28.130" v="159"/>
          <ac:spMkLst>
            <pc:docMk/>
            <pc:sldMk cId="1041992390" sldId="259"/>
            <ac:spMk id="2" creationId="{B5F693CC-05E9-12C4-C186-860C4921435B}"/>
          </ac:spMkLst>
        </pc:spChg>
        <pc:spChg chg="del mod">
          <ac:chgData name="OLGA YAMILE RACHEZ ROMERO" userId="S::orachez@ucundinamarca.edu.co::cbb4b6fc-8f4b-4bfd-80d5-5cc54e478ab1" providerId="AD" clId="Web-{F855AF26-3862-60AD-80C2-A88C231BB911}" dt="2026-02-04T03:14:11.801" v="157"/>
          <ac:spMkLst>
            <pc:docMk/>
            <pc:sldMk cId="1041992390" sldId="259"/>
            <ac:spMk id="3" creationId="{D7E26EDE-807B-445C-4D65-605D99A1D24E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4:28.130" v="159"/>
          <ac:spMkLst>
            <pc:docMk/>
            <pc:sldMk cId="1041992390" sldId="259"/>
            <ac:spMk id="10" creationId="{6C4028FD-8BAA-4A19-BFDE-594D991B7552}"/>
          </ac:spMkLst>
        </pc:spChg>
        <pc:graphicFrameChg chg="add mod modGraphic">
          <ac:chgData name="OLGA YAMILE RACHEZ ROMERO" userId="S::orachez@ucundinamarca.edu.co::cbb4b6fc-8f4b-4bfd-80d5-5cc54e478ab1" providerId="AD" clId="Web-{F855AF26-3862-60AD-80C2-A88C231BB911}" dt="2026-02-04T03:14:28.130" v="159"/>
          <ac:graphicFrameMkLst>
            <pc:docMk/>
            <pc:sldMk cId="1041992390" sldId="259"/>
            <ac:graphicFrameMk id="5" creationId="{B7758F82-C2F0-CA6F-F691-C077BDECE7E0}"/>
          </ac:graphicFrameMkLst>
        </pc:graphicFrameChg>
        <pc:picChg chg="add">
          <ac:chgData name="OLGA YAMILE RACHEZ ROMERO" userId="S::orachez@ucundinamarca.edu.co::cbb4b6fc-8f4b-4bfd-80d5-5cc54e478ab1" providerId="AD" clId="Web-{F855AF26-3862-60AD-80C2-A88C231BB911}" dt="2026-02-04T03:29:52" v="207"/>
          <ac:picMkLst>
            <pc:docMk/>
            <pc:sldMk cId="1041992390" sldId="259"/>
            <ac:picMk id="36" creationId="{269117B7-5A36-7B24-9E40-73946C30E9F4}"/>
          </ac:picMkLst>
        </pc:picChg>
      </pc:sldChg>
      <pc:sldChg chg="addSp modSp new mod setBg">
        <pc:chgData name="OLGA YAMILE RACHEZ ROMERO" userId="S::orachez@ucundinamarca.edu.co::cbb4b6fc-8f4b-4bfd-80d5-5cc54e478ab1" providerId="AD" clId="Web-{F855AF26-3862-60AD-80C2-A88C231BB911}" dt="2026-02-04T03:29:55.047" v="208"/>
        <pc:sldMkLst>
          <pc:docMk/>
          <pc:sldMk cId="2051766613" sldId="260"/>
        </pc:sldMkLst>
        <pc:spChg chg="mod">
          <ac:chgData name="OLGA YAMILE RACHEZ ROMERO" userId="S::orachez@ucundinamarca.edu.co::cbb4b6fc-8f4b-4bfd-80d5-5cc54e478ab1" providerId="AD" clId="Web-{F855AF26-3862-60AD-80C2-A88C231BB911}" dt="2026-02-04T03:14:37.864" v="160"/>
          <ac:spMkLst>
            <pc:docMk/>
            <pc:sldMk cId="2051766613" sldId="260"/>
            <ac:spMk id="2" creationId="{BF6D8C3B-B1E0-58A0-74FA-D98684952D8D}"/>
          </ac:spMkLst>
        </pc:spChg>
        <pc:spChg chg="mod">
          <ac:chgData name="OLGA YAMILE RACHEZ ROMERO" userId="S::orachez@ucundinamarca.edu.co::cbb4b6fc-8f4b-4bfd-80d5-5cc54e478ab1" providerId="AD" clId="Web-{F855AF26-3862-60AD-80C2-A88C231BB911}" dt="2026-02-04T03:14:37.864" v="160"/>
          <ac:spMkLst>
            <pc:docMk/>
            <pc:sldMk cId="2051766613" sldId="260"/>
            <ac:spMk id="3" creationId="{094C0358-D7A5-520C-358F-53D5329ACF3E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4:37.864" v="160"/>
          <ac:spMkLst>
            <pc:docMk/>
            <pc:sldMk cId="2051766613" sldId="260"/>
            <ac:spMk id="9" creationId="{C0763A76-9F1C-4FC5-82B7-DD475DA461B2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4:37.864" v="160"/>
          <ac:spMkLst>
            <pc:docMk/>
            <pc:sldMk cId="2051766613" sldId="260"/>
            <ac:spMk id="11" creationId="{E81BF4F6-F2CF-4984-9D14-D6966D92F99F}"/>
          </ac:spMkLst>
        </pc:spChg>
        <pc:picChg chg="add">
          <ac:chgData name="OLGA YAMILE RACHEZ ROMERO" userId="S::orachez@ucundinamarca.edu.co::cbb4b6fc-8f4b-4bfd-80d5-5cc54e478ab1" providerId="AD" clId="Web-{F855AF26-3862-60AD-80C2-A88C231BB911}" dt="2026-02-04T03:14:37.864" v="160"/>
          <ac:picMkLst>
            <pc:docMk/>
            <pc:sldMk cId="2051766613" sldId="260"/>
            <ac:picMk id="5" creationId="{2E79852F-409A-9270-FE42-E08B2F400A2E}"/>
          </ac:picMkLst>
        </pc:picChg>
        <pc:picChg chg="add">
          <ac:chgData name="OLGA YAMILE RACHEZ ROMERO" userId="S::orachez@ucundinamarca.edu.co::cbb4b6fc-8f4b-4bfd-80d5-5cc54e478ab1" providerId="AD" clId="Web-{F855AF26-3862-60AD-80C2-A88C231BB911}" dt="2026-02-04T03:29:55.047" v="208"/>
          <ac:picMkLst>
            <pc:docMk/>
            <pc:sldMk cId="2051766613" sldId="260"/>
            <ac:picMk id="6" creationId="{376BAC02-4A50-0AEA-2229-4CA767A942F5}"/>
          </ac:picMkLst>
        </pc:picChg>
      </pc:sldChg>
      <pc:sldChg chg="addSp delSp modSp new mod setBg modNotes">
        <pc:chgData name="OLGA YAMILE RACHEZ ROMERO" userId="S::orachez@ucundinamarca.edu.co::cbb4b6fc-8f4b-4bfd-80d5-5cc54e478ab1" providerId="AD" clId="Web-{F855AF26-3862-60AD-80C2-A88C231BB911}" dt="2026-02-04T03:29:56.174" v="209"/>
        <pc:sldMkLst>
          <pc:docMk/>
          <pc:sldMk cId="695729426" sldId="261"/>
        </pc:sldMkLst>
        <pc:spChg chg="mod">
          <ac:chgData name="OLGA YAMILE RACHEZ ROMERO" userId="S::orachez@ucundinamarca.edu.co::cbb4b6fc-8f4b-4bfd-80d5-5cc54e478ab1" providerId="AD" clId="Web-{F855AF26-3862-60AD-80C2-A88C231BB911}" dt="2026-02-04T03:15:18.145" v="164"/>
          <ac:spMkLst>
            <pc:docMk/>
            <pc:sldMk cId="695729426" sldId="261"/>
            <ac:spMk id="2" creationId="{356951C7-4D63-D560-6E8D-819A30BF9547}"/>
          </ac:spMkLst>
        </pc:spChg>
        <pc:spChg chg="mod">
          <ac:chgData name="OLGA YAMILE RACHEZ ROMERO" userId="S::orachez@ucundinamarca.edu.co::cbb4b6fc-8f4b-4bfd-80d5-5cc54e478ab1" providerId="AD" clId="Web-{F855AF26-3862-60AD-80C2-A88C231BB911}" dt="2026-02-04T03:15:18.145" v="164"/>
          <ac:spMkLst>
            <pc:docMk/>
            <pc:sldMk cId="695729426" sldId="261"/>
            <ac:spMk id="3" creationId="{EDBABBD3-AC89-44F9-347C-B632A7147559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5:18.145" v="163"/>
          <ac:spMkLst>
            <pc:docMk/>
            <pc:sldMk cId="695729426" sldId="261"/>
            <ac:spMk id="9" creationId="{ECC07320-C2CA-4E29-8481-9D9E143C7788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5:18.145" v="163"/>
          <ac:spMkLst>
            <pc:docMk/>
            <pc:sldMk cId="695729426" sldId="261"/>
            <ac:spMk id="11" creationId="{178FB36B-5BFE-42CA-BC60-1115E0D95EEC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5:18.145" v="164"/>
          <ac:spMkLst>
            <pc:docMk/>
            <pc:sldMk cId="695729426" sldId="261"/>
            <ac:spMk id="13" creationId="{06DA9DF9-31F7-4056-B42E-878CC92417B8}"/>
          </ac:spMkLst>
        </pc:spChg>
        <pc:picChg chg="add mod ord">
          <ac:chgData name="OLGA YAMILE RACHEZ ROMERO" userId="S::orachez@ucundinamarca.edu.co::cbb4b6fc-8f4b-4bfd-80d5-5cc54e478ab1" providerId="AD" clId="Web-{F855AF26-3862-60AD-80C2-A88C231BB911}" dt="2026-02-04T03:15:18.145" v="164"/>
          <ac:picMkLst>
            <pc:docMk/>
            <pc:sldMk cId="695729426" sldId="261"/>
            <ac:picMk id="4" creationId="{2AFEB12B-9F21-DA13-FB12-DD92D62ABF54}"/>
          </ac:picMkLst>
        </pc:picChg>
        <pc:picChg chg="add">
          <ac:chgData name="OLGA YAMILE RACHEZ ROMERO" userId="S::orachez@ucundinamarca.edu.co::cbb4b6fc-8f4b-4bfd-80d5-5cc54e478ab1" providerId="AD" clId="Web-{F855AF26-3862-60AD-80C2-A88C231BB911}" dt="2026-02-04T03:29:56.174" v="209"/>
          <ac:picMkLst>
            <pc:docMk/>
            <pc:sldMk cId="695729426" sldId="261"/>
            <ac:picMk id="6" creationId="{021A1DC0-AB83-FA42-D72E-1FD8A767BFBF}"/>
          </ac:picMkLst>
        </pc:picChg>
      </pc:sldChg>
      <pc:sldChg chg="addSp modSp new mod setBg">
        <pc:chgData name="OLGA YAMILE RACHEZ ROMERO" userId="S::orachez@ucundinamarca.edu.co::cbb4b6fc-8f4b-4bfd-80d5-5cc54e478ab1" providerId="AD" clId="Web-{F855AF26-3862-60AD-80C2-A88C231BB911}" dt="2026-02-04T03:30:01.502" v="211" actId="1076"/>
        <pc:sldMkLst>
          <pc:docMk/>
          <pc:sldMk cId="3530932868" sldId="262"/>
        </pc:sldMkLst>
        <pc:spChg chg="mod">
          <ac:chgData name="OLGA YAMILE RACHEZ ROMERO" userId="S::orachez@ucundinamarca.edu.co::cbb4b6fc-8f4b-4bfd-80d5-5cc54e478ab1" providerId="AD" clId="Web-{F855AF26-3862-60AD-80C2-A88C231BB911}" dt="2026-02-04T03:15:31.677" v="165"/>
          <ac:spMkLst>
            <pc:docMk/>
            <pc:sldMk cId="3530932868" sldId="262"/>
            <ac:spMk id="2" creationId="{D60038D0-1A3B-D1B7-7340-F15AD2E94684}"/>
          </ac:spMkLst>
        </pc:spChg>
        <pc:spChg chg="mod">
          <ac:chgData name="OLGA YAMILE RACHEZ ROMERO" userId="S::orachez@ucundinamarca.edu.co::cbb4b6fc-8f4b-4bfd-80d5-5cc54e478ab1" providerId="AD" clId="Web-{F855AF26-3862-60AD-80C2-A88C231BB911}" dt="2026-02-04T03:15:31.677" v="165"/>
          <ac:spMkLst>
            <pc:docMk/>
            <pc:sldMk cId="3530932868" sldId="262"/>
            <ac:spMk id="3" creationId="{F6BAD7EB-AEDD-A885-A6B2-402D56A6EF20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5:31.677" v="165"/>
          <ac:spMkLst>
            <pc:docMk/>
            <pc:sldMk cId="3530932868" sldId="262"/>
            <ac:spMk id="9" creationId="{3ECBE1F1-D69B-4AFA-ABD5-8E41720EF6DE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5:31.677" v="165"/>
          <ac:spMkLst>
            <pc:docMk/>
            <pc:sldMk cId="3530932868" sldId="262"/>
            <ac:spMk id="11" creationId="{603A6265-E10C-4B85-9C20-E75FCAF9CC63}"/>
          </ac:spMkLst>
        </pc:spChg>
        <pc:picChg chg="add">
          <ac:chgData name="OLGA YAMILE RACHEZ ROMERO" userId="S::orachez@ucundinamarca.edu.co::cbb4b6fc-8f4b-4bfd-80d5-5cc54e478ab1" providerId="AD" clId="Web-{F855AF26-3862-60AD-80C2-A88C231BB911}" dt="2026-02-04T03:15:31.677" v="165"/>
          <ac:picMkLst>
            <pc:docMk/>
            <pc:sldMk cId="3530932868" sldId="262"/>
            <ac:picMk id="5" creationId="{EDE0DA42-48CE-FA23-A9BD-74F5F9ADA8D4}"/>
          </ac:picMkLst>
        </pc:picChg>
        <pc:picChg chg="add mod">
          <ac:chgData name="OLGA YAMILE RACHEZ ROMERO" userId="S::orachez@ucundinamarca.edu.co::cbb4b6fc-8f4b-4bfd-80d5-5cc54e478ab1" providerId="AD" clId="Web-{F855AF26-3862-60AD-80C2-A88C231BB911}" dt="2026-02-04T03:30:01.502" v="211" actId="1076"/>
          <ac:picMkLst>
            <pc:docMk/>
            <pc:sldMk cId="3530932868" sldId="262"/>
            <ac:picMk id="6" creationId="{25C4F883-CD25-B693-E8D5-02E8450ED237}"/>
          </ac:picMkLst>
        </pc:picChg>
      </pc:sldChg>
      <pc:sldChg chg="addSp modSp new mod setBg">
        <pc:chgData name="OLGA YAMILE RACHEZ ROMERO" userId="S::orachez@ucundinamarca.edu.co::cbb4b6fc-8f4b-4bfd-80d5-5cc54e478ab1" providerId="AD" clId="Web-{F855AF26-3862-60AD-80C2-A88C231BB911}" dt="2026-02-04T03:30:03.283" v="212"/>
        <pc:sldMkLst>
          <pc:docMk/>
          <pc:sldMk cId="3334358845" sldId="263"/>
        </pc:sldMkLst>
        <pc:spChg chg="mod">
          <ac:chgData name="OLGA YAMILE RACHEZ ROMERO" userId="S::orachez@ucundinamarca.edu.co::cbb4b6fc-8f4b-4bfd-80d5-5cc54e478ab1" providerId="AD" clId="Web-{F855AF26-3862-60AD-80C2-A88C231BB911}" dt="2026-02-04T03:16:14.208" v="168" actId="1076"/>
          <ac:spMkLst>
            <pc:docMk/>
            <pc:sldMk cId="3334358845" sldId="263"/>
            <ac:spMk id="2" creationId="{466339B2-7997-9EA4-3A53-11FFB91F827F}"/>
          </ac:spMkLst>
        </pc:spChg>
        <pc:spChg chg="mod">
          <ac:chgData name="OLGA YAMILE RACHEZ ROMERO" userId="S::orachez@ucundinamarca.edu.co::cbb4b6fc-8f4b-4bfd-80d5-5cc54e478ab1" providerId="AD" clId="Web-{F855AF26-3862-60AD-80C2-A88C231BB911}" dt="2026-02-04T03:16:03.880" v="167"/>
          <ac:spMkLst>
            <pc:docMk/>
            <pc:sldMk cId="3334358845" sldId="263"/>
            <ac:spMk id="3" creationId="{8BBAD5A6-A7FC-2E6D-24CA-ECBD01A4A464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6:03.880" v="167"/>
          <ac:spMkLst>
            <pc:docMk/>
            <pc:sldMk cId="3334358845" sldId="263"/>
            <ac:spMk id="12" creationId="{5D7F64A8-D625-4F61-A290-B499BB62ACFF}"/>
          </ac:spMkLst>
        </pc:spChg>
        <pc:picChg chg="add">
          <ac:chgData name="OLGA YAMILE RACHEZ ROMERO" userId="S::orachez@ucundinamarca.edu.co::cbb4b6fc-8f4b-4bfd-80d5-5cc54e478ab1" providerId="AD" clId="Web-{F855AF26-3862-60AD-80C2-A88C231BB911}" dt="2026-02-04T03:30:03.283" v="212"/>
          <ac:picMkLst>
            <pc:docMk/>
            <pc:sldMk cId="3334358845" sldId="263"/>
            <ac:picMk id="5" creationId="{4A6CDAFE-0ABB-B86D-65CB-4622F10DE904}"/>
          </ac:picMkLst>
        </pc:picChg>
        <pc:picChg chg="add">
          <ac:chgData name="OLGA YAMILE RACHEZ ROMERO" userId="S::orachez@ucundinamarca.edu.co::cbb4b6fc-8f4b-4bfd-80d5-5cc54e478ab1" providerId="AD" clId="Web-{F855AF26-3862-60AD-80C2-A88C231BB911}" dt="2026-02-04T03:16:03.880" v="167"/>
          <ac:picMkLst>
            <pc:docMk/>
            <pc:sldMk cId="3334358845" sldId="263"/>
            <ac:picMk id="7" creationId="{67C9544A-0B8E-5890-9DC7-229C8B566EF9}"/>
          </ac:picMkLst>
        </pc:picChg>
        <pc:picChg chg="add">
          <ac:chgData name="OLGA YAMILE RACHEZ ROMERO" userId="S::orachez@ucundinamarca.edu.co::cbb4b6fc-8f4b-4bfd-80d5-5cc54e478ab1" providerId="AD" clId="Web-{F855AF26-3862-60AD-80C2-A88C231BB911}" dt="2026-02-04T03:16:03.880" v="167"/>
          <ac:picMkLst>
            <pc:docMk/>
            <pc:sldMk cId="3334358845" sldId="263"/>
            <ac:picMk id="9" creationId="{E0E14A0E-E49E-4316-BBEF-87A0B7EC6586}"/>
          </ac:picMkLst>
        </pc:picChg>
      </pc:sldChg>
      <pc:sldChg chg="addSp delSp modSp new mod setBg">
        <pc:chgData name="OLGA YAMILE RACHEZ ROMERO" userId="S::orachez@ucundinamarca.edu.co::cbb4b6fc-8f4b-4bfd-80d5-5cc54e478ab1" providerId="AD" clId="Web-{F855AF26-3862-60AD-80C2-A88C231BB911}" dt="2026-02-04T03:30:06.533" v="213"/>
        <pc:sldMkLst>
          <pc:docMk/>
          <pc:sldMk cId="1649330520" sldId="264"/>
        </pc:sldMkLst>
        <pc:spChg chg="mod">
          <ac:chgData name="OLGA YAMILE RACHEZ ROMERO" userId="S::orachez@ucundinamarca.edu.co::cbb4b6fc-8f4b-4bfd-80d5-5cc54e478ab1" providerId="AD" clId="Web-{F855AF26-3862-60AD-80C2-A88C231BB911}" dt="2026-02-04T03:17:57.928" v="173"/>
          <ac:spMkLst>
            <pc:docMk/>
            <pc:sldMk cId="1649330520" sldId="264"/>
            <ac:spMk id="2" creationId="{577A0637-DACE-62BC-DAF4-2BEBC6A1082A}"/>
          </ac:spMkLst>
        </pc:spChg>
        <pc:spChg chg="del mod">
          <ac:chgData name="OLGA YAMILE RACHEZ ROMERO" userId="S::orachez@ucundinamarca.edu.co::cbb4b6fc-8f4b-4bfd-80d5-5cc54e478ab1" providerId="AD" clId="Web-{F855AF26-3862-60AD-80C2-A88C231BB911}" dt="2026-02-04T03:17:32.927" v="169"/>
          <ac:spMkLst>
            <pc:docMk/>
            <pc:sldMk cId="1649330520" sldId="264"/>
            <ac:spMk id="3" creationId="{3F00F276-305B-22ED-807E-6702DE011A2A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7:57.881" v="172"/>
          <ac:spMkLst>
            <pc:docMk/>
            <pc:sldMk cId="1649330520" sldId="264"/>
            <ac:spMk id="10" creationId="{BACC6370-2D7E-4714-9D71-7542949D7D5D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7:57.881" v="172"/>
          <ac:spMkLst>
            <pc:docMk/>
            <pc:sldMk cId="1649330520" sldId="264"/>
            <ac:spMk id="12" creationId="{F68B3F68-107C-434F-AA38-110D5EA91B85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7:57.881" v="172"/>
          <ac:spMkLst>
            <pc:docMk/>
            <pc:sldMk cId="1649330520" sldId="264"/>
            <ac:spMk id="14" creationId="{AAD0DBB9-1A4B-4391-81D4-CB19F9AB918A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7:57.881" v="172"/>
          <ac:spMkLst>
            <pc:docMk/>
            <pc:sldMk cId="1649330520" sldId="264"/>
            <ac:spMk id="16" creationId="{063BBA22-50EA-4C4D-BE05-F1CE4E63AA56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7:57.928" v="173"/>
          <ac:spMkLst>
            <pc:docMk/>
            <pc:sldMk cId="1649330520" sldId="264"/>
            <ac:spMk id="18" creationId="{35DB3719-6FDC-4E5D-891D-FF40B7300F64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7:57.928" v="173"/>
          <ac:spMkLst>
            <pc:docMk/>
            <pc:sldMk cId="1649330520" sldId="264"/>
            <ac:spMk id="19" creationId="{E0CBAC23-2E3F-4A90-BA59-F8299F6A5439}"/>
          </ac:spMkLst>
        </pc:spChg>
        <pc:graphicFrameChg chg="add mod modGraphic">
          <ac:chgData name="OLGA YAMILE RACHEZ ROMERO" userId="S::orachez@ucundinamarca.edu.co::cbb4b6fc-8f4b-4bfd-80d5-5cc54e478ab1" providerId="AD" clId="Web-{F855AF26-3862-60AD-80C2-A88C231BB911}" dt="2026-02-04T03:17:57.928" v="173"/>
          <ac:graphicFrameMkLst>
            <pc:docMk/>
            <pc:sldMk cId="1649330520" sldId="264"/>
            <ac:graphicFrameMk id="5" creationId="{C76ACB51-B92A-4170-D591-D7CBD9784A2F}"/>
          </ac:graphicFrameMkLst>
        </pc:graphicFrameChg>
        <pc:picChg chg="add">
          <ac:chgData name="OLGA YAMILE RACHEZ ROMERO" userId="S::orachez@ucundinamarca.edu.co::cbb4b6fc-8f4b-4bfd-80d5-5cc54e478ab1" providerId="AD" clId="Web-{F855AF26-3862-60AD-80C2-A88C231BB911}" dt="2026-02-04T03:30:06.533" v="213"/>
          <ac:picMkLst>
            <pc:docMk/>
            <pc:sldMk cId="1649330520" sldId="264"/>
            <ac:picMk id="50" creationId="{EBBD61A8-C0E3-1101-9C29-C7700B19B495}"/>
          </ac:picMkLst>
        </pc:picChg>
      </pc:sldChg>
      <pc:sldChg chg="addSp delSp modSp new mod setBg">
        <pc:chgData name="OLGA YAMILE RACHEZ ROMERO" userId="S::orachez@ucundinamarca.edu.co::cbb4b6fc-8f4b-4bfd-80d5-5cc54e478ab1" providerId="AD" clId="Web-{F855AF26-3862-60AD-80C2-A88C231BB911}" dt="2026-02-04T03:30:09.299" v="214"/>
        <pc:sldMkLst>
          <pc:docMk/>
          <pc:sldMk cId="3893544193" sldId="265"/>
        </pc:sldMkLst>
        <pc:spChg chg="mod">
          <ac:chgData name="OLGA YAMILE RACHEZ ROMERO" userId="S::orachez@ucundinamarca.edu.co::cbb4b6fc-8f4b-4bfd-80d5-5cc54e478ab1" providerId="AD" clId="Web-{F855AF26-3862-60AD-80C2-A88C231BB911}" dt="2026-02-04T03:18:06.287" v="174"/>
          <ac:spMkLst>
            <pc:docMk/>
            <pc:sldMk cId="3893544193" sldId="265"/>
            <ac:spMk id="2" creationId="{78DFC14B-5D0F-2E69-14EF-19CDDDEFAC55}"/>
          </ac:spMkLst>
        </pc:spChg>
        <pc:spChg chg="del mod">
          <ac:chgData name="OLGA YAMILE RACHEZ ROMERO" userId="S::orachez@ucundinamarca.edu.co::cbb4b6fc-8f4b-4bfd-80d5-5cc54e478ab1" providerId="AD" clId="Web-{F855AF26-3862-60AD-80C2-A88C231BB911}" dt="2026-02-04T03:18:06.287" v="174"/>
          <ac:spMkLst>
            <pc:docMk/>
            <pc:sldMk cId="3893544193" sldId="265"/>
            <ac:spMk id="3" creationId="{44B17E23-2718-5BCC-5816-F444938685F2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8:06.287" v="174"/>
          <ac:spMkLst>
            <pc:docMk/>
            <pc:sldMk cId="3893544193" sldId="265"/>
            <ac:spMk id="9" creationId="{2659FDB4-FCBE-4A89-B46D-43D4FA54464D}"/>
          </ac:spMkLst>
        </pc:spChg>
        <pc:graphicFrameChg chg="add">
          <ac:chgData name="OLGA YAMILE RACHEZ ROMERO" userId="S::orachez@ucundinamarca.edu.co::cbb4b6fc-8f4b-4bfd-80d5-5cc54e478ab1" providerId="AD" clId="Web-{F855AF26-3862-60AD-80C2-A88C231BB911}" dt="2026-02-04T03:18:06.287" v="174"/>
          <ac:graphicFrameMkLst>
            <pc:docMk/>
            <pc:sldMk cId="3893544193" sldId="265"/>
            <ac:graphicFrameMk id="5" creationId="{01C59F64-9480-F926-1D9C-636B114FFA42}"/>
          </ac:graphicFrameMkLst>
        </pc:graphicFrameChg>
        <pc:picChg chg="add">
          <ac:chgData name="OLGA YAMILE RACHEZ ROMERO" userId="S::orachez@ucundinamarca.edu.co::cbb4b6fc-8f4b-4bfd-80d5-5cc54e478ab1" providerId="AD" clId="Web-{F855AF26-3862-60AD-80C2-A88C231BB911}" dt="2026-02-04T03:30:09.299" v="214"/>
          <ac:picMkLst>
            <pc:docMk/>
            <pc:sldMk cId="3893544193" sldId="265"/>
            <ac:picMk id="27" creationId="{2186483F-7A99-B302-0052-10C487129E89}"/>
          </ac:picMkLst>
        </pc:picChg>
        <pc:cxnChg chg="add">
          <ac:chgData name="OLGA YAMILE RACHEZ ROMERO" userId="S::orachez@ucundinamarca.edu.co::cbb4b6fc-8f4b-4bfd-80d5-5cc54e478ab1" providerId="AD" clId="Web-{F855AF26-3862-60AD-80C2-A88C231BB911}" dt="2026-02-04T03:18:06.287" v="174"/>
          <ac:cxnSpMkLst>
            <pc:docMk/>
            <pc:sldMk cId="3893544193" sldId="265"/>
            <ac:cxnSpMk id="11" creationId="{C8F51B3F-8331-4E4A-AE96-D47B1006EEAD}"/>
          </ac:cxnSpMkLst>
        </pc:cxnChg>
      </pc:sldChg>
      <pc:sldChg chg="addSp delSp modSp new mod setBg">
        <pc:chgData name="OLGA YAMILE RACHEZ ROMERO" userId="S::orachez@ucundinamarca.edu.co::cbb4b6fc-8f4b-4bfd-80d5-5cc54e478ab1" providerId="AD" clId="Web-{F855AF26-3862-60AD-80C2-A88C231BB911}" dt="2026-02-04T03:30:15.611" v="216" actId="1076"/>
        <pc:sldMkLst>
          <pc:docMk/>
          <pc:sldMk cId="723530033" sldId="266"/>
        </pc:sldMkLst>
        <pc:spChg chg="mod">
          <ac:chgData name="OLGA YAMILE RACHEZ ROMERO" userId="S::orachez@ucundinamarca.edu.co::cbb4b6fc-8f4b-4bfd-80d5-5cc54e478ab1" providerId="AD" clId="Web-{F855AF26-3862-60AD-80C2-A88C231BB911}" dt="2026-02-04T03:18:19.646" v="175"/>
          <ac:spMkLst>
            <pc:docMk/>
            <pc:sldMk cId="723530033" sldId="266"/>
            <ac:spMk id="2" creationId="{16B9E6C1-D896-7CDF-EACD-C2FB2497242F}"/>
          </ac:spMkLst>
        </pc:spChg>
        <pc:spChg chg="del mod">
          <ac:chgData name="OLGA YAMILE RACHEZ ROMERO" userId="S::orachez@ucundinamarca.edu.co::cbb4b6fc-8f4b-4bfd-80d5-5cc54e478ab1" providerId="AD" clId="Web-{F855AF26-3862-60AD-80C2-A88C231BB911}" dt="2026-02-04T03:18:19.646" v="175"/>
          <ac:spMkLst>
            <pc:docMk/>
            <pc:sldMk cId="723530033" sldId="266"/>
            <ac:spMk id="3" creationId="{96F88E09-3A7B-8C50-8AA7-8866DF81F3A5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8:19.646" v="175"/>
          <ac:spMkLst>
            <pc:docMk/>
            <pc:sldMk cId="723530033" sldId="266"/>
            <ac:spMk id="9" creationId="{BACC6370-2D7E-4714-9D71-7542949D7D5D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8:19.646" v="175"/>
          <ac:spMkLst>
            <pc:docMk/>
            <pc:sldMk cId="723530033" sldId="266"/>
            <ac:spMk id="11" creationId="{256B2C21-A230-48C0-8DF1-C46611373C44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8:19.646" v="175"/>
          <ac:spMkLst>
            <pc:docMk/>
            <pc:sldMk cId="723530033" sldId="266"/>
            <ac:spMk id="13" creationId="{3847E18C-932D-4C95-AABA-FEC7C9499AD7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8:19.646" v="175"/>
          <ac:spMkLst>
            <pc:docMk/>
            <pc:sldMk cId="723530033" sldId="266"/>
            <ac:spMk id="15" creationId="{3150CB11-0C61-439E-910F-5787759E72A0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8:19.646" v="175"/>
          <ac:spMkLst>
            <pc:docMk/>
            <pc:sldMk cId="723530033" sldId="266"/>
            <ac:spMk id="17" creationId="{43F8A58B-5155-44CE-A5FF-7647B47D0A7A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8:19.646" v="175"/>
          <ac:spMkLst>
            <pc:docMk/>
            <pc:sldMk cId="723530033" sldId="266"/>
            <ac:spMk id="19" creationId="{443F2ACA-E6D6-4028-82DD-F03C262D5DE6}"/>
          </ac:spMkLst>
        </pc:spChg>
        <pc:graphicFrameChg chg="add">
          <ac:chgData name="OLGA YAMILE RACHEZ ROMERO" userId="S::orachez@ucundinamarca.edu.co::cbb4b6fc-8f4b-4bfd-80d5-5cc54e478ab1" providerId="AD" clId="Web-{F855AF26-3862-60AD-80C2-A88C231BB911}" dt="2026-02-04T03:18:19.646" v="175"/>
          <ac:graphicFrameMkLst>
            <pc:docMk/>
            <pc:sldMk cId="723530033" sldId="266"/>
            <ac:graphicFrameMk id="5" creationId="{2DB61CF5-F5C8-816B-3426-6690DCBDFFE5}"/>
          </ac:graphicFrameMkLst>
        </pc:graphicFrameChg>
        <pc:picChg chg="add mod">
          <ac:chgData name="OLGA YAMILE RACHEZ ROMERO" userId="S::orachez@ucundinamarca.edu.co::cbb4b6fc-8f4b-4bfd-80d5-5cc54e478ab1" providerId="AD" clId="Web-{F855AF26-3862-60AD-80C2-A88C231BB911}" dt="2026-02-04T03:30:15.611" v="216" actId="1076"/>
          <ac:picMkLst>
            <pc:docMk/>
            <pc:sldMk cId="723530033" sldId="266"/>
            <ac:picMk id="21" creationId="{D5DD6D20-173B-7CDB-413D-307E72FC4E5F}"/>
          </ac:picMkLst>
        </pc:picChg>
      </pc:sldChg>
      <pc:sldChg chg="addSp delSp modSp new mod setBg">
        <pc:chgData name="OLGA YAMILE RACHEZ ROMERO" userId="S::orachez@ucundinamarca.edu.co::cbb4b6fc-8f4b-4bfd-80d5-5cc54e478ab1" providerId="AD" clId="Web-{F855AF26-3862-60AD-80C2-A88C231BB911}" dt="2026-02-04T03:30:19.221" v="217"/>
        <pc:sldMkLst>
          <pc:docMk/>
          <pc:sldMk cId="2688778481" sldId="267"/>
        </pc:sldMkLst>
        <pc:spChg chg="mod">
          <ac:chgData name="OLGA YAMILE RACHEZ ROMERO" userId="S::orachez@ucundinamarca.edu.co::cbb4b6fc-8f4b-4bfd-80d5-5cc54e478ab1" providerId="AD" clId="Web-{F855AF26-3862-60AD-80C2-A88C231BB911}" dt="2026-02-04T03:18:43.115" v="178"/>
          <ac:spMkLst>
            <pc:docMk/>
            <pc:sldMk cId="2688778481" sldId="267"/>
            <ac:spMk id="2" creationId="{B0425ECC-165C-DEC9-26D8-CFF8DB613A4C}"/>
          </ac:spMkLst>
        </pc:spChg>
        <pc:spChg chg="add del mod">
          <ac:chgData name="OLGA YAMILE RACHEZ ROMERO" userId="S::orachez@ucundinamarca.edu.co::cbb4b6fc-8f4b-4bfd-80d5-5cc54e478ab1" providerId="AD" clId="Web-{F855AF26-3862-60AD-80C2-A88C231BB911}" dt="2026-02-04T03:18:43.115" v="178"/>
          <ac:spMkLst>
            <pc:docMk/>
            <pc:sldMk cId="2688778481" sldId="267"/>
            <ac:spMk id="3" creationId="{711ED7C2-3FA5-C1D6-FF96-DD2DFDB0BDC6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8:43.068" v="177"/>
          <ac:spMkLst>
            <pc:docMk/>
            <pc:sldMk cId="2688778481" sldId="267"/>
            <ac:spMk id="9" creationId="{BACC6370-2D7E-4714-9D71-7542949D7D5D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8:43.068" v="177"/>
          <ac:spMkLst>
            <pc:docMk/>
            <pc:sldMk cId="2688778481" sldId="267"/>
            <ac:spMk id="11" creationId="{F68B3F68-107C-434F-AA38-110D5EA91B85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8:43.068" v="177"/>
          <ac:spMkLst>
            <pc:docMk/>
            <pc:sldMk cId="2688778481" sldId="267"/>
            <ac:spMk id="13" creationId="{AAD0DBB9-1A4B-4391-81D4-CB19F9AB918A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18:43.068" v="177"/>
          <ac:spMkLst>
            <pc:docMk/>
            <pc:sldMk cId="2688778481" sldId="267"/>
            <ac:spMk id="15" creationId="{063BBA22-50EA-4C4D-BE05-F1CE4E63AA56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8:43.115" v="178"/>
          <ac:spMkLst>
            <pc:docMk/>
            <pc:sldMk cId="2688778481" sldId="267"/>
            <ac:spMk id="16" creationId="{D5B0017B-2ECA-49AF-B397-DC140825DF8D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8:43.115" v="178"/>
          <ac:spMkLst>
            <pc:docMk/>
            <pc:sldMk cId="2688778481" sldId="267"/>
            <ac:spMk id="17" creationId="{56E9B3E6-E277-4D68-BA48-9CB43FFBD6E2}"/>
          </ac:spMkLst>
        </pc:spChg>
        <pc:grpChg chg="add">
          <ac:chgData name="OLGA YAMILE RACHEZ ROMERO" userId="S::orachez@ucundinamarca.edu.co::cbb4b6fc-8f4b-4bfd-80d5-5cc54e478ab1" providerId="AD" clId="Web-{F855AF26-3862-60AD-80C2-A88C231BB911}" dt="2026-02-04T03:18:43.115" v="178"/>
          <ac:grpSpMkLst>
            <pc:docMk/>
            <pc:sldMk cId="2688778481" sldId="267"/>
            <ac:grpSpMk id="19" creationId="{AE1C45F0-260A-458C-96ED-C1F6D2151219}"/>
          </ac:grpSpMkLst>
        </pc:grpChg>
        <pc:graphicFrameChg chg="add del">
          <ac:chgData name="OLGA YAMILE RACHEZ ROMERO" userId="S::orachez@ucundinamarca.edu.co::cbb4b6fc-8f4b-4bfd-80d5-5cc54e478ab1" providerId="AD" clId="Web-{F855AF26-3862-60AD-80C2-A88C231BB911}" dt="2026-02-04T03:18:43.068" v="177"/>
          <ac:graphicFrameMkLst>
            <pc:docMk/>
            <pc:sldMk cId="2688778481" sldId="267"/>
            <ac:graphicFrameMk id="5" creationId="{7FCFD617-87C2-DD3B-6186-01D932D7B994}"/>
          </ac:graphicFrameMkLst>
        </pc:graphicFrameChg>
        <pc:graphicFrameChg chg="add">
          <ac:chgData name="OLGA YAMILE RACHEZ ROMERO" userId="S::orachez@ucundinamarca.edu.co::cbb4b6fc-8f4b-4bfd-80d5-5cc54e478ab1" providerId="AD" clId="Web-{F855AF26-3862-60AD-80C2-A88C231BB911}" dt="2026-02-04T03:18:43.115" v="178"/>
          <ac:graphicFrameMkLst>
            <pc:docMk/>
            <pc:sldMk cId="2688778481" sldId="267"/>
            <ac:graphicFrameMk id="21" creationId="{62672280-AB8C-B27F-7C72-6BC06EF7BA45}"/>
          </ac:graphicFrameMkLst>
        </pc:graphicFrameChg>
        <pc:picChg chg="add">
          <ac:chgData name="OLGA YAMILE RACHEZ ROMERO" userId="S::orachez@ucundinamarca.edu.co::cbb4b6fc-8f4b-4bfd-80d5-5cc54e478ab1" providerId="AD" clId="Web-{F855AF26-3862-60AD-80C2-A88C231BB911}" dt="2026-02-04T03:30:19.221" v="217"/>
          <ac:picMkLst>
            <pc:docMk/>
            <pc:sldMk cId="2688778481" sldId="267"/>
            <ac:picMk id="32" creationId="{F1EC6CA0-7707-467B-A937-CDD972CA71F0}"/>
          </ac:picMkLst>
        </pc:picChg>
        <pc:cxnChg chg="add">
          <ac:chgData name="OLGA YAMILE RACHEZ ROMERO" userId="S::orachez@ucundinamarca.edu.co::cbb4b6fc-8f4b-4bfd-80d5-5cc54e478ab1" providerId="AD" clId="Web-{F855AF26-3862-60AD-80C2-A88C231BB911}" dt="2026-02-04T03:18:43.115" v="178"/>
          <ac:cxnSpMkLst>
            <pc:docMk/>
            <pc:sldMk cId="2688778481" sldId="267"/>
            <ac:cxnSpMk id="18" creationId="{6CF1BAF6-AD41-4082-B212-8A1F9A2E8779}"/>
          </ac:cxnSpMkLst>
        </pc:cxnChg>
      </pc:sldChg>
      <pc:sldChg chg="addSp modSp new mod setBg">
        <pc:chgData name="OLGA YAMILE RACHEZ ROMERO" userId="S::orachez@ucundinamarca.edu.co::cbb4b6fc-8f4b-4bfd-80d5-5cc54e478ab1" providerId="AD" clId="Web-{F855AF26-3862-60AD-80C2-A88C231BB911}" dt="2026-02-04T03:30:26.127" v="219" actId="1076"/>
        <pc:sldMkLst>
          <pc:docMk/>
          <pc:sldMk cId="3772019236" sldId="268"/>
        </pc:sldMkLst>
        <pc:spChg chg="mod">
          <ac:chgData name="OLGA YAMILE RACHEZ ROMERO" userId="S::orachez@ucundinamarca.edu.co::cbb4b6fc-8f4b-4bfd-80d5-5cc54e478ab1" providerId="AD" clId="Web-{F855AF26-3862-60AD-80C2-A88C231BB911}" dt="2026-02-04T03:18:56.756" v="179"/>
          <ac:spMkLst>
            <pc:docMk/>
            <pc:sldMk cId="3772019236" sldId="268"/>
            <ac:spMk id="2" creationId="{57FD6811-754D-568B-1BDB-F5CBFBBFEE6C}"/>
          </ac:spMkLst>
        </pc:spChg>
        <pc:spChg chg="mod">
          <ac:chgData name="OLGA YAMILE RACHEZ ROMERO" userId="S::orachez@ucundinamarca.edu.co::cbb4b6fc-8f4b-4bfd-80d5-5cc54e478ab1" providerId="AD" clId="Web-{F855AF26-3862-60AD-80C2-A88C231BB911}" dt="2026-02-04T03:18:56.756" v="179"/>
          <ac:spMkLst>
            <pc:docMk/>
            <pc:sldMk cId="3772019236" sldId="268"/>
            <ac:spMk id="3" creationId="{91A14EAC-23B7-D81D-07B3-FFE0C43BBAD4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8:56.756" v="179"/>
          <ac:spMkLst>
            <pc:docMk/>
            <pc:sldMk cId="3772019236" sldId="268"/>
            <ac:spMk id="9" creationId="{3ECBE1F1-D69B-4AFA-ABD5-8E41720EF6DE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8:56.756" v="179"/>
          <ac:spMkLst>
            <pc:docMk/>
            <pc:sldMk cId="3772019236" sldId="268"/>
            <ac:spMk id="11" creationId="{603A6265-E10C-4B85-9C20-E75FCAF9CC63}"/>
          </ac:spMkLst>
        </pc:spChg>
        <pc:picChg chg="add">
          <ac:chgData name="OLGA YAMILE RACHEZ ROMERO" userId="S::orachez@ucundinamarca.edu.co::cbb4b6fc-8f4b-4bfd-80d5-5cc54e478ab1" providerId="AD" clId="Web-{F855AF26-3862-60AD-80C2-A88C231BB911}" dt="2026-02-04T03:18:56.756" v="179"/>
          <ac:picMkLst>
            <pc:docMk/>
            <pc:sldMk cId="3772019236" sldId="268"/>
            <ac:picMk id="5" creationId="{4249604C-2165-C426-B5D4-04733041086A}"/>
          </ac:picMkLst>
        </pc:picChg>
        <pc:picChg chg="add mod">
          <ac:chgData name="OLGA YAMILE RACHEZ ROMERO" userId="S::orachez@ucundinamarca.edu.co::cbb4b6fc-8f4b-4bfd-80d5-5cc54e478ab1" providerId="AD" clId="Web-{F855AF26-3862-60AD-80C2-A88C231BB911}" dt="2026-02-04T03:30:26.127" v="219" actId="1076"/>
          <ac:picMkLst>
            <pc:docMk/>
            <pc:sldMk cId="3772019236" sldId="268"/>
            <ac:picMk id="6" creationId="{A07D9514-5275-ED19-CC99-AF8DCDC2DFBE}"/>
          </ac:picMkLst>
        </pc:picChg>
      </pc:sldChg>
      <pc:sldChg chg="addSp modSp new mod setBg">
        <pc:chgData name="OLGA YAMILE RACHEZ ROMERO" userId="S::orachez@ucundinamarca.edu.co::cbb4b6fc-8f4b-4bfd-80d5-5cc54e478ab1" providerId="AD" clId="Web-{F855AF26-3862-60AD-80C2-A88C231BB911}" dt="2026-02-04T03:30:28.439" v="220"/>
        <pc:sldMkLst>
          <pc:docMk/>
          <pc:sldMk cId="3858246767" sldId="269"/>
        </pc:sldMkLst>
        <pc:spChg chg="mod">
          <ac:chgData name="OLGA YAMILE RACHEZ ROMERO" userId="S::orachez@ucundinamarca.edu.co::cbb4b6fc-8f4b-4bfd-80d5-5cc54e478ab1" providerId="AD" clId="Web-{F855AF26-3862-60AD-80C2-A88C231BB911}" dt="2026-02-04T03:19:11.663" v="180"/>
          <ac:spMkLst>
            <pc:docMk/>
            <pc:sldMk cId="3858246767" sldId="269"/>
            <ac:spMk id="2" creationId="{10ED5854-2B41-7621-6276-0E4F5CDCDF54}"/>
          </ac:spMkLst>
        </pc:spChg>
        <pc:spChg chg="mod">
          <ac:chgData name="OLGA YAMILE RACHEZ ROMERO" userId="S::orachez@ucundinamarca.edu.co::cbb4b6fc-8f4b-4bfd-80d5-5cc54e478ab1" providerId="AD" clId="Web-{F855AF26-3862-60AD-80C2-A88C231BB911}" dt="2026-02-04T03:19:11.663" v="180"/>
          <ac:spMkLst>
            <pc:docMk/>
            <pc:sldMk cId="3858246767" sldId="269"/>
            <ac:spMk id="3" creationId="{A1B15E68-FDDE-D6FB-E25F-1B7FF809ABDF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9:11.663" v="180"/>
          <ac:spMkLst>
            <pc:docMk/>
            <pc:sldMk cId="3858246767" sldId="269"/>
            <ac:spMk id="9" creationId="{C0763A76-9F1C-4FC5-82B7-DD475DA461B2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19:11.663" v="180"/>
          <ac:spMkLst>
            <pc:docMk/>
            <pc:sldMk cId="3858246767" sldId="269"/>
            <ac:spMk id="11" creationId="{E81BF4F6-F2CF-4984-9D14-D6966D92F99F}"/>
          </ac:spMkLst>
        </pc:spChg>
        <pc:picChg chg="add">
          <ac:chgData name="OLGA YAMILE RACHEZ ROMERO" userId="S::orachez@ucundinamarca.edu.co::cbb4b6fc-8f4b-4bfd-80d5-5cc54e478ab1" providerId="AD" clId="Web-{F855AF26-3862-60AD-80C2-A88C231BB911}" dt="2026-02-04T03:19:11.663" v="180"/>
          <ac:picMkLst>
            <pc:docMk/>
            <pc:sldMk cId="3858246767" sldId="269"/>
            <ac:picMk id="5" creationId="{73B7582A-EB81-735F-B01B-3D330B28D436}"/>
          </ac:picMkLst>
        </pc:picChg>
        <pc:picChg chg="add">
          <ac:chgData name="OLGA YAMILE RACHEZ ROMERO" userId="S::orachez@ucundinamarca.edu.co::cbb4b6fc-8f4b-4bfd-80d5-5cc54e478ab1" providerId="AD" clId="Web-{F855AF26-3862-60AD-80C2-A88C231BB911}" dt="2026-02-04T03:30:28.439" v="220"/>
          <ac:picMkLst>
            <pc:docMk/>
            <pc:sldMk cId="3858246767" sldId="269"/>
            <ac:picMk id="6" creationId="{FE192F11-C203-BEB0-8BF7-B62F87CDAD00}"/>
          </ac:picMkLst>
        </pc:picChg>
      </pc:sldChg>
      <pc:sldChg chg="addSp delSp modSp new mod setBg">
        <pc:chgData name="OLGA YAMILE RACHEZ ROMERO" userId="S::orachez@ucundinamarca.edu.co::cbb4b6fc-8f4b-4bfd-80d5-5cc54e478ab1" providerId="AD" clId="Web-{F855AF26-3862-60AD-80C2-A88C231BB911}" dt="2026-02-04T03:30:30.205" v="221"/>
        <pc:sldMkLst>
          <pc:docMk/>
          <pc:sldMk cId="3568769764" sldId="270"/>
        </pc:sldMkLst>
        <pc:spChg chg="mod">
          <ac:chgData name="OLGA YAMILE RACHEZ ROMERO" userId="S::orachez@ucundinamarca.edu.co::cbb4b6fc-8f4b-4bfd-80d5-5cc54e478ab1" providerId="AD" clId="Web-{F855AF26-3862-60AD-80C2-A88C231BB911}" dt="2026-02-04T03:20:46.353" v="188"/>
          <ac:spMkLst>
            <pc:docMk/>
            <pc:sldMk cId="3568769764" sldId="270"/>
            <ac:spMk id="2" creationId="{5BCBBE5A-ECF7-9A4F-81AD-6F25E3566A32}"/>
          </ac:spMkLst>
        </pc:spChg>
        <pc:spChg chg="add del mod">
          <ac:chgData name="OLGA YAMILE RACHEZ ROMERO" userId="S::orachez@ucundinamarca.edu.co::cbb4b6fc-8f4b-4bfd-80d5-5cc54e478ab1" providerId="AD" clId="Web-{F855AF26-3862-60AD-80C2-A88C231BB911}" dt="2026-02-04T03:20:04.351" v="183"/>
          <ac:spMkLst>
            <pc:docMk/>
            <pc:sldMk cId="3568769764" sldId="270"/>
            <ac:spMk id="3" creationId="{D53BAA2E-2F27-2D03-9A96-7118FBD9F0A9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20:46.353" v="188"/>
          <ac:spMkLst>
            <pc:docMk/>
            <pc:sldMk cId="3568769764" sldId="270"/>
            <ac:spMk id="9" creationId="{9F7D5CDA-D291-4307-BF55-1381FED29634}"/>
          </ac:spMkLst>
        </pc:spChg>
        <pc:spChg chg="add del">
          <ac:chgData name="OLGA YAMILE RACHEZ ROMERO" userId="S::orachez@ucundinamarca.edu.co::cbb4b6fc-8f4b-4bfd-80d5-5cc54e478ab1" providerId="AD" clId="Web-{F855AF26-3862-60AD-80C2-A88C231BB911}" dt="2026-02-04T03:20:04.335" v="182"/>
          <ac:spMkLst>
            <pc:docMk/>
            <pc:sldMk cId="3568769764" sldId="270"/>
            <ac:spMk id="10" creationId="{D1D34770-47A8-402C-AF23-2B653F2D88C1}"/>
          </ac:spMkLst>
        </pc:spChg>
        <pc:spChg chg="add mod">
          <ac:chgData name="OLGA YAMILE RACHEZ ROMERO" userId="S::orachez@ucundinamarca.edu.co::cbb4b6fc-8f4b-4bfd-80d5-5cc54e478ab1" providerId="AD" clId="Web-{F855AF26-3862-60AD-80C2-A88C231BB911}" dt="2026-02-04T03:20:46.353" v="188"/>
          <ac:spMkLst>
            <pc:docMk/>
            <pc:sldMk cId="3568769764" sldId="270"/>
            <ac:spMk id="12" creationId="{D53BAA2E-2F27-2D03-9A96-7118FBD9F0A9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20:46.353" v="188"/>
          <ac:spMkLst>
            <pc:docMk/>
            <pc:sldMk cId="3568769764" sldId="270"/>
            <ac:spMk id="19" creationId="{04812C46-200A-4DEB-A05E-3ED6C68C2387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20:46.353" v="188"/>
          <ac:spMkLst>
            <pc:docMk/>
            <pc:sldMk cId="3568769764" sldId="270"/>
            <ac:spMk id="21" creationId="{D1EA859B-E555-4109-94F3-6700E046E008}"/>
          </ac:spMkLst>
        </pc:spChg>
        <pc:graphicFrameChg chg="add del">
          <ac:chgData name="OLGA YAMILE RACHEZ ROMERO" userId="S::orachez@ucundinamarca.edu.co::cbb4b6fc-8f4b-4bfd-80d5-5cc54e478ab1" providerId="AD" clId="Web-{F855AF26-3862-60AD-80C2-A88C231BB911}" dt="2026-02-04T03:20:04.335" v="182"/>
          <ac:graphicFrameMkLst>
            <pc:docMk/>
            <pc:sldMk cId="3568769764" sldId="270"/>
            <ac:graphicFrameMk id="5" creationId="{917CE748-68D0-FDEC-6A41-4D324EE4B8D3}"/>
          </ac:graphicFrameMkLst>
        </pc:graphicFrameChg>
        <pc:picChg chg="add del">
          <ac:chgData name="OLGA YAMILE RACHEZ ROMERO" userId="S::orachez@ucundinamarca.edu.co::cbb4b6fc-8f4b-4bfd-80d5-5cc54e478ab1" providerId="AD" clId="Web-{F855AF26-3862-60AD-80C2-A88C231BB911}" dt="2026-02-04T03:20:04.335" v="182"/>
          <ac:picMkLst>
            <pc:docMk/>
            <pc:sldMk cId="3568769764" sldId="270"/>
            <ac:picMk id="6" creationId="{023326A1-B517-E2DB-B257-E27242851E5B}"/>
          </ac:picMkLst>
        </pc:picChg>
        <pc:picChg chg="add del">
          <ac:chgData name="OLGA YAMILE RACHEZ ROMERO" userId="S::orachez@ucundinamarca.edu.co::cbb4b6fc-8f4b-4bfd-80d5-5cc54e478ab1" providerId="AD" clId="Web-{F855AF26-3862-60AD-80C2-A88C231BB911}" dt="2026-02-04T03:20:12.117" v="184"/>
          <ac:picMkLst>
            <pc:docMk/>
            <pc:sldMk cId="3568769764" sldId="270"/>
            <ac:picMk id="13" creationId="{4A2938B7-AF23-D237-D141-36768E252003}"/>
          </ac:picMkLst>
        </pc:picChg>
        <pc:picChg chg="add mod ord">
          <ac:chgData name="OLGA YAMILE RACHEZ ROMERO" userId="S::orachez@ucundinamarca.edu.co::cbb4b6fc-8f4b-4bfd-80d5-5cc54e478ab1" providerId="AD" clId="Web-{F855AF26-3862-60AD-80C2-A88C231BB911}" dt="2026-02-04T03:20:46.353" v="188"/>
          <ac:picMkLst>
            <pc:docMk/>
            <pc:sldMk cId="3568769764" sldId="270"/>
            <ac:picMk id="14" creationId="{15AD0062-08ED-ECE6-6B03-A9979C9498AE}"/>
          </ac:picMkLst>
        </pc:picChg>
        <pc:picChg chg="add">
          <ac:chgData name="OLGA YAMILE RACHEZ ROMERO" userId="S::orachez@ucundinamarca.edu.co::cbb4b6fc-8f4b-4bfd-80d5-5cc54e478ab1" providerId="AD" clId="Web-{F855AF26-3862-60AD-80C2-A88C231BB911}" dt="2026-02-04T03:30:30.205" v="221"/>
          <ac:picMkLst>
            <pc:docMk/>
            <pc:sldMk cId="3568769764" sldId="270"/>
            <ac:picMk id="16" creationId="{029A4E08-78C0-974D-8B6C-FD72C8B31BCF}"/>
          </ac:picMkLst>
        </pc:picChg>
      </pc:sldChg>
      <pc:sldChg chg="addSp modSp new mod setBg">
        <pc:chgData name="OLGA YAMILE RACHEZ ROMERO" userId="S::orachez@ucundinamarca.edu.co::cbb4b6fc-8f4b-4bfd-80d5-5cc54e478ab1" providerId="AD" clId="Web-{F855AF26-3862-60AD-80C2-A88C231BB911}" dt="2026-02-04T03:30:37.346" v="223" actId="1076"/>
        <pc:sldMkLst>
          <pc:docMk/>
          <pc:sldMk cId="906214430" sldId="271"/>
        </pc:sldMkLst>
        <pc:spChg chg="mod">
          <ac:chgData name="OLGA YAMILE RACHEZ ROMERO" userId="S::orachez@ucundinamarca.edu.co::cbb4b6fc-8f4b-4bfd-80d5-5cc54e478ab1" providerId="AD" clId="Web-{F855AF26-3862-60AD-80C2-A88C231BB911}" dt="2026-02-04T03:21:23.120" v="190"/>
          <ac:spMkLst>
            <pc:docMk/>
            <pc:sldMk cId="906214430" sldId="271"/>
            <ac:spMk id="2" creationId="{361858CE-368B-805A-B96F-CE5C5119CCAF}"/>
          </ac:spMkLst>
        </pc:spChg>
        <pc:spChg chg="mod">
          <ac:chgData name="OLGA YAMILE RACHEZ ROMERO" userId="S::orachez@ucundinamarca.edu.co::cbb4b6fc-8f4b-4bfd-80d5-5cc54e478ab1" providerId="AD" clId="Web-{F855AF26-3862-60AD-80C2-A88C231BB911}" dt="2026-02-04T03:21:23.120" v="190"/>
          <ac:spMkLst>
            <pc:docMk/>
            <pc:sldMk cId="906214430" sldId="271"/>
            <ac:spMk id="3" creationId="{210D2C27-9E5A-481E-0AF9-C27BBFF644D7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21:23.120" v="190"/>
          <ac:spMkLst>
            <pc:docMk/>
            <pc:sldMk cId="906214430" sldId="271"/>
            <ac:spMk id="9" creationId="{3ECBE1F1-D69B-4AFA-ABD5-8E41720EF6DE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21:23.120" v="190"/>
          <ac:spMkLst>
            <pc:docMk/>
            <pc:sldMk cId="906214430" sldId="271"/>
            <ac:spMk id="11" creationId="{603A6265-E10C-4B85-9C20-E75FCAF9CC63}"/>
          </ac:spMkLst>
        </pc:spChg>
        <pc:picChg chg="add mod ord">
          <ac:chgData name="OLGA YAMILE RACHEZ ROMERO" userId="S::orachez@ucundinamarca.edu.co::cbb4b6fc-8f4b-4bfd-80d5-5cc54e478ab1" providerId="AD" clId="Web-{F855AF26-3862-60AD-80C2-A88C231BB911}" dt="2026-02-04T03:21:23.120" v="190"/>
          <ac:picMkLst>
            <pc:docMk/>
            <pc:sldMk cId="906214430" sldId="271"/>
            <ac:picMk id="4" creationId="{AF93B035-26A5-B406-11E1-63C2F10C1DD7}"/>
          </ac:picMkLst>
        </pc:picChg>
        <pc:picChg chg="add mod">
          <ac:chgData name="OLGA YAMILE RACHEZ ROMERO" userId="S::orachez@ucundinamarca.edu.co::cbb4b6fc-8f4b-4bfd-80d5-5cc54e478ab1" providerId="AD" clId="Web-{F855AF26-3862-60AD-80C2-A88C231BB911}" dt="2026-02-04T03:30:37.346" v="223" actId="1076"/>
          <ac:picMkLst>
            <pc:docMk/>
            <pc:sldMk cId="906214430" sldId="271"/>
            <ac:picMk id="6" creationId="{DC4E3BF9-AF8F-1AD3-9BDF-2B211CD4DF3C}"/>
          </ac:picMkLst>
        </pc:picChg>
      </pc:sldChg>
      <pc:sldChg chg="addSp modSp new mod setBg">
        <pc:chgData name="OLGA YAMILE RACHEZ ROMERO" userId="S::orachez@ucundinamarca.edu.co::cbb4b6fc-8f4b-4bfd-80d5-5cc54e478ab1" providerId="AD" clId="Web-{F855AF26-3862-60AD-80C2-A88C231BB911}" dt="2026-02-04T03:30:39.877" v="224"/>
        <pc:sldMkLst>
          <pc:docMk/>
          <pc:sldMk cId="2066617096" sldId="272"/>
        </pc:sldMkLst>
        <pc:spChg chg="mod">
          <ac:chgData name="OLGA YAMILE RACHEZ ROMERO" userId="S::orachez@ucundinamarca.edu.co::cbb4b6fc-8f4b-4bfd-80d5-5cc54e478ab1" providerId="AD" clId="Web-{F855AF26-3862-60AD-80C2-A88C231BB911}" dt="2026-02-04T03:23:42.809" v="192"/>
          <ac:spMkLst>
            <pc:docMk/>
            <pc:sldMk cId="2066617096" sldId="272"/>
            <ac:spMk id="2" creationId="{9DAAFA2B-277B-D014-9E6F-F6BF14D37875}"/>
          </ac:spMkLst>
        </pc:spChg>
        <pc:spChg chg="mod">
          <ac:chgData name="OLGA YAMILE RACHEZ ROMERO" userId="S::orachez@ucundinamarca.edu.co::cbb4b6fc-8f4b-4bfd-80d5-5cc54e478ab1" providerId="AD" clId="Web-{F855AF26-3862-60AD-80C2-A88C231BB911}" dt="2026-02-04T03:23:42.809" v="192"/>
          <ac:spMkLst>
            <pc:docMk/>
            <pc:sldMk cId="2066617096" sldId="272"/>
            <ac:spMk id="3" creationId="{2B26A53A-A3E6-D4F8-2693-F6FD0C22F8E2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23:42.809" v="192"/>
          <ac:spMkLst>
            <pc:docMk/>
            <pc:sldMk cId="2066617096" sldId="272"/>
            <ac:spMk id="9" creationId="{D1D34770-47A8-402C-AF23-2B653F2D88C1}"/>
          </ac:spMkLst>
        </pc:spChg>
        <pc:picChg chg="add mod">
          <ac:chgData name="OLGA YAMILE RACHEZ ROMERO" userId="S::orachez@ucundinamarca.edu.co::cbb4b6fc-8f4b-4bfd-80d5-5cc54e478ab1" providerId="AD" clId="Web-{F855AF26-3862-60AD-80C2-A88C231BB911}" dt="2026-02-04T03:23:42.809" v="192"/>
          <ac:picMkLst>
            <pc:docMk/>
            <pc:sldMk cId="2066617096" sldId="272"/>
            <ac:picMk id="4" creationId="{99F98641-5A8E-6BF8-44F0-6D3F6516116C}"/>
          </ac:picMkLst>
        </pc:picChg>
        <pc:picChg chg="add">
          <ac:chgData name="OLGA YAMILE RACHEZ ROMERO" userId="S::orachez@ucundinamarca.edu.co::cbb4b6fc-8f4b-4bfd-80d5-5cc54e478ab1" providerId="AD" clId="Web-{F855AF26-3862-60AD-80C2-A88C231BB911}" dt="2026-02-04T03:30:39.877" v="224"/>
          <ac:picMkLst>
            <pc:docMk/>
            <pc:sldMk cId="2066617096" sldId="272"/>
            <ac:picMk id="6" creationId="{11DF27C4-C9A4-A49A-46E5-CC778D945EE8}"/>
          </ac:picMkLst>
        </pc:picChg>
      </pc:sldChg>
      <pc:sldChg chg="addSp modSp new mod setBg">
        <pc:chgData name="OLGA YAMILE RACHEZ ROMERO" userId="S::orachez@ucundinamarca.edu.co::cbb4b6fc-8f4b-4bfd-80d5-5cc54e478ab1" providerId="AD" clId="Web-{F855AF26-3862-60AD-80C2-A88C231BB911}" dt="2026-02-04T03:30:41.939" v="225"/>
        <pc:sldMkLst>
          <pc:docMk/>
          <pc:sldMk cId="938360745" sldId="273"/>
        </pc:sldMkLst>
        <pc:spChg chg="mod">
          <ac:chgData name="OLGA YAMILE RACHEZ ROMERO" userId="S::orachez@ucundinamarca.edu.co::cbb4b6fc-8f4b-4bfd-80d5-5cc54e478ab1" providerId="AD" clId="Web-{F855AF26-3862-60AD-80C2-A88C231BB911}" dt="2026-02-04T03:25:04.157" v="194"/>
          <ac:spMkLst>
            <pc:docMk/>
            <pc:sldMk cId="938360745" sldId="273"/>
            <ac:spMk id="2" creationId="{B3235D1B-68A2-A3EF-CF9F-76DF2A09E092}"/>
          </ac:spMkLst>
        </pc:spChg>
        <pc:spChg chg="mod ord">
          <ac:chgData name="OLGA YAMILE RACHEZ ROMERO" userId="S::orachez@ucundinamarca.edu.co::cbb4b6fc-8f4b-4bfd-80d5-5cc54e478ab1" providerId="AD" clId="Web-{F855AF26-3862-60AD-80C2-A88C231BB911}" dt="2026-02-04T03:25:04.157" v="194"/>
          <ac:spMkLst>
            <pc:docMk/>
            <pc:sldMk cId="938360745" sldId="273"/>
            <ac:spMk id="3" creationId="{1D457936-9A6C-B08D-1BA5-779169D6D85B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25:04.157" v="194"/>
          <ac:spMkLst>
            <pc:docMk/>
            <pc:sldMk cId="938360745" sldId="273"/>
            <ac:spMk id="9" creationId="{327D73B4-9F5C-4A64-A179-51B9500CB8B5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25:04.157" v="194"/>
          <ac:spMkLst>
            <pc:docMk/>
            <pc:sldMk cId="938360745" sldId="273"/>
            <ac:spMk id="11" creationId="{C1F06963-6374-4B48-844F-071A9BAAAE02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25:04.157" v="194"/>
          <ac:spMkLst>
            <pc:docMk/>
            <pc:sldMk cId="938360745" sldId="273"/>
            <ac:spMk id="13" creationId="{6CB927A4-E432-4310-9CD5-E89FF5063179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25:04.157" v="194"/>
          <ac:spMkLst>
            <pc:docMk/>
            <pc:sldMk cId="938360745" sldId="273"/>
            <ac:spMk id="15" creationId="{1453BF6C-B012-48B7-B4E8-6D7AC7C27D02}"/>
          </ac:spMkLst>
        </pc:spChg>
        <pc:spChg chg="add">
          <ac:chgData name="OLGA YAMILE RACHEZ ROMERO" userId="S::orachez@ucundinamarca.edu.co::cbb4b6fc-8f4b-4bfd-80d5-5cc54e478ab1" providerId="AD" clId="Web-{F855AF26-3862-60AD-80C2-A88C231BB911}" dt="2026-02-04T03:25:04.157" v="194"/>
          <ac:spMkLst>
            <pc:docMk/>
            <pc:sldMk cId="938360745" sldId="273"/>
            <ac:spMk id="17" creationId="{E3020543-B24B-4EC4-8FFC-8DD88EEA91A8}"/>
          </ac:spMkLst>
        </pc:spChg>
        <pc:picChg chg="add mod">
          <ac:chgData name="OLGA YAMILE RACHEZ ROMERO" userId="S::orachez@ucundinamarca.edu.co::cbb4b6fc-8f4b-4bfd-80d5-5cc54e478ab1" providerId="AD" clId="Web-{F855AF26-3862-60AD-80C2-A88C231BB911}" dt="2026-02-04T03:25:04.157" v="194"/>
          <ac:picMkLst>
            <pc:docMk/>
            <pc:sldMk cId="938360745" sldId="273"/>
            <ac:picMk id="4" creationId="{97A22F19-0C8C-B51A-E3E3-A9270D06CCAD}"/>
          </ac:picMkLst>
        </pc:picChg>
        <pc:picChg chg="add">
          <ac:chgData name="OLGA YAMILE RACHEZ ROMERO" userId="S::orachez@ucundinamarca.edu.co::cbb4b6fc-8f4b-4bfd-80d5-5cc54e478ab1" providerId="AD" clId="Web-{F855AF26-3862-60AD-80C2-A88C231BB911}" dt="2026-02-04T03:30:41.939" v="225"/>
          <ac:picMkLst>
            <pc:docMk/>
            <pc:sldMk cId="938360745" sldId="273"/>
            <ac:picMk id="6" creationId="{B14D5BF2-1050-D29F-8FE2-3165EEB03C68}"/>
          </ac:picMkLst>
        </pc:picChg>
        <pc:cxnChg chg="add">
          <ac:chgData name="OLGA YAMILE RACHEZ ROMERO" userId="S::orachez@ucundinamarca.edu.co::cbb4b6fc-8f4b-4bfd-80d5-5cc54e478ab1" providerId="AD" clId="Web-{F855AF26-3862-60AD-80C2-A88C231BB911}" dt="2026-02-04T03:25:04.157" v="194"/>
          <ac:cxnSpMkLst>
            <pc:docMk/>
            <pc:sldMk cId="938360745" sldId="273"/>
            <ac:cxnSpMk id="19" creationId="{C49DA8F6-BCC1-4447-B54C-57856834B94B}"/>
          </ac:cxnSpMkLst>
        </pc:cxnChg>
      </pc:sldChg>
      <pc:sldChg chg="addSp modSp new">
        <pc:chgData name="OLGA YAMILE RACHEZ ROMERO" userId="S::orachez@ucundinamarca.edu.co::cbb4b6fc-8f4b-4bfd-80d5-5cc54e478ab1" providerId="AD" clId="Web-{F855AF26-3862-60AD-80C2-A88C231BB911}" dt="2026-02-04T03:30:44.549" v="226"/>
        <pc:sldMkLst>
          <pc:docMk/>
          <pc:sldMk cId="2676504644" sldId="274"/>
        </pc:sldMkLst>
        <pc:spChg chg="mod">
          <ac:chgData name="OLGA YAMILE RACHEZ ROMERO" userId="S::orachez@ucundinamarca.edu.co::cbb4b6fc-8f4b-4bfd-80d5-5cc54e478ab1" providerId="AD" clId="Web-{F855AF26-3862-60AD-80C2-A88C231BB911}" dt="2026-02-04T03:09:25.691" v="138" actId="20577"/>
          <ac:spMkLst>
            <pc:docMk/>
            <pc:sldMk cId="2676504644" sldId="274"/>
            <ac:spMk id="2" creationId="{27F008B4-8BB9-9754-5108-ECDBA4045E9F}"/>
          </ac:spMkLst>
        </pc:spChg>
        <pc:spChg chg="mod">
          <ac:chgData name="OLGA YAMILE RACHEZ ROMERO" userId="S::orachez@ucundinamarca.edu.co::cbb4b6fc-8f4b-4bfd-80d5-5cc54e478ab1" providerId="AD" clId="Web-{F855AF26-3862-60AD-80C2-A88C231BB911}" dt="2026-02-04T03:10:14.223" v="141" actId="20577"/>
          <ac:spMkLst>
            <pc:docMk/>
            <pc:sldMk cId="2676504644" sldId="274"/>
            <ac:spMk id="3" creationId="{E8205BD1-A3D9-ED8E-F384-B2381DED0E35}"/>
          </ac:spMkLst>
        </pc:spChg>
        <pc:picChg chg="add">
          <ac:chgData name="OLGA YAMILE RACHEZ ROMERO" userId="S::orachez@ucundinamarca.edu.co::cbb4b6fc-8f4b-4bfd-80d5-5cc54e478ab1" providerId="AD" clId="Web-{F855AF26-3862-60AD-80C2-A88C231BB911}" dt="2026-02-04T03:30:44.549" v="226"/>
          <ac:picMkLst>
            <pc:docMk/>
            <pc:sldMk cId="2676504644" sldId="274"/>
            <ac:picMk id="5" creationId="{00E11BCD-C344-3D42-A027-A1593432AB1F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D290BF-86A3-405C-A84C-93CA7FD5CBB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FEFD1FD-538A-4CFC-B35D-AAD37FF02EE3}">
      <dgm:prSet/>
      <dgm:spPr/>
      <dgm:t>
        <a:bodyPr/>
        <a:lstStyle/>
        <a:p>
          <a:r>
            <a:rPr lang="en-US"/>
            <a:t>Comprender la evolución del software y su impacto en la forma de trabajar</a:t>
          </a:r>
        </a:p>
      </dgm:t>
    </dgm:pt>
    <dgm:pt modelId="{5A070011-C818-4FA6-9E59-0723062BB10A}" type="parTrans" cxnId="{102AE486-4C2A-4BC0-BF02-5DDDFCAE4E4E}">
      <dgm:prSet/>
      <dgm:spPr/>
      <dgm:t>
        <a:bodyPr/>
        <a:lstStyle/>
        <a:p>
          <a:endParaRPr lang="en-US"/>
        </a:p>
      </dgm:t>
    </dgm:pt>
    <dgm:pt modelId="{DCAC7793-78A8-439A-B153-67DA94B6F175}" type="sibTrans" cxnId="{102AE486-4C2A-4BC0-BF02-5DDDFCAE4E4E}">
      <dgm:prSet/>
      <dgm:spPr/>
      <dgm:t>
        <a:bodyPr/>
        <a:lstStyle/>
        <a:p>
          <a:endParaRPr lang="en-US"/>
        </a:p>
      </dgm:t>
    </dgm:pt>
    <dgm:pt modelId="{0420865F-E0E8-445B-AFC9-87CDF691712E}">
      <dgm:prSet/>
      <dgm:spPr/>
      <dgm:t>
        <a:bodyPr/>
        <a:lstStyle/>
        <a:p>
          <a:r>
            <a:rPr lang="en-US"/>
            <a:t>Analizar por qué fallan los proyectos de software</a:t>
          </a:r>
        </a:p>
      </dgm:t>
    </dgm:pt>
    <dgm:pt modelId="{683B4D0D-E901-47C5-B9C7-A74F88F13DFD}" type="parTrans" cxnId="{67B4F2D2-7DBE-459C-AA4C-D53C6C68D357}">
      <dgm:prSet/>
      <dgm:spPr/>
      <dgm:t>
        <a:bodyPr/>
        <a:lstStyle/>
        <a:p>
          <a:endParaRPr lang="en-US"/>
        </a:p>
      </dgm:t>
    </dgm:pt>
    <dgm:pt modelId="{5EED7197-4EB7-44B2-8E1A-3532FCEAD39D}" type="sibTrans" cxnId="{67B4F2D2-7DBE-459C-AA4C-D53C6C68D357}">
      <dgm:prSet/>
      <dgm:spPr/>
      <dgm:t>
        <a:bodyPr/>
        <a:lstStyle/>
        <a:p>
          <a:endParaRPr lang="en-US"/>
        </a:p>
      </dgm:t>
    </dgm:pt>
    <dgm:pt modelId="{42E5E892-E9F6-4887-97A8-5F7E34A1E0B3}">
      <dgm:prSet/>
      <dgm:spPr/>
      <dgm:t>
        <a:bodyPr/>
        <a:lstStyle/>
        <a:p>
          <a:r>
            <a:rPr lang="en-US"/>
            <a:t>Entender el software como un </a:t>
          </a:r>
          <a:r>
            <a:rPr lang="en-US" b="1"/>
            <a:t>producto que se diseña, se opera y se mantiene</a:t>
          </a:r>
          <a:endParaRPr lang="en-US"/>
        </a:p>
      </dgm:t>
    </dgm:pt>
    <dgm:pt modelId="{23826A39-AC0F-46C7-BD1A-F022CB477B26}" type="parTrans" cxnId="{44E49D73-AA11-4D57-A90F-CA7E131EA4E8}">
      <dgm:prSet/>
      <dgm:spPr/>
      <dgm:t>
        <a:bodyPr/>
        <a:lstStyle/>
        <a:p>
          <a:endParaRPr lang="en-US"/>
        </a:p>
      </dgm:t>
    </dgm:pt>
    <dgm:pt modelId="{A484B3AD-5741-4670-8C62-A65B3D11C84A}" type="sibTrans" cxnId="{44E49D73-AA11-4D57-A90F-CA7E131EA4E8}">
      <dgm:prSet/>
      <dgm:spPr/>
      <dgm:t>
        <a:bodyPr/>
        <a:lstStyle/>
        <a:p>
          <a:endParaRPr lang="en-US"/>
        </a:p>
      </dgm:t>
    </dgm:pt>
    <dgm:pt modelId="{B4FC60BD-425A-447F-B150-D1C26DB9E787}">
      <dgm:prSet/>
      <dgm:spPr/>
      <dgm:t>
        <a:bodyPr/>
        <a:lstStyle/>
        <a:p>
          <a:r>
            <a:rPr lang="en-US"/>
            <a:t>Reconocer que la </a:t>
          </a:r>
          <a:r>
            <a:rPr lang="en-US" b="1"/>
            <a:t>calidad se diseña y se mide</a:t>
          </a:r>
          <a:r>
            <a:rPr lang="en-US"/>
            <a:t>, no es accidental</a:t>
          </a:r>
        </a:p>
      </dgm:t>
    </dgm:pt>
    <dgm:pt modelId="{6B5A25F9-36B6-406D-B251-4ED5FE11E922}" type="parTrans" cxnId="{457A7096-0145-4CF5-A8E8-82153514AF43}">
      <dgm:prSet/>
      <dgm:spPr/>
      <dgm:t>
        <a:bodyPr/>
        <a:lstStyle/>
        <a:p>
          <a:endParaRPr lang="en-US"/>
        </a:p>
      </dgm:t>
    </dgm:pt>
    <dgm:pt modelId="{75F697CE-ACC9-4C48-88F6-260B5506574F}" type="sibTrans" cxnId="{457A7096-0145-4CF5-A8E8-82153514AF43}">
      <dgm:prSet/>
      <dgm:spPr/>
      <dgm:t>
        <a:bodyPr/>
        <a:lstStyle/>
        <a:p>
          <a:endParaRPr lang="en-US"/>
        </a:p>
      </dgm:t>
    </dgm:pt>
    <dgm:pt modelId="{0EAF5FB4-182F-4070-B792-2BCB9707058F}" type="pres">
      <dgm:prSet presAssocID="{29D290BF-86A3-405C-A84C-93CA7FD5CBB4}" presName="root" presStyleCnt="0">
        <dgm:presLayoutVars>
          <dgm:dir/>
          <dgm:resizeHandles val="exact"/>
        </dgm:presLayoutVars>
      </dgm:prSet>
      <dgm:spPr/>
    </dgm:pt>
    <dgm:pt modelId="{F506677A-72EC-4363-8D44-A95C58EE0314}" type="pres">
      <dgm:prSet presAssocID="{6FEFD1FD-538A-4CFC-B35D-AAD37FF02EE3}" presName="compNode" presStyleCnt="0"/>
      <dgm:spPr/>
    </dgm:pt>
    <dgm:pt modelId="{BAC7B5F6-CC95-49E1-A558-A5EBCFE78ECE}" type="pres">
      <dgm:prSet presAssocID="{6FEFD1FD-538A-4CFC-B35D-AAD37FF02EE3}" presName="bgRect" presStyleLbl="bgShp" presStyleIdx="0" presStyleCnt="4"/>
      <dgm:spPr/>
    </dgm:pt>
    <dgm:pt modelId="{0E2E25F6-8431-41B5-8E51-96B1F2671F83}" type="pres">
      <dgm:prSet presAssocID="{6FEFD1FD-538A-4CFC-B35D-AAD37FF02EE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EE19EF2-C5D8-4520-9DBE-3F407CFBFB14}" type="pres">
      <dgm:prSet presAssocID="{6FEFD1FD-538A-4CFC-B35D-AAD37FF02EE3}" presName="spaceRect" presStyleCnt="0"/>
      <dgm:spPr/>
    </dgm:pt>
    <dgm:pt modelId="{9FEF5C7E-DBBF-4D0A-BC9F-36B5A8ECAC3C}" type="pres">
      <dgm:prSet presAssocID="{6FEFD1FD-538A-4CFC-B35D-AAD37FF02EE3}" presName="parTx" presStyleLbl="revTx" presStyleIdx="0" presStyleCnt="4">
        <dgm:presLayoutVars>
          <dgm:chMax val="0"/>
          <dgm:chPref val="0"/>
        </dgm:presLayoutVars>
      </dgm:prSet>
      <dgm:spPr/>
    </dgm:pt>
    <dgm:pt modelId="{BCC3798F-E444-4C3A-AF17-CA9FDC0A799A}" type="pres">
      <dgm:prSet presAssocID="{DCAC7793-78A8-439A-B153-67DA94B6F175}" presName="sibTrans" presStyleCnt="0"/>
      <dgm:spPr/>
    </dgm:pt>
    <dgm:pt modelId="{2CBD53CF-A5CA-4829-A6CD-F840DF3B088E}" type="pres">
      <dgm:prSet presAssocID="{0420865F-E0E8-445B-AFC9-87CDF691712E}" presName="compNode" presStyleCnt="0"/>
      <dgm:spPr/>
    </dgm:pt>
    <dgm:pt modelId="{BFCA9FDA-27C0-464B-AD83-F59DE24C76F2}" type="pres">
      <dgm:prSet presAssocID="{0420865F-E0E8-445B-AFC9-87CDF691712E}" presName="bgRect" presStyleLbl="bgShp" presStyleIdx="1" presStyleCnt="4"/>
      <dgm:spPr/>
    </dgm:pt>
    <dgm:pt modelId="{AA53E8F4-8300-42CC-BD44-5EC7CC8649EE}" type="pres">
      <dgm:prSet presAssocID="{0420865F-E0E8-445B-AFC9-87CDF691712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5CDDF4E-5F1B-4C1C-9DBA-E2323F709054}" type="pres">
      <dgm:prSet presAssocID="{0420865F-E0E8-445B-AFC9-87CDF691712E}" presName="spaceRect" presStyleCnt="0"/>
      <dgm:spPr/>
    </dgm:pt>
    <dgm:pt modelId="{B819F5BE-0715-42A0-8AB5-2B20BE60B1CB}" type="pres">
      <dgm:prSet presAssocID="{0420865F-E0E8-445B-AFC9-87CDF691712E}" presName="parTx" presStyleLbl="revTx" presStyleIdx="1" presStyleCnt="4">
        <dgm:presLayoutVars>
          <dgm:chMax val="0"/>
          <dgm:chPref val="0"/>
        </dgm:presLayoutVars>
      </dgm:prSet>
      <dgm:spPr/>
    </dgm:pt>
    <dgm:pt modelId="{6839F800-8047-4F40-94A5-B1BC251C60C2}" type="pres">
      <dgm:prSet presAssocID="{5EED7197-4EB7-44B2-8E1A-3532FCEAD39D}" presName="sibTrans" presStyleCnt="0"/>
      <dgm:spPr/>
    </dgm:pt>
    <dgm:pt modelId="{0E47B077-DB65-468E-92D3-9776A0164FA9}" type="pres">
      <dgm:prSet presAssocID="{42E5E892-E9F6-4887-97A8-5F7E34A1E0B3}" presName="compNode" presStyleCnt="0"/>
      <dgm:spPr/>
    </dgm:pt>
    <dgm:pt modelId="{6A44C20A-FBCF-43D7-9E24-16E17014CCC1}" type="pres">
      <dgm:prSet presAssocID="{42E5E892-E9F6-4887-97A8-5F7E34A1E0B3}" presName="bgRect" presStyleLbl="bgShp" presStyleIdx="2" presStyleCnt="4"/>
      <dgm:spPr/>
    </dgm:pt>
    <dgm:pt modelId="{A8AAEE74-0D6F-4ED0-8A47-B133EFD88E2F}" type="pres">
      <dgm:prSet presAssocID="{42E5E892-E9F6-4887-97A8-5F7E34A1E0B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1430BDD7-8D4D-458E-8723-08871F9EBEF8}" type="pres">
      <dgm:prSet presAssocID="{42E5E892-E9F6-4887-97A8-5F7E34A1E0B3}" presName="spaceRect" presStyleCnt="0"/>
      <dgm:spPr/>
    </dgm:pt>
    <dgm:pt modelId="{53C19753-3E46-4A1F-811C-77FF21DACE15}" type="pres">
      <dgm:prSet presAssocID="{42E5E892-E9F6-4887-97A8-5F7E34A1E0B3}" presName="parTx" presStyleLbl="revTx" presStyleIdx="2" presStyleCnt="4">
        <dgm:presLayoutVars>
          <dgm:chMax val="0"/>
          <dgm:chPref val="0"/>
        </dgm:presLayoutVars>
      </dgm:prSet>
      <dgm:spPr/>
    </dgm:pt>
    <dgm:pt modelId="{1A46E7BD-37CC-4133-9613-03B94D611D56}" type="pres">
      <dgm:prSet presAssocID="{A484B3AD-5741-4670-8C62-A65B3D11C84A}" presName="sibTrans" presStyleCnt="0"/>
      <dgm:spPr/>
    </dgm:pt>
    <dgm:pt modelId="{63894886-F9FF-4C79-816E-9B47F4692465}" type="pres">
      <dgm:prSet presAssocID="{B4FC60BD-425A-447F-B150-D1C26DB9E787}" presName="compNode" presStyleCnt="0"/>
      <dgm:spPr/>
    </dgm:pt>
    <dgm:pt modelId="{2107D00C-87BB-4E3C-9429-CF581662F9C2}" type="pres">
      <dgm:prSet presAssocID="{B4FC60BD-425A-447F-B150-D1C26DB9E787}" presName="bgRect" presStyleLbl="bgShp" presStyleIdx="3" presStyleCnt="4"/>
      <dgm:spPr/>
    </dgm:pt>
    <dgm:pt modelId="{59EAD995-CEFC-4D79-A8BB-7BFA553CB930}" type="pres">
      <dgm:prSet presAssocID="{B4FC60BD-425A-447F-B150-D1C26DB9E78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4FDBC59-DC6F-47B0-B5EB-0B9FE8EADE84}" type="pres">
      <dgm:prSet presAssocID="{B4FC60BD-425A-447F-B150-D1C26DB9E787}" presName="spaceRect" presStyleCnt="0"/>
      <dgm:spPr/>
    </dgm:pt>
    <dgm:pt modelId="{DEFB7F7C-E492-4BF5-B621-DE0D6C33C286}" type="pres">
      <dgm:prSet presAssocID="{B4FC60BD-425A-447F-B150-D1C26DB9E78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CF3B711-0C15-4AF6-954C-2983CEEA0BD6}" type="presOf" srcId="{B4FC60BD-425A-447F-B150-D1C26DB9E787}" destId="{DEFB7F7C-E492-4BF5-B621-DE0D6C33C286}" srcOrd="0" destOrd="0" presId="urn:microsoft.com/office/officeart/2018/2/layout/IconVerticalSolidList"/>
    <dgm:cxn modelId="{56776C29-3741-46CA-9D24-D55371D4C13D}" type="presOf" srcId="{42E5E892-E9F6-4887-97A8-5F7E34A1E0B3}" destId="{53C19753-3E46-4A1F-811C-77FF21DACE15}" srcOrd="0" destOrd="0" presId="urn:microsoft.com/office/officeart/2018/2/layout/IconVerticalSolidList"/>
    <dgm:cxn modelId="{E8DCDC4D-D11A-4E3F-BA3C-770ED7952BB3}" type="presOf" srcId="{0420865F-E0E8-445B-AFC9-87CDF691712E}" destId="{B819F5BE-0715-42A0-8AB5-2B20BE60B1CB}" srcOrd="0" destOrd="0" presId="urn:microsoft.com/office/officeart/2018/2/layout/IconVerticalSolidList"/>
    <dgm:cxn modelId="{44E49D73-AA11-4D57-A90F-CA7E131EA4E8}" srcId="{29D290BF-86A3-405C-A84C-93CA7FD5CBB4}" destId="{42E5E892-E9F6-4887-97A8-5F7E34A1E0B3}" srcOrd="2" destOrd="0" parTransId="{23826A39-AC0F-46C7-BD1A-F022CB477B26}" sibTransId="{A484B3AD-5741-4670-8C62-A65B3D11C84A}"/>
    <dgm:cxn modelId="{102AE486-4C2A-4BC0-BF02-5DDDFCAE4E4E}" srcId="{29D290BF-86A3-405C-A84C-93CA7FD5CBB4}" destId="{6FEFD1FD-538A-4CFC-B35D-AAD37FF02EE3}" srcOrd="0" destOrd="0" parTransId="{5A070011-C818-4FA6-9E59-0723062BB10A}" sibTransId="{DCAC7793-78A8-439A-B153-67DA94B6F175}"/>
    <dgm:cxn modelId="{457A7096-0145-4CF5-A8E8-82153514AF43}" srcId="{29D290BF-86A3-405C-A84C-93CA7FD5CBB4}" destId="{B4FC60BD-425A-447F-B150-D1C26DB9E787}" srcOrd="3" destOrd="0" parTransId="{6B5A25F9-36B6-406D-B251-4ED5FE11E922}" sibTransId="{75F697CE-ACC9-4C48-88F6-260B5506574F}"/>
    <dgm:cxn modelId="{E590B4CE-E2C1-413C-8791-639AE8A8F6FF}" type="presOf" srcId="{29D290BF-86A3-405C-A84C-93CA7FD5CBB4}" destId="{0EAF5FB4-182F-4070-B792-2BCB9707058F}" srcOrd="0" destOrd="0" presId="urn:microsoft.com/office/officeart/2018/2/layout/IconVerticalSolidList"/>
    <dgm:cxn modelId="{67B4F2D2-7DBE-459C-AA4C-D53C6C68D357}" srcId="{29D290BF-86A3-405C-A84C-93CA7FD5CBB4}" destId="{0420865F-E0E8-445B-AFC9-87CDF691712E}" srcOrd="1" destOrd="0" parTransId="{683B4D0D-E901-47C5-B9C7-A74F88F13DFD}" sibTransId="{5EED7197-4EB7-44B2-8E1A-3532FCEAD39D}"/>
    <dgm:cxn modelId="{1D9A87EF-EF7C-4B8D-A157-93AF73C4D8A2}" type="presOf" srcId="{6FEFD1FD-538A-4CFC-B35D-AAD37FF02EE3}" destId="{9FEF5C7E-DBBF-4D0A-BC9F-36B5A8ECAC3C}" srcOrd="0" destOrd="0" presId="urn:microsoft.com/office/officeart/2018/2/layout/IconVerticalSolidList"/>
    <dgm:cxn modelId="{21BAD30F-5816-444A-8222-A574BEBAF8E8}" type="presParOf" srcId="{0EAF5FB4-182F-4070-B792-2BCB9707058F}" destId="{F506677A-72EC-4363-8D44-A95C58EE0314}" srcOrd="0" destOrd="0" presId="urn:microsoft.com/office/officeart/2018/2/layout/IconVerticalSolidList"/>
    <dgm:cxn modelId="{9DF8331C-03C2-4614-A639-ADA61C01623B}" type="presParOf" srcId="{F506677A-72EC-4363-8D44-A95C58EE0314}" destId="{BAC7B5F6-CC95-49E1-A558-A5EBCFE78ECE}" srcOrd="0" destOrd="0" presId="urn:microsoft.com/office/officeart/2018/2/layout/IconVerticalSolidList"/>
    <dgm:cxn modelId="{7188D77B-2FDD-4E94-AAF1-2FFBEC598750}" type="presParOf" srcId="{F506677A-72EC-4363-8D44-A95C58EE0314}" destId="{0E2E25F6-8431-41B5-8E51-96B1F2671F83}" srcOrd="1" destOrd="0" presId="urn:microsoft.com/office/officeart/2018/2/layout/IconVerticalSolidList"/>
    <dgm:cxn modelId="{C5306AE5-7F34-402E-B84D-DFC6F71E0144}" type="presParOf" srcId="{F506677A-72EC-4363-8D44-A95C58EE0314}" destId="{2EE19EF2-C5D8-4520-9DBE-3F407CFBFB14}" srcOrd="2" destOrd="0" presId="urn:microsoft.com/office/officeart/2018/2/layout/IconVerticalSolidList"/>
    <dgm:cxn modelId="{7A2F6933-18F7-48D8-88CA-DB9389275438}" type="presParOf" srcId="{F506677A-72EC-4363-8D44-A95C58EE0314}" destId="{9FEF5C7E-DBBF-4D0A-BC9F-36B5A8ECAC3C}" srcOrd="3" destOrd="0" presId="urn:microsoft.com/office/officeart/2018/2/layout/IconVerticalSolidList"/>
    <dgm:cxn modelId="{25E876AC-3B1C-4959-A5A8-AA9586440F84}" type="presParOf" srcId="{0EAF5FB4-182F-4070-B792-2BCB9707058F}" destId="{BCC3798F-E444-4C3A-AF17-CA9FDC0A799A}" srcOrd="1" destOrd="0" presId="urn:microsoft.com/office/officeart/2018/2/layout/IconVerticalSolidList"/>
    <dgm:cxn modelId="{6AB62838-6CC0-4EBD-A494-7C58CDB581A2}" type="presParOf" srcId="{0EAF5FB4-182F-4070-B792-2BCB9707058F}" destId="{2CBD53CF-A5CA-4829-A6CD-F840DF3B088E}" srcOrd="2" destOrd="0" presId="urn:microsoft.com/office/officeart/2018/2/layout/IconVerticalSolidList"/>
    <dgm:cxn modelId="{4FAEAC09-6FE1-4759-B381-AD4581A7779E}" type="presParOf" srcId="{2CBD53CF-A5CA-4829-A6CD-F840DF3B088E}" destId="{BFCA9FDA-27C0-464B-AD83-F59DE24C76F2}" srcOrd="0" destOrd="0" presId="urn:microsoft.com/office/officeart/2018/2/layout/IconVerticalSolidList"/>
    <dgm:cxn modelId="{DAC08473-EE4B-42E9-99C0-CA598B5303E8}" type="presParOf" srcId="{2CBD53CF-A5CA-4829-A6CD-F840DF3B088E}" destId="{AA53E8F4-8300-42CC-BD44-5EC7CC8649EE}" srcOrd="1" destOrd="0" presId="urn:microsoft.com/office/officeart/2018/2/layout/IconVerticalSolidList"/>
    <dgm:cxn modelId="{57020458-EDFE-4923-AC87-FAFFC64D2D3A}" type="presParOf" srcId="{2CBD53CF-A5CA-4829-A6CD-F840DF3B088E}" destId="{C5CDDF4E-5F1B-4C1C-9DBA-E2323F709054}" srcOrd="2" destOrd="0" presId="urn:microsoft.com/office/officeart/2018/2/layout/IconVerticalSolidList"/>
    <dgm:cxn modelId="{DDABDFCE-0A83-4AFB-B713-7C5456CF7CE7}" type="presParOf" srcId="{2CBD53CF-A5CA-4829-A6CD-F840DF3B088E}" destId="{B819F5BE-0715-42A0-8AB5-2B20BE60B1CB}" srcOrd="3" destOrd="0" presId="urn:microsoft.com/office/officeart/2018/2/layout/IconVerticalSolidList"/>
    <dgm:cxn modelId="{B82F8564-F468-4CEC-B17C-6651FD30CD8E}" type="presParOf" srcId="{0EAF5FB4-182F-4070-B792-2BCB9707058F}" destId="{6839F800-8047-4F40-94A5-B1BC251C60C2}" srcOrd="3" destOrd="0" presId="urn:microsoft.com/office/officeart/2018/2/layout/IconVerticalSolidList"/>
    <dgm:cxn modelId="{36634CC2-3472-4AF9-90B5-4B609D6FE80C}" type="presParOf" srcId="{0EAF5FB4-182F-4070-B792-2BCB9707058F}" destId="{0E47B077-DB65-468E-92D3-9776A0164FA9}" srcOrd="4" destOrd="0" presId="urn:microsoft.com/office/officeart/2018/2/layout/IconVerticalSolidList"/>
    <dgm:cxn modelId="{6BE1CFBB-1B4E-4EEE-951F-520C4B430BC5}" type="presParOf" srcId="{0E47B077-DB65-468E-92D3-9776A0164FA9}" destId="{6A44C20A-FBCF-43D7-9E24-16E17014CCC1}" srcOrd="0" destOrd="0" presId="urn:microsoft.com/office/officeart/2018/2/layout/IconVerticalSolidList"/>
    <dgm:cxn modelId="{4490690A-C602-492A-BB06-CCAFF0824480}" type="presParOf" srcId="{0E47B077-DB65-468E-92D3-9776A0164FA9}" destId="{A8AAEE74-0D6F-4ED0-8A47-B133EFD88E2F}" srcOrd="1" destOrd="0" presId="urn:microsoft.com/office/officeart/2018/2/layout/IconVerticalSolidList"/>
    <dgm:cxn modelId="{582359CB-26A9-4659-AE8F-DBE227D7E0E9}" type="presParOf" srcId="{0E47B077-DB65-468E-92D3-9776A0164FA9}" destId="{1430BDD7-8D4D-458E-8723-08871F9EBEF8}" srcOrd="2" destOrd="0" presId="urn:microsoft.com/office/officeart/2018/2/layout/IconVerticalSolidList"/>
    <dgm:cxn modelId="{21D5C329-29CA-4141-B42F-A87BE0F76477}" type="presParOf" srcId="{0E47B077-DB65-468E-92D3-9776A0164FA9}" destId="{53C19753-3E46-4A1F-811C-77FF21DACE15}" srcOrd="3" destOrd="0" presId="urn:microsoft.com/office/officeart/2018/2/layout/IconVerticalSolidList"/>
    <dgm:cxn modelId="{7C37B965-4074-4AF2-AF0B-3EF299D0C4EB}" type="presParOf" srcId="{0EAF5FB4-182F-4070-B792-2BCB9707058F}" destId="{1A46E7BD-37CC-4133-9613-03B94D611D56}" srcOrd="5" destOrd="0" presId="urn:microsoft.com/office/officeart/2018/2/layout/IconVerticalSolidList"/>
    <dgm:cxn modelId="{35EEC41C-24FD-460E-A5B0-995014A7A3FA}" type="presParOf" srcId="{0EAF5FB4-182F-4070-B792-2BCB9707058F}" destId="{63894886-F9FF-4C79-816E-9B47F4692465}" srcOrd="6" destOrd="0" presId="urn:microsoft.com/office/officeart/2018/2/layout/IconVerticalSolidList"/>
    <dgm:cxn modelId="{A1F30E07-786E-4C97-8C00-9E043C7DB79D}" type="presParOf" srcId="{63894886-F9FF-4C79-816E-9B47F4692465}" destId="{2107D00C-87BB-4E3C-9429-CF581662F9C2}" srcOrd="0" destOrd="0" presId="urn:microsoft.com/office/officeart/2018/2/layout/IconVerticalSolidList"/>
    <dgm:cxn modelId="{A3B95D52-D30A-4179-92FA-58E5806ECDBE}" type="presParOf" srcId="{63894886-F9FF-4C79-816E-9B47F4692465}" destId="{59EAD995-CEFC-4D79-A8BB-7BFA553CB930}" srcOrd="1" destOrd="0" presId="urn:microsoft.com/office/officeart/2018/2/layout/IconVerticalSolidList"/>
    <dgm:cxn modelId="{6B20A718-E5F9-49BA-975A-5D2CCA73A176}" type="presParOf" srcId="{63894886-F9FF-4C79-816E-9B47F4692465}" destId="{D4FDBC59-DC6F-47B0-B5EB-0B9FE8EADE84}" srcOrd="2" destOrd="0" presId="urn:microsoft.com/office/officeart/2018/2/layout/IconVerticalSolidList"/>
    <dgm:cxn modelId="{507B166E-53CF-4325-AF81-F0B227AE5AA9}" type="presParOf" srcId="{63894886-F9FF-4C79-816E-9B47F4692465}" destId="{DEFB7F7C-E492-4BF5-B621-DE0D6C33C2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66DEE0-5428-481A-9B0A-1B39D3C60F6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AAE25AC-5BE3-44B4-A8F1-E5C24F0A2D4B}">
      <dgm:prSet/>
      <dgm:spPr/>
      <dgm:t>
        <a:bodyPr/>
        <a:lstStyle/>
        <a:p>
          <a:r>
            <a:rPr lang="en-US"/>
            <a:t>El software no siempre fue una disciplina de ingeniería</a:t>
          </a:r>
        </a:p>
      </dgm:t>
    </dgm:pt>
    <dgm:pt modelId="{13C9BC85-088D-4BD1-8026-DE7C70DE21BC}" type="parTrans" cxnId="{ADF9B194-D6F3-46F9-988E-1B59E42DD48B}">
      <dgm:prSet/>
      <dgm:spPr/>
      <dgm:t>
        <a:bodyPr/>
        <a:lstStyle/>
        <a:p>
          <a:endParaRPr lang="en-US"/>
        </a:p>
      </dgm:t>
    </dgm:pt>
    <dgm:pt modelId="{978DDA53-6CF0-494C-9DF2-DD7C5504AE9D}" type="sibTrans" cxnId="{ADF9B194-D6F3-46F9-988E-1B59E42DD48B}">
      <dgm:prSet/>
      <dgm:spPr/>
      <dgm:t>
        <a:bodyPr/>
        <a:lstStyle/>
        <a:p>
          <a:endParaRPr lang="en-US"/>
        </a:p>
      </dgm:t>
    </dgm:pt>
    <dgm:pt modelId="{C0126D2B-9139-46D7-9A52-DD7CFD6266EA}">
      <dgm:prSet/>
      <dgm:spPr/>
      <dgm:t>
        <a:bodyPr/>
        <a:lstStyle/>
        <a:p>
          <a:r>
            <a:rPr lang="en-US"/>
            <a:t>Las prácticas actuales nacen como respuesta a errores del pasado</a:t>
          </a:r>
        </a:p>
      </dgm:t>
    </dgm:pt>
    <dgm:pt modelId="{A6E0C542-6146-4460-A8D6-8DDB49F911D8}" type="parTrans" cxnId="{F8F6A3F9-3D99-4957-B34E-506409DE9F69}">
      <dgm:prSet/>
      <dgm:spPr/>
      <dgm:t>
        <a:bodyPr/>
        <a:lstStyle/>
        <a:p>
          <a:endParaRPr lang="en-US"/>
        </a:p>
      </dgm:t>
    </dgm:pt>
    <dgm:pt modelId="{D40DAA20-034B-40A0-97C2-1D9B0BC9C84A}" type="sibTrans" cxnId="{F8F6A3F9-3D99-4957-B34E-506409DE9F69}">
      <dgm:prSet/>
      <dgm:spPr/>
      <dgm:t>
        <a:bodyPr/>
        <a:lstStyle/>
        <a:p>
          <a:endParaRPr lang="en-US"/>
        </a:p>
      </dgm:t>
    </dgm:pt>
    <dgm:pt modelId="{EFF78DF0-6578-402F-A8A3-92E716ADE264}">
      <dgm:prSet/>
      <dgm:spPr/>
      <dgm:t>
        <a:bodyPr/>
        <a:lstStyle/>
        <a:p>
          <a:r>
            <a:rPr lang="en-US"/>
            <a:t>Entender la evolución permite </a:t>
          </a:r>
          <a:r>
            <a:rPr lang="en-US" b="1"/>
            <a:t>no repetir los mismos fallos</a:t>
          </a:r>
          <a:endParaRPr lang="en-US"/>
        </a:p>
      </dgm:t>
    </dgm:pt>
    <dgm:pt modelId="{E24E8906-88FF-4F87-830E-95AA17253A38}" type="parTrans" cxnId="{B0B79C9D-A68E-4D4F-ACFE-50B399D0773D}">
      <dgm:prSet/>
      <dgm:spPr/>
      <dgm:t>
        <a:bodyPr/>
        <a:lstStyle/>
        <a:p>
          <a:endParaRPr lang="en-US"/>
        </a:p>
      </dgm:t>
    </dgm:pt>
    <dgm:pt modelId="{F2FAC886-1AC7-4167-973F-D68A15B36D50}" type="sibTrans" cxnId="{B0B79C9D-A68E-4D4F-ACFE-50B399D0773D}">
      <dgm:prSet/>
      <dgm:spPr/>
      <dgm:t>
        <a:bodyPr/>
        <a:lstStyle/>
        <a:p>
          <a:endParaRPr lang="en-US"/>
        </a:p>
      </dgm:t>
    </dgm:pt>
    <dgm:pt modelId="{66263A2F-A1BE-44F4-9701-24989DEA8C24}" type="pres">
      <dgm:prSet presAssocID="{BD66DEE0-5428-481A-9B0A-1B39D3C60F6F}" presName="root" presStyleCnt="0">
        <dgm:presLayoutVars>
          <dgm:dir/>
          <dgm:resizeHandles val="exact"/>
        </dgm:presLayoutVars>
      </dgm:prSet>
      <dgm:spPr/>
    </dgm:pt>
    <dgm:pt modelId="{66D99B13-50B8-4B28-93B7-8185B3CD0CF3}" type="pres">
      <dgm:prSet presAssocID="{4AAE25AC-5BE3-44B4-A8F1-E5C24F0A2D4B}" presName="compNode" presStyleCnt="0"/>
      <dgm:spPr/>
    </dgm:pt>
    <dgm:pt modelId="{EA72DAEA-A8EB-47EB-9620-77CA14E87732}" type="pres">
      <dgm:prSet presAssocID="{4AAE25AC-5BE3-44B4-A8F1-E5C24F0A2D4B}" presName="bgRect" presStyleLbl="bgShp" presStyleIdx="0" presStyleCnt="3"/>
      <dgm:spPr/>
    </dgm:pt>
    <dgm:pt modelId="{44FEF0BB-604D-4EF8-8D6B-E57578E699F0}" type="pres">
      <dgm:prSet presAssocID="{4AAE25AC-5BE3-44B4-A8F1-E5C24F0A2D4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BF3B8C6-F6AF-486C-99AC-31E9974F542A}" type="pres">
      <dgm:prSet presAssocID="{4AAE25AC-5BE3-44B4-A8F1-E5C24F0A2D4B}" presName="spaceRect" presStyleCnt="0"/>
      <dgm:spPr/>
    </dgm:pt>
    <dgm:pt modelId="{262DDE2D-F84F-4DA3-A4F7-6A00A6683A05}" type="pres">
      <dgm:prSet presAssocID="{4AAE25AC-5BE3-44B4-A8F1-E5C24F0A2D4B}" presName="parTx" presStyleLbl="revTx" presStyleIdx="0" presStyleCnt="3">
        <dgm:presLayoutVars>
          <dgm:chMax val="0"/>
          <dgm:chPref val="0"/>
        </dgm:presLayoutVars>
      </dgm:prSet>
      <dgm:spPr/>
    </dgm:pt>
    <dgm:pt modelId="{D6DD1103-003D-48EE-814A-0395C1E3F06A}" type="pres">
      <dgm:prSet presAssocID="{978DDA53-6CF0-494C-9DF2-DD7C5504AE9D}" presName="sibTrans" presStyleCnt="0"/>
      <dgm:spPr/>
    </dgm:pt>
    <dgm:pt modelId="{2C115517-E086-4771-B14C-41DF3ABD44B9}" type="pres">
      <dgm:prSet presAssocID="{C0126D2B-9139-46D7-9A52-DD7CFD6266EA}" presName="compNode" presStyleCnt="0"/>
      <dgm:spPr/>
    </dgm:pt>
    <dgm:pt modelId="{084674B1-2038-4AD8-835B-D0684FC2430F}" type="pres">
      <dgm:prSet presAssocID="{C0126D2B-9139-46D7-9A52-DD7CFD6266EA}" presName="bgRect" presStyleLbl="bgShp" presStyleIdx="1" presStyleCnt="3"/>
      <dgm:spPr/>
    </dgm:pt>
    <dgm:pt modelId="{B7DAD48F-0C8B-4297-BB1E-0A87A79DAD1F}" type="pres">
      <dgm:prSet presAssocID="{C0126D2B-9139-46D7-9A52-DD7CFD6266E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0A36B6F-C494-4D5C-9097-58A985010DD6}" type="pres">
      <dgm:prSet presAssocID="{C0126D2B-9139-46D7-9A52-DD7CFD6266EA}" presName="spaceRect" presStyleCnt="0"/>
      <dgm:spPr/>
    </dgm:pt>
    <dgm:pt modelId="{78319B64-5384-44A6-8CF9-FA588298CB36}" type="pres">
      <dgm:prSet presAssocID="{C0126D2B-9139-46D7-9A52-DD7CFD6266EA}" presName="parTx" presStyleLbl="revTx" presStyleIdx="1" presStyleCnt="3">
        <dgm:presLayoutVars>
          <dgm:chMax val="0"/>
          <dgm:chPref val="0"/>
        </dgm:presLayoutVars>
      </dgm:prSet>
      <dgm:spPr/>
    </dgm:pt>
    <dgm:pt modelId="{25445A88-3DF7-48AB-A75E-BB850472C418}" type="pres">
      <dgm:prSet presAssocID="{D40DAA20-034B-40A0-97C2-1D9B0BC9C84A}" presName="sibTrans" presStyleCnt="0"/>
      <dgm:spPr/>
    </dgm:pt>
    <dgm:pt modelId="{205521E2-6B34-4A35-AF74-9937D5813B36}" type="pres">
      <dgm:prSet presAssocID="{EFF78DF0-6578-402F-A8A3-92E716ADE264}" presName="compNode" presStyleCnt="0"/>
      <dgm:spPr/>
    </dgm:pt>
    <dgm:pt modelId="{818E00AA-9268-4BBE-8DCF-BB02D0B461CC}" type="pres">
      <dgm:prSet presAssocID="{EFF78DF0-6578-402F-A8A3-92E716ADE264}" presName="bgRect" presStyleLbl="bgShp" presStyleIdx="2" presStyleCnt="3"/>
      <dgm:spPr/>
    </dgm:pt>
    <dgm:pt modelId="{4A0720CC-AF15-4A7B-89CE-CF6237B1B976}" type="pres">
      <dgm:prSet presAssocID="{EFF78DF0-6578-402F-A8A3-92E716ADE26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E1F8E9E-8294-4D1A-B31A-BEA24A0D525B}" type="pres">
      <dgm:prSet presAssocID="{EFF78DF0-6578-402F-A8A3-92E716ADE264}" presName="spaceRect" presStyleCnt="0"/>
      <dgm:spPr/>
    </dgm:pt>
    <dgm:pt modelId="{F05A2DDF-5457-4EC8-827B-503FC9BACA2F}" type="pres">
      <dgm:prSet presAssocID="{EFF78DF0-6578-402F-A8A3-92E716ADE26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84E8926-9B25-4CFB-AF52-BB71E7EFFDD0}" type="presOf" srcId="{BD66DEE0-5428-481A-9B0A-1B39D3C60F6F}" destId="{66263A2F-A1BE-44F4-9701-24989DEA8C24}" srcOrd="0" destOrd="0" presId="urn:microsoft.com/office/officeart/2018/2/layout/IconVerticalSolidList"/>
    <dgm:cxn modelId="{4DC6B927-EA10-4EA6-A156-27FBC5E0951F}" type="presOf" srcId="{C0126D2B-9139-46D7-9A52-DD7CFD6266EA}" destId="{78319B64-5384-44A6-8CF9-FA588298CB36}" srcOrd="0" destOrd="0" presId="urn:microsoft.com/office/officeart/2018/2/layout/IconVerticalSolidList"/>
    <dgm:cxn modelId="{6A84152E-2AA9-4C0C-8795-5642F3B728DA}" type="presOf" srcId="{EFF78DF0-6578-402F-A8A3-92E716ADE264}" destId="{F05A2DDF-5457-4EC8-827B-503FC9BACA2F}" srcOrd="0" destOrd="0" presId="urn:microsoft.com/office/officeart/2018/2/layout/IconVerticalSolidList"/>
    <dgm:cxn modelId="{ADF9B194-D6F3-46F9-988E-1B59E42DD48B}" srcId="{BD66DEE0-5428-481A-9B0A-1B39D3C60F6F}" destId="{4AAE25AC-5BE3-44B4-A8F1-E5C24F0A2D4B}" srcOrd="0" destOrd="0" parTransId="{13C9BC85-088D-4BD1-8026-DE7C70DE21BC}" sibTransId="{978DDA53-6CF0-494C-9DF2-DD7C5504AE9D}"/>
    <dgm:cxn modelId="{B0B79C9D-A68E-4D4F-ACFE-50B399D0773D}" srcId="{BD66DEE0-5428-481A-9B0A-1B39D3C60F6F}" destId="{EFF78DF0-6578-402F-A8A3-92E716ADE264}" srcOrd="2" destOrd="0" parTransId="{E24E8906-88FF-4F87-830E-95AA17253A38}" sibTransId="{F2FAC886-1AC7-4167-973F-D68A15B36D50}"/>
    <dgm:cxn modelId="{CBE9BDE5-12AD-4AE7-9DA2-251DF846C3F4}" type="presOf" srcId="{4AAE25AC-5BE3-44B4-A8F1-E5C24F0A2D4B}" destId="{262DDE2D-F84F-4DA3-A4F7-6A00A6683A05}" srcOrd="0" destOrd="0" presId="urn:microsoft.com/office/officeart/2018/2/layout/IconVerticalSolidList"/>
    <dgm:cxn modelId="{F8F6A3F9-3D99-4957-B34E-506409DE9F69}" srcId="{BD66DEE0-5428-481A-9B0A-1B39D3C60F6F}" destId="{C0126D2B-9139-46D7-9A52-DD7CFD6266EA}" srcOrd="1" destOrd="0" parTransId="{A6E0C542-6146-4460-A8D6-8DDB49F911D8}" sibTransId="{D40DAA20-034B-40A0-97C2-1D9B0BC9C84A}"/>
    <dgm:cxn modelId="{7C1301EE-5657-45BC-91C4-F45FCBC2DE06}" type="presParOf" srcId="{66263A2F-A1BE-44F4-9701-24989DEA8C24}" destId="{66D99B13-50B8-4B28-93B7-8185B3CD0CF3}" srcOrd="0" destOrd="0" presId="urn:microsoft.com/office/officeart/2018/2/layout/IconVerticalSolidList"/>
    <dgm:cxn modelId="{D2D7DBF1-7D77-4FED-9B00-B3105E533104}" type="presParOf" srcId="{66D99B13-50B8-4B28-93B7-8185B3CD0CF3}" destId="{EA72DAEA-A8EB-47EB-9620-77CA14E87732}" srcOrd="0" destOrd="0" presId="urn:microsoft.com/office/officeart/2018/2/layout/IconVerticalSolidList"/>
    <dgm:cxn modelId="{8D9C849F-7BA2-46C4-9C88-9CC441201484}" type="presParOf" srcId="{66D99B13-50B8-4B28-93B7-8185B3CD0CF3}" destId="{44FEF0BB-604D-4EF8-8D6B-E57578E699F0}" srcOrd="1" destOrd="0" presId="urn:microsoft.com/office/officeart/2018/2/layout/IconVerticalSolidList"/>
    <dgm:cxn modelId="{E07526A9-E0B2-479E-8090-B528FC54AA01}" type="presParOf" srcId="{66D99B13-50B8-4B28-93B7-8185B3CD0CF3}" destId="{7BF3B8C6-F6AF-486C-99AC-31E9974F542A}" srcOrd="2" destOrd="0" presId="urn:microsoft.com/office/officeart/2018/2/layout/IconVerticalSolidList"/>
    <dgm:cxn modelId="{1D15DBFE-41CF-4277-956D-E4B5D16743A3}" type="presParOf" srcId="{66D99B13-50B8-4B28-93B7-8185B3CD0CF3}" destId="{262DDE2D-F84F-4DA3-A4F7-6A00A6683A05}" srcOrd="3" destOrd="0" presId="urn:microsoft.com/office/officeart/2018/2/layout/IconVerticalSolidList"/>
    <dgm:cxn modelId="{5C362290-D8E4-4471-A50F-59FF6180880F}" type="presParOf" srcId="{66263A2F-A1BE-44F4-9701-24989DEA8C24}" destId="{D6DD1103-003D-48EE-814A-0395C1E3F06A}" srcOrd="1" destOrd="0" presId="urn:microsoft.com/office/officeart/2018/2/layout/IconVerticalSolidList"/>
    <dgm:cxn modelId="{9152180D-CD30-41DD-91FF-90D39B3101CD}" type="presParOf" srcId="{66263A2F-A1BE-44F4-9701-24989DEA8C24}" destId="{2C115517-E086-4771-B14C-41DF3ABD44B9}" srcOrd="2" destOrd="0" presId="urn:microsoft.com/office/officeart/2018/2/layout/IconVerticalSolidList"/>
    <dgm:cxn modelId="{1276AB6C-E8B0-482F-83B8-CAF479726E61}" type="presParOf" srcId="{2C115517-E086-4771-B14C-41DF3ABD44B9}" destId="{084674B1-2038-4AD8-835B-D0684FC2430F}" srcOrd="0" destOrd="0" presId="urn:microsoft.com/office/officeart/2018/2/layout/IconVerticalSolidList"/>
    <dgm:cxn modelId="{DEBED848-6D49-490B-BEB5-22A1FE4C419E}" type="presParOf" srcId="{2C115517-E086-4771-B14C-41DF3ABD44B9}" destId="{B7DAD48F-0C8B-4297-BB1E-0A87A79DAD1F}" srcOrd="1" destOrd="0" presId="urn:microsoft.com/office/officeart/2018/2/layout/IconVerticalSolidList"/>
    <dgm:cxn modelId="{D45C18F4-ABCC-4A01-9CE1-9B86D094CF25}" type="presParOf" srcId="{2C115517-E086-4771-B14C-41DF3ABD44B9}" destId="{50A36B6F-C494-4D5C-9097-58A985010DD6}" srcOrd="2" destOrd="0" presId="urn:microsoft.com/office/officeart/2018/2/layout/IconVerticalSolidList"/>
    <dgm:cxn modelId="{633327EC-238A-4048-84E8-B0624FB8D0A7}" type="presParOf" srcId="{2C115517-E086-4771-B14C-41DF3ABD44B9}" destId="{78319B64-5384-44A6-8CF9-FA588298CB36}" srcOrd="3" destOrd="0" presId="urn:microsoft.com/office/officeart/2018/2/layout/IconVerticalSolidList"/>
    <dgm:cxn modelId="{3C469BB0-0745-4C14-8AA2-94C1D9A415AE}" type="presParOf" srcId="{66263A2F-A1BE-44F4-9701-24989DEA8C24}" destId="{25445A88-3DF7-48AB-A75E-BB850472C418}" srcOrd="3" destOrd="0" presId="urn:microsoft.com/office/officeart/2018/2/layout/IconVerticalSolidList"/>
    <dgm:cxn modelId="{276CDD58-42B1-4399-8EB2-560F6587292A}" type="presParOf" srcId="{66263A2F-A1BE-44F4-9701-24989DEA8C24}" destId="{205521E2-6B34-4A35-AF74-9937D5813B36}" srcOrd="4" destOrd="0" presId="urn:microsoft.com/office/officeart/2018/2/layout/IconVerticalSolidList"/>
    <dgm:cxn modelId="{D784AF81-BECC-4165-999D-27F8996D3194}" type="presParOf" srcId="{205521E2-6B34-4A35-AF74-9937D5813B36}" destId="{818E00AA-9268-4BBE-8DCF-BB02D0B461CC}" srcOrd="0" destOrd="0" presId="urn:microsoft.com/office/officeart/2018/2/layout/IconVerticalSolidList"/>
    <dgm:cxn modelId="{041C5991-183B-4B73-AC7C-89D45E388FB7}" type="presParOf" srcId="{205521E2-6B34-4A35-AF74-9937D5813B36}" destId="{4A0720CC-AF15-4A7B-89CE-CF6237B1B976}" srcOrd="1" destOrd="0" presId="urn:microsoft.com/office/officeart/2018/2/layout/IconVerticalSolidList"/>
    <dgm:cxn modelId="{067F513A-2213-4275-A2BD-89682AF8D60D}" type="presParOf" srcId="{205521E2-6B34-4A35-AF74-9937D5813B36}" destId="{6E1F8E9E-8294-4D1A-B31A-BEA24A0D525B}" srcOrd="2" destOrd="0" presId="urn:microsoft.com/office/officeart/2018/2/layout/IconVerticalSolidList"/>
    <dgm:cxn modelId="{91A66C77-D7E8-4587-B74D-F5424CEBE471}" type="presParOf" srcId="{205521E2-6B34-4A35-AF74-9937D5813B36}" destId="{F05A2DDF-5457-4EC8-827B-503FC9BACA2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0ABADF-E1C2-4C42-9091-E4345E6C7F03}" type="doc">
      <dgm:prSet loTypeId="urn:microsoft.com/office/officeart/2005/8/layout/arrow2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F87A1A3-DF92-4847-8436-883A59A9C45F}">
      <dgm:prSet/>
      <dgm:spPr/>
      <dgm:t>
        <a:bodyPr/>
        <a:lstStyle/>
        <a:p>
          <a:r>
            <a:rPr lang="en-US"/>
            <a:t>Años 50–60: Programación artesanal</a:t>
          </a:r>
        </a:p>
      </dgm:t>
    </dgm:pt>
    <dgm:pt modelId="{E7F9FCA5-DE79-4F81-9490-C4CB4681A296}" type="parTrans" cxnId="{C7FD5CD8-7C2C-431C-BDE2-EF0ED79E735E}">
      <dgm:prSet/>
      <dgm:spPr/>
      <dgm:t>
        <a:bodyPr/>
        <a:lstStyle/>
        <a:p>
          <a:endParaRPr lang="en-US"/>
        </a:p>
      </dgm:t>
    </dgm:pt>
    <dgm:pt modelId="{0F973CDD-12D7-483E-8EFE-38AEF70EC342}" type="sibTrans" cxnId="{C7FD5CD8-7C2C-431C-BDE2-EF0ED79E735E}">
      <dgm:prSet/>
      <dgm:spPr/>
      <dgm:t>
        <a:bodyPr/>
        <a:lstStyle/>
        <a:p>
          <a:endParaRPr lang="en-US"/>
        </a:p>
      </dgm:t>
    </dgm:pt>
    <dgm:pt modelId="{B0DAB480-AE10-48C9-BAE0-90BDA970076C}">
      <dgm:prSet/>
      <dgm:spPr/>
      <dgm:t>
        <a:bodyPr/>
        <a:lstStyle/>
        <a:p>
          <a:r>
            <a:rPr lang="en-US"/>
            <a:t>Años 70: Crisis del software</a:t>
          </a:r>
        </a:p>
      </dgm:t>
    </dgm:pt>
    <dgm:pt modelId="{41D51B05-7EA8-49AB-9012-5E23E33706DB}" type="parTrans" cxnId="{5FA9C6BF-0EFF-419F-BD02-95C90E9F8443}">
      <dgm:prSet/>
      <dgm:spPr/>
      <dgm:t>
        <a:bodyPr/>
        <a:lstStyle/>
        <a:p>
          <a:endParaRPr lang="en-US"/>
        </a:p>
      </dgm:t>
    </dgm:pt>
    <dgm:pt modelId="{121CB4D4-9C11-49BA-BD24-1AF2167740AD}" type="sibTrans" cxnId="{5FA9C6BF-0EFF-419F-BD02-95C90E9F8443}">
      <dgm:prSet/>
      <dgm:spPr/>
      <dgm:t>
        <a:bodyPr/>
        <a:lstStyle/>
        <a:p>
          <a:endParaRPr lang="en-US"/>
        </a:p>
      </dgm:t>
    </dgm:pt>
    <dgm:pt modelId="{AF9784E7-C946-4723-89B2-B469F985EF6A}">
      <dgm:prSet/>
      <dgm:spPr/>
      <dgm:t>
        <a:bodyPr/>
        <a:lstStyle/>
        <a:p>
          <a:r>
            <a:rPr lang="en-US"/>
            <a:t>Años 80–90: Metodologías tradicionales</a:t>
          </a:r>
        </a:p>
      </dgm:t>
    </dgm:pt>
    <dgm:pt modelId="{B0B4B4E1-1E08-49C8-89CB-82CEF0783955}" type="parTrans" cxnId="{42D3075F-E876-4140-AACB-8EEB6374814C}">
      <dgm:prSet/>
      <dgm:spPr/>
      <dgm:t>
        <a:bodyPr/>
        <a:lstStyle/>
        <a:p>
          <a:endParaRPr lang="en-US"/>
        </a:p>
      </dgm:t>
    </dgm:pt>
    <dgm:pt modelId="{2EF25209-0F7E-44CC-9C63-FCEE1212AC4C}" type="sibTrans" cxnId="{42D3075F-E876-4140-AACB-8EEB6374814C}">
      <dgm:prSet/>
      <dgm:spPr/>
      <dgm:t>
        <a:bodyPr/>
        <a:lstStyle/>
        <a:p>
          <a:endParaRPr lang="en-US"/>
        </a:p>
      </dgm:t>
    </dgm:pt>
    <dgm:pt modelId="{D1AF7AC2-92C3-4935-903B-39A7C93D48A8}">
      <dgm:prSet/>
      <dgm:spPr/>
      <dgm:t>
        <a:bodyPr/>
        <a:lstStyle/>
        <a:p>
          <a:r>
            <a:rPr lang="en-US"/>
            <a:t>Años 2000: Metodologías ágiles</a:t>
          </a:r>
        </a:p>
      </dgm:t>
    </dgm:pt>
    <dgm:pt modelId="{7BC6E60F-8FD3-4702-983D-B0C14008CBF5}" type="parTrans" cxnId="{07BB9F3C-BBA3-4B1C-8BCB-4E527D99D8CB}">
      <dgm:prSet/>
      <dgm:spPr/>
      <dgm:t>
        <a:bodyPr/>
        <a:lstStyle/>
        <a:p>
          <a:endParaRPr lang="en-US"/>
        </a:p>
      </dgm:t>
    </dgm:pt>
    <dgm:pt modelId="{D57C3674-B28F-4A8C-985D-DB17258AE289}" type="sibTrans" cxnId="{07BB9F3C-BBA3-4B1C-8BCB-4E527D99D8CB}">
      <dgm:prSet/>
      <dgm:spPr/>
      <dgm:t>
        <a:bodyPr/>
        <a:lstStyle/>
        <a:p>
          <a:endParaRPr lang="en-US"/>
        </a:p>
      </dgm:t>
    </dgm:pt>
    <dgm:pt modelId="{2E11D498-1BBF-4FE9-B0AE-3B1692497011}">
      <dgm:prSet/>
      <dgm:spPr/>
      <dgm:t>
        <a:bodyPr/>
        <a:lstStyle/>
        <a:p>
          <a:r>
            <a:rPr lang="en-US"/>
            <a:t>Actualidad: DevOps, Cloud, Arquitectura</a:t>
          </a:r>
        </a:p>
      </dgm:t>
    </dgm:pt>
    <dgm:pt modelId="{BE79090C-5481-4E25-A5FD-BC697E4632A3}" type="parTrans" cxnId="{3DA18347-EF17-4488-93DA-FFAE9C58C12C}">
      <dgm:prSet/>
      <dgm:spPr/>
      <dgm:t>
        <a:bodyPr/>
        <a:lstStyle/>
        <a:p>
          <a:endParaRPr lang="en-US"/>
        </a:p>
      </dgm:t>
    </dgm:pt>
    <dgm:pt modelId="{3009854B-907F-458A-8731-E2386AA7032C}" type="sibTrans" cxnId="{3DA18347-EF17-4488-93DA-FFAE9C58C12C}">
      <dgm:prSet/>
      <dgm:spPr/>
      <dgm:t>
        <a:bodyPr/>
        <a:lstStyle/>
        <a:p>
          <a:endParaRPr lang="en-US"/>
        </a:p>
      </dgm:t>
    </dgm:pt>
    <dgm:pt modelId="{C9F74A95-C82A-42BA-88B4-C6E393D3E048}" type="pres">
      <dgm:prSet presAssocID="{9A0ABADF-E1C2-4C42-9091-E4345E6C7F03}" presName="arrowDiagram" presStyleCnt="0">
        <dgm:presLayoutVars>
          <dgm:chMax val="5"/>
          <dgm:dir/>
          <dgm:resizeHandles val="exact"/>
        </dgm:presLayoutVars>
      </dgm:prSet>
      <dgm:spPr/>
    </dgm:pt>
    <dgm:pt modelId="{37D78BC4-A71C-47FD-AFDD-ED49A2C18B82}" type="pres">
      <dgm:prSet presAssocID="{9A0ABADF-E1C2-4C42-9091-E4345E6C7F03}" presName="arrow" presStyleLbl="bgShp" presStyleIdx="0" presStyleCnt="1"/>
      <dgm:spPr/>
    </dgm:pt>
    <dgm:pt modelId="{57A4007D-891A-4800-A6B7-75A16DA943F1}" type="pres">
      <dgm:prSet presAssocID="{9A0ABADF-E1C2-4C42-9091-E4345E6C7F03}" presName="arrowDiagram5" presStyleCnt="0"/>
      <dgm:spPr/>
    </dgm:pt>
    <dgm:pt modelId="{D72BF6E2-817A-42C8-BA04-D7DF0280E976}" type="pres">
      <dgm:prSet presAssocID="{EF87A1A3-DF92-4847-8436-883A59A9C45F}" presName="bullet5a" presStyleLbl="node1" presStyleIdx="0" presStyleCnt="5"/>
      <dgm:spPr/>
    </dgm:pt>
    <dgm:pt modelId="{C1C6CB3A-7F0D-4007-B4EB-A93507BDEDFB}" type="pres">
      <dgm:prSet presAssocID="{EF87A1A3-DF92-4847-8436-883A59A9C45F}" presName="textBox5a" presStyleLbl="revTx" presStyleIdx="0" presStyleCnt="5">
        <dgm:presLayoutVars>
          <dgm:bulletEnabled val="1"/>
        </dgm:presLayoutVars>
      </dgm:prSet>
      <dgm:spPr/>
    </dgm:pt>
    <dgm:pt modelId="{9293D8B4-8858-4F1F-B8F1-33947DFBC3DE}" type="pres">
      <dgm:prSet presAssocID="{B0DAB480-AE10-48C9-BAE0-90BDA970076C}" presName="bullet5b" presStyleLbl="node1" presStyleIdx="1" presStyleCnt="5"/>
      <dgm:spPr/>
    </dgm:pt>
    <dgm:pt modelId="{2D1998FE-6076-4EA7-B806-9DA84ACDC62D}" type="pres">
      <dgm:prSet presAssocID="{B0DAB480-AE10-48C9-BAE0-90BDA970076C}" presName="textBox5b" presStyleLbl="revTx" presStyleIdx="1" presStyleCnt="5">
        <dgm:presLayoutVars>
          <dgm:bulletEnabled val="1"/>
        </dgm:presLayoutVars>
      </dgm:prSet>
      <dgm:spPr/>
    </dgm:pt>
    <dgm:pt modelId="{5258C126-B1C0-4467-99CE-C42DCD9F37B9}" type="pres">
      <dgm:prSet presAssocID="{AF9784E7-C946-4723-89B2-B469F985EF6A}" presName="bullet5c" presStyleLbl="node1" presStyleIdx="2" presStyleCnt="5"/>
      <dgm:spPr/>
    </dgm:pt>
    <dgm:pt modelId="{39FD002A-1F98-4500-AB65-9AD498BF58D2}" type="pres">
      <dgm:prSet presAssocID="{AF9784E7-C946-4723-89B2-B469F985EF6A}" presName="textBox5c" presStyleLbl="revTx" presStyleIdx="2" presStyleCnt="5">
        <dgm:presLayoutVars>
          <dgm:bulletEnabled val="1"/>
        </dgm:presLayoutVars>
      </dgm:prSet>
      <dgm:spPr/>
    </dgm:pt>
    <dgm:pt modelId="{A7F2B863-2FC3-4E3A-8F1F-92A55BEB99C5}" type="pres">
      <dgm:prSet presAssocID="{D1AF7AC2-92C3-4935-903B-39A7C93D48A8}" presName="bullet5d" presStyleLbl="node1" presStyleIdx="3" presStyleCnt="5"/>
      <dgm:spPr/>
    </dgm:pt>
    <dgm:pt modelId="{12B2A187-41A0-49FF-98FB-5FAFC1F592B0}" type="pres">
      <dgm:prSet presAssocID="{D1AF7AC2-92C3-4935-903B-39A7C93D48A8}" presName="textBox5d" presStyleLbl="revTx" presStyleIdx="3" presStyleCnt="5">
        <dgm:presLayoutVars>
          <dgm:bulletEnabled val="1"/>
        </dgm:presLayoutVars>
      </dgm:prSet>
      <dgm:spPr/>
    </dgm:pt>
    <dgm:pt modelId="{4AD16C9B-592E-4190-8274-CEB4FBE46356}" type="pres">
      <dgm:prSet presAssocID="{2E11D498-1BBF-4FE9-B0AE-3B1692497011}" presName="bullet5e" presStyleLbl="node1" presStyleIdx="4" presStyleCnt="5"/>
      <dgm:spPr/>
    </dgm:pt>
    <dgm:pt modelId="{DCD57051-995D-401F-8625-D1EA298EF3ED}" type="pres">
      <dgm:prSet presAssocID="{2E11D498-1BBF-4FE9-B0AE-3B1692497011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1D144605-CF5C-4386-8746-BF29D5E892EB}" type="presOf" srcId="{B0DAB480-AE10-48C9-BAE0-90BDA970076C}" destId="{2D1998FE-6076-4EA7-B806-9DA84ACDC62D}" srcOrd="0" destOrd="0" presId="urn:microsoft.com/office/officeart/2005/8/layout/arrow2"/>
    <dgm:cxn modelId="{BF2D8F05-FDE5-4DF0-B240-0BD1A4FF2A16}" type="presOf" srcId="{EF87A1A3-DF92-4847-8436-883A59A9C45F}" destId="{C1C6CB3A-7F0D-4007-B4EB-A93507BDEDFB}" srcOrd="0" destOrd="0" presId="urn:microsoft.com/office/officeart/2005/8/layout/arrow2"/>
    <dgm:cxn modelId="{BF7DC518-0D58-42AC-8465-5A1D1A972E04}" type="presOf" srcId="{2E11D498-1BBF-4FE9-B0AE-3B1692497011}" destId="{DCD57051-995D-401F-8625-D1EA298EF3ED}" srcOrd="0" destOrd="0" presId="urn:microsoft.com/office/officeart/2005/8/layout/arrow2"/>
    <dgm:cxn modelId="{07BB9F3C-BBA3-4B1C-8BCB-4E527D99D8CB}" srcId="{9A0ABADF-E1C2-4C42-9091-E4345E6C7F03}" destId="{D1AF7AC2-92C3-4935-903B-39A7C93D48A8}" srcOrd="3" destOrd="0" parTransId="{7BC6E60F-8FD3-4702-983D-B0C14008CBF5}" sibTransId="{D57C3674-B28F-4A8C-985D-DB17258AE289}"/>
    <dgm:cxn modelId="{42D3075F-E876-4140-AACB-8EEB6374814C}" srcId="{9A0ABADF-E1C2-4C42-9091-E4345E6C7F03}" destId="{AF9784E7-C946-4723-89B2-B469F985EF6A}" srcOrd="2" destOrd="0" parTransId="{B0B4B4E1-1E08-49C8-89CB-82CEF0783955}" sibTransId="{2EF25209-0F7E-44CC-9C63-FCEE1212AC4C}"/>
    <dgm:cxn modelId="{3DA18347-EF17-4488-93DA-FFAE9C58C12C}" srcId="{9A0ABADF-E1C2-4C42-9091-E4345E6C7F03}" destId="{2E11D498-1BBF-4FE9-B0AE-3B1692497011}" srcOrd="4" destOrd="0" parTransId="{BE79090C-5481-4E25-A5FD-BC697E4632A3}" sibTransId="{3009854B-907F-458A-8731-E2386AA7032C}"/>
    <dgm:cxn modelId="{1F36FA6D-39FF-4DE3-8DD1-AB5352099BF6}" type="presOf" srcId="{D1AF7AC2-92C3-4935-903B-39A7C93D48A8}" destId="{12B2A187-41A0-49FF-98FB-5FAFC1F592B0}" srcOrd="0" destOrd="0" presId="urn:microsoft.com/office/officeart/2005/8/layout/arrow2"/>
    <dgm:cxn modelId="{5EAF9D74-15A8-4A9F-ACE9-BAE6C40981F0}" type="presOf" srcId="{9A0ABADF-E1C2-4C42-9091-E4345E6C7F03}" destId="{C9F74A95-C82A-42BA-88B4-C6E393D3E048}" srcOrd="0" destOrd="0" presId="urn:microsoft.com/office/officeart/2005/8/layout/arrow2"/>
    <dgm:cxn modelId="{5FA9C6BF-0EFF-419F-BD02-95C90E9F8443}" srcId="{9A0ABADF-E1C2-4C42-9091-E4345E6C7F03}" destId="{B0DAB480-AE10-48C9-BAE0-90BDA970076C}" srcOrd="1" destOrd="0" parTransId="{41D51B05-7EA8-49AB-9012-5E23E33706DB}" sibTransId="{121CB4D4-9C11-49BA-BD24-1AF2167740AD}"/>
    <dgm:cxn modelId="{C7FD5CD8-7C2C-431C-BDE2-EF0ED79E735E}" srcId="{9A0ABADF-E1C2-4C42-9091-E4345E6C7F03}" destId="{EF87A1A3-DF92-4847-8436-883A59A9C45F}" srcOrd="0" destOrd="0" parTransId="{E7F9FCA5-DE79-4F81-9490-C4CB4681A296}" sibTransId="{0F973CDD-12D7-483E-8EFE-38AEF70EC342}"/>
    <dgm:cxn modelId="{6FCDB4FB-6D3E-482D-83BB-EC8A57F7F092}" type="presOf" srcId="{AF9784E7-C946-4723-89B2-B469F985EF6A}" destId="{39FD002A-1F98-4500-AB65-9AD498BF58D2}" srcOrd="0" destOrd="0" presId="urn:microsoft.com/office/officeart/2005/8/layout/arrow2"/>
    <dgm:cxn modelId="{78298679-1F7A-4831-997F-36D68D5F2F21}" type="presParOf" srcId="{C9F74A95-C82A-42BA-88B4-C6E393D3E048}" destId="{37D78BC4-A71C-47FD-AFDD-ED49A2C18B82}" srcOrd="0" destOrd="0" presId="urn:microsoft.com/office/officeart/2005/8/layout/arrow2"/>
    <dgm:cxn modelId="{9B4E7B3A-49FD-4715-93E3-0B4E2C756B10}" type="presParOf" srcId="{C9F74A95-C82A-42BA-88B4-C6E393D3E048}" destId="{57A4007D-891A-4800-A6B7-75A16DA943F1}" srcOrd="1" destOrd="0" presId="urn:microsoft.com/office/officeart/2005/8/layout/arrow2"/>
    <dgm:cxn modelId="{63A156A2-EE37-49B0-B9F0-97A5AF6E9E4B}" type="presParOf" srcId="{57A4007D-891A-4800-A6B7-75A16DA943F1}" destId="{D72BF6E2-817A-42C8-BA04-D7DF0280E976}" srcOrd="0" destOrd="0" presId="urn:microsoft.com/office/officeart/2005/8/layout/arrow2"/>
    <dgm:cxn modelId="{43F3D8B7-F33B-4BB2-979E-CDB28E4FB4A1}" type="presParOf" srcId="{57A4007D-891A-4800-A6B7-75A16DA943F1}" destId="{C1C6CB3A-7F0D-4007-B4EB-A93507BDEDFB}" srcOrd="1" destOrd="0" presId="urn:microsoft.com/office/officeart/2005/8/layout/arrow2"/>
    <dgm:cxn modelId="{1D5CCBB4-34A7-463B-85D5-512398C8392A}" type="presParOf" srcId="{57A4007D-891A-4800-A6B7-75A16DA943F1}" destId="{9293D8B4-8858-4F1F-B8F1-33947DFBC3DE}" srcOrd="2" destOrd="0" presId="urn:microsoft.com/office/officeart/2005/8/layout/arrow2"/>
    <dgm:cxn modelId="{DB8EE32A-F411-4CD6-9936-190480167D99}" type="presParOf" srcId="{57A4007D-891A-4800-A6B7-75A16DA943F1}" destId="{2D1998FE-6076-4EA7-B806-9DA84ACDC62D}" srcOrd="3" destOrd="0" presId="urn:microsoft.com/office/officeart/2005/8/layout/arrow2"/>
    <dgm:cxn modelId="{FAB8C3CB-A541-459D-81DD-CC4851365500}" type="presParOf" srcId="{57A4007D-891A-4800-A6B7-75A16DA943F1}" destId="{5258C126-B1C0-4467-99CE-C42DCD9F37B9}" srcOrd="4" destOrd="0" presId="urn:microsoft.com/office/officeart/2005/8/layout/arrow2"/>
    <dgm:cxn modelId="{53983D0E-E89B-4865-B034-50BFDB3B4EB3}" type="presParOf" srcId="{57A4007D-891A-4800-A6B7-75A16DA943F1}" destId="{39FD002A-1F98-4500-AB65-9AD498BF58D2}" srcOrd="5" destOrd="0" presId="urn:microsoft.com/office/officeart/2005/8/layout/arrow2"/>
    <dgm:cxn modelId="{3D8C5AEE-3E9C-4DC5-A4BD-375E5E3555FF}" type="presParOf" srcId="{57A4007D-891A-4800-A6B7-75A16DA943F1}" destId="{A7F2B863-2FC3-4E3A-8F1F-92A55BEB99C5}" srcOrd="6" destOrd="0" presId="urn:microsoft.com/office/officeart/2005/8/layout/arrow2"/>
    <dgm:cxn modelId="{BDAA2228-7699-4952-A39C-2D0FF114B6F7}" type="presParOf" srcId="{57A4007D-891A-4800-A6B7-75A16DA943F1}" destId="{12B2A187-41A0-49FF-98FB-5FAFC1F592B0}" srcOrd="7" destOrd="0" presId="urn:microsoft.com/office/officeart/2005/8/layout/arrow2"/>
    <dgm:cxn modelId="{3400FA10-B0EA-4A5F-A8CE-0488668B9C5F}" type="presParOf" srcId="{57A4007D-891A-4800-A6B7-75A16DA943F1}" destId="{4AD16C9B-592E-4190-8274-CEB4FBE46356}" srcOrd="8" destOrd="0" presId="urn:microsoft.com/office/officeart/2005/8/layout/arrow2"/>
    <dgm:cxn modelId="{A81EA67D-8F90-435B-A791-50C22060BF5A}" type="presParOf" srcId="{57A4007D-891A-4800-A6B7-75A16DA943F1}" destId="{DCD57051-995D-401F-8625-D1EA298EF3ED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9C72630-D49C-46E5-96AC-9D14A193590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7BF2C2-0599-4CEA-8FC4-F2B7BC866539}">
      <dgm:prSet/>
      <dgm:spPr/>
      <dgm:t>
        <a:bodyPr/>
        <a:lstStyle/>
        <a:p>
          <a:r>
            <a:rPr lang="en-US"/>
            <a:t>Se construye</a:t>
          </a:r>
        </a:p>
      </dgm:t>
    </dgm:pt>
    <dgm:pt modelId="{6C0C6E35-72DC-47A7-93B8-A75727AD9910}" type="parTrans" cxnId="{55C8EA91-71D5-4469-813E-E58375E8C522}">
      <dgm:prSet/>
      <dgm:spPr/>
      <dgm:t>
        <a:bodyPr/>
        <a:lstStyle/>
        <a:p>
          <a:endParaRPr lang="en-US"/>
        </a:p>
      </dgm:t>
    </dgm:pt>
    <dgm:pt modelId="{6AC5AA91-FE33-424A-9FF3-EECAF04376C7}" type="sibTrans" cxnId="{55C8EA91-71D5-4469-813E-E58375E8C522}">
      <dgm:prSet/>
      <dgm:spPr/>
      <dgm:t>
        <a:bodyPr/>
        <a:lstStyle/>
        <a:p>
          <a:endParaRPr lang="en-US"/>
        </a:p>
      </dgm:t>
    </dgm:pt>
    <dgm:pt modelId="{5D440D7C-C768-47E1-AA13-44D701EDB7CA}">
      <dgm:prSet/>
      <dgm:spPr/>
      <dgm:t>
        <a:bodyPr/>
        <a:lstStyle/>
        <a:p>
          <a:r>
            <a:rPr lang="en-US"/>
            <a:t>Se entrega</a:t>
          </a:r>
        </a:p>
      </dgm:t>
    </dgm:pt>
    <dgm:pt modelId="{43D645BF-761F-4E6D-B4BD-8973A67B08BE}" type="parTrans" cxnId="{82ED4830-94D1-4A1D-87F4-ED46F8C62CE6}">
      <dgm:prSet/>
      <dgm:spPr/>
      <dgm:t>
        <a:bodyPr/>
        <a:lstStyle/>
        <a:p>
          <a:endParaRPr lang="en-US"/>
        </a:p>
      </dgm:t>
    </dgm:pt>
    <dgm:pt modelId="{ADC6F288-E479-4D41-B465-BD8755FC0937}" type="sibTrans" cxnId="{82ED4830-94D1-4A1D-87F4-ED46F8C62CE6}">
      <dgm:prSet/>
      <dgm:spPr/>
      <dgm:t>
        <a:bodyPr/>
        <a:lstStyle/>
        <a:p>
          <a:endParaRPr lang="en-US"/>
        </a:p>
      </dgm:t>
    </dgm:pt>
    <dgm:pt modelId="{4AA8D231-27E0-4F9C-AC21-B022261244C7}">
      <dgm:prSet/>
      <dgm:spPr/>
      <dgm:t>
        <a:bodyPr/>
        <a:lstStyle/>
        <a:p>
          <a:r>
            <a:rPr lang="en-US"/>
            <a:t>Se usa</a:t>
          </a:r>
        </a:p>
      </dgm:t>
    </dgm:pt>
    <dgm:pt modelId="{92099390-7E71-42A0-A96C-7A78F80197F8}" type="parTrans" cxnId="{82435B92-D608-4BFB-AB7F-33CEDB976F6D}">
      <dgm:prSet/>
      <dgm:spPr/>
      <dgm:t>
        <a:bodyPr/>
        <a:lstStyle/>
        <a:p>
          <a:endParaRPr lang="en-US"/>
        </a:p>
      </dgm:t>
    </dgm:pt>
    <dgm:pt modelId="{FC658A5B-DB48-4F46-9EEF-0AE3DD59223A}" type="sibTrans" cxnId="{82435B92-D608-4BFB-AB7F-33CEDB976F6D}">
      <dgm:prSet/>
      <dgm:spPr/>
      <dgm:t>
        <a:bodyPr/>
        <a:lstStyle/>
        <a:p>
          <a:endParaRPr lang="en-US"/>
        </a:p>
      </dgm:t>
    </dgm:pt>
    <dgm:pt modelId="{AFB08A8F-7E36-452F-A5C3-414872EF1CAC}">
      <dgm:prSet/>
      <dgm:spPr/>
      <dgm:t>
        <a:bodyPr/>
        <a:lstStyle/>
        <a:p>
          <a:r>
            <a:rPr lang="en-US"/>
            <a:t>Se opera</a:t>
          </a:r>
        </a:p>
      </dgm:t>
    </dgm:pt>
    <dgm:pt modelId="{E6C6778D-E448-43F4-B7F3-39F589C9C793}" type="parTrans" cxnId="{B6BFE065-0128-4F2B-AFA0-0C608CBD2E95}">
      <dgm:prSet/>
      <dgm:spPr/>
      <dgm:t>
        <a:bodyPr/>
        <a:lstStyle/>
        <a:p>
          <a:endParaRPr lang="en-US"/>
        </a:p>
      </dgm:t>
    </dgm:pt>
    <dgm:pt modelId="{BFDBC1D2-9071-4412-956E-6EE20D7066D0}" type="sibTrans" cxnId="{B6BFE065-0128-4F2B-AFA0-0C608CBD2E95}">
      <dgm:prSet/>
      <dgm:spPr/>
      <dgm:t>
        <a:bodyPr/>
        <a:lstStyle/>
        <a:p>
          <a:endParaRPr lang="en-US"/>
        </a:p>
      </dgm:t>
    </dgm:pt>
    <dgm:pt modelId="{4844EDF0-368A-4E97-9031-8F46A67DBE7C}">
      <dgm:prSet/>
      <dgm:spPr/>
      <dgm:t>
        <a:bodyPr/>
        <a:lstStyle/>
        <a:p>
          <a:r>
            <a:rPr lang="en-US"/>
            <a:t>Se mantiene</a:t>
          </a:r>
        </a:p>
      </dgm:t>
    </dgm:pt>
    <dgm:pt modelId="{C3C7AA1D-DF2A-4723-A1F0-D44E0B28CEAC}" type="parTrans" cxnId="{FDE1BC48-9040-4369-9E60-B14D16D83070}">
      <dgm:prSet/>
      <dgm:spPr/>
      <dgm:t>
        <a:bodyPr/>
        <a:lstStyle/>
        <a:p>
          <a:endParaRPr lang="en-US"/>
        </a:p>
      </dgm:t>
    </dgm:pt>
    <dgm:pt modelId="{7F12382B-AC45-4CBE-A587-AF28C59FEE2E}" type="sibTrans" cxnId="{FDE1BC48-9040-4369-9E60-B14D16D83070}">
      <dgm:prSet/>
      <dgm:spPr/>
      <dgm:t>
        <a:bodyPr/>
        <a:lstStyle/>
        <a:p>
          <a:endParaRPr lang="en-US"/>
        </a:p>
      </dgm:t>
    </dgm:pt>
    <dgm:pt modelId="{B0B2E36F-580E-4288-BB5D-E0393262A9B7}">
      <dgm:prSet/>
      <dgm:spPr/>
      <dgm:t>
        <a:bodyPr/>
        <a:lstStyle/>
        <a:p>
          <a:r>
            <a:rPr lang="en-US"/>
            <a:t>Evoluciona en el tiempo</a:t>
          </a:r>
        </a:p>
      </dgm:t>
    </dgm:pt>
    <dgm:pt modelId="{1FCEECCD-5154-4A42-97E5-55FABB830ED7}" type="parTrans" cxnId="{1A370285-7960-48C5-B184-819ABBD865E8}">
      <dgm:prSet/>
      <dgm:spPr/>
      <dgm:t>
        <a:bodyPr/>
        <a:lstStyle/>
        <a:p>
          <a:endParaRPr lang="en-US"/>
        </a:p>
      </dgm:t>
    </dgm:pt>
    <dgm:pt modelId="{E05034A0-AD51-43F6-9C6B-EA4361194003}" type="sibTrans" cxnId="{1A370285-7960-48C5-B184-819ABBD865E8}">
      <dgm:prSet/>
      <dgm:spPr/>
      <dgm:t>
        <a:bodyPr/>
        <a:lstStyle/>
        <a:p>
          <a:endParaRPr lang="en-US"/>
        </a:p>
      </dgm:t>
    </dgm:pt>
    <dgm:pt modelId="{BF381F36-0FAE-403E-8EF2-C9508923EC1B}" type="pres">
      <dgm:prSet presAssocID="{B9C72630-D49C-46E5-96AC-9D14A1935908}" presName="Name0" presStyleCnt="0">
        <dgm:presLayoutVars>
          <dgm:dir/>
          <dgm:resizeHandles val="exact"/>
        </dgm:presLayoutVars>
      </dgm:prSet>
      <dgm:spPr/>
    </dgm:pt>
    <dgm:pt modelId="{4BC57213-F70B-45DB-B89B-BDEBAAC706B6}" type="pres">
      <dgm:prSet presAssocID="{957BF2C2-0599-4CEA-8FC4-F2B7BC866539}" presName="node" presStyleLbl="node1" presStyleIdx="0" presStyleCnt="6">
        <dgm:presLayoutVars>
          <dgm:bulletEnabled val="1"/>
        </dgm:presLayoutVars>
      </dgm:prSet>
      <dgm:spPr/>
    </dgm:pt>
    <dgm:pt modelId="{DA373849-F171-4A0B-9C6E-661C015A98D5}" type="pres">
      <dgm:prSet presAssocID="{6AC5AA91-FE33-424A-9FF3-EECAF04376C7}" presName="sibTrans" presStyleLbl="sibTrans1D1" presStyleIdx="0" presStyleCnt="5"/>
      <dgm:spPr/>
    </dgm:pt>
    <dgm:pt modelId="{B72C99EF-B2E1-468D-850E-0E394EE732CC}" type="pres">
      <dgm:prSet presAssocID="{6AC5AA91-FE33-424A-9FF3-EECAF04376C7}" presName="connectorText" presStyleLbl="sibTrans1D1" presStyleIdx="0" presStyleCnt="5"/>
      <dgm:spPr/>
    </dgm:pt>
    <dgm:pt modelId="{E218F269-D020-4587-A451-173C29E47B37}" type="pres">
      <dgm:prSet presAssocID="{5D440D7C-C768-47E1-AA13-44D701EDB7CA}" presName="node" presStyleLbl="node1" presStyleIdx="1" presStyleCnt="6">
        <dgm:presLayoutVars>
          <dgm:bulletEnabled val="1"/>
        </dgm:presLayoutVars>
      </dgm:prSet>
      <dgm:spPr/>
    </dgm:pt>
    <dgm:pt modelId="{FBD952B5-ABD4-4197-9325-4C0BB9614B18}" type="pres">
      <dgm:prSet presAssocID="{ADC6F288-E479-4D41-B465-BD8755FC0937}" presName="sibTrans" presStyleLbl="sibTrans1D1" presStyleIdx="1" presStyleCnt="5"/>
      <dgm:spPr/>
    </dgm:pt>
    <dgm:pt modelId="{0AB78161-4304-43CB-9060-E8C138E07C28}" type="pres">
      <dgm:prSet presAssocID="{ADC6F288-E479-4D41-B465-BD8755FC0937}" presName="connectorText" presStyleLbl="sibTrans1D1" presStyleIdx="1" presStyleCnt="5"/>
      <dgm:spPr/>
    </dgm:pt>
    <dgm:pt modelId="{89BBC6A3-129C-487B-B666-07739BB9CBB3}" type="pres">
      <dgm:prSet presAssocID="{4AA8D231-27E0-4F9C-AC21-B022261244C7}" presName="node" presStyleLbl="node1" presStyleIdx="2" presStyleCnt="6">
        <dgm:presLayoutVars>
          <dgm:bulletEnabled val="1"/>
        </dgm:presLayoutVars>
      </dgm:prSet>
      <dgm:spPr/>
    </dgm:pt>
    <dgm:pt modelId="{08B6D90A-A0D0-45B4-8855-0F91EDE23E7D}" type="pres">
      <dgm:prSet presAssocID="{FC658A5B-DB48-4F46-9EEF-0AE3DD59223A}" presName="sibTrans" presStyleLbl="sibTrans1D1" presStyleIdx="2" presStyleCnt="5"/>
      <dgm:spPr/>
    </dgm:pt>
    <dgm:pt modelId="{E8196E51-2AE5-4F57-9013-66BDF0628137}" type="pres">
      <dgm:prSet presAssocID="{FC658A5B-DB48-4F46-9EEF-0AE3DD59223A}" presName="connectorText" presStyleLbl="sibTrans1D1" presStyleIdx="2" presStyleCnt="5"/>
      <dgm:spPr/>
    </dgm:pt>
    <dgm:pt modelId="{F9C42573-4091-4E3C-B520-A4B876F030AC}" type="pres">
      <dgm:prSet presAssocID="{AFB08A8F-7E36-452F-A5C3-414872EF1CAC}" presName="node" presStyleLbl="node1" presStyleIdx="3" presStyleCnt="6">
        <dgm:presLayoutVars>
          <dgm:bulletEnabled val="1"/>
        </dgm:presLayoutVars>
      </dgm:prSet>
      <dgm:spPr/>
    </dgm:pt>
    <dgm:pt modelId="{C5593E8E-4614-497F-BB54-0E30C36CBF4B}" type="pres">
      <dgm:prSet presAssocID="{BFDBC1D2-9071-4412-956E-6EE20D7066D0}" presName="sibTrans" presStyleLbl="sibTrans1D1" presStyleIdx="3" presStyleCnt="5"/>
      <dgm:spPr/>
    </dgm:pt>
    <dgm:pt modelId="{8B18A3CA-58F0-4210-8267-FCB5701358A7}" type="pres">
      <dgm:prSet presAssocID="{BFDBC1D2-9071-4412-956E-6EE20D7066D0}" presName="connectorText" presStyleLbl="sibTrans1D1" presStyleIdx="3" presStyleCnt="5"/>
      <dgm:spPr/>
    </dgm:pt>
    <dgm:pt modelId="{D4D3EC29-05AE-4DC7-9B6A-A63AC07A86A6}" type="pres">
      <dgm:prSet presAssocID="{4844EDF0-368A-4E97-9031-8F46A67DBE7C}" presName="node" presStyleLbl="node1" presStyleIdx="4" presStyleCnt="6">
        <dgm:presLayoutVars>
          <dgm:bulletEnabled val="1"/>
        </dgm:presLayoutVars>
      </dgm:prSet>
      <dgm:spPr/>
    </dgm:pt>
    <dgm:pt modelId="{BFD6912D-086B-418F-83DD-91D3C2F00A5A}" type="pres">
      <dgm:prSet presAssocID="{7F12382B-AC45-4CBE-A587-AF28C59FEE2E}" presName="sibTrans" presStyleLbl="sibTrans1D1" presStyleIdx="4" presStyleCnt="5"/>
      <dgm:spPr/>
    </dgm:pt>
    <dgm:pt modelId="{D9FD50A4-2A84-4FFA-A02E-13248E222649}" type="pres">
      <dgm:prSet presAssocID="{7F12382B-AC45-4CBE-A587-AF28C59FEE2E}" presName="connectorText" presStyleLbl="sibTrans1D1" presStyleIdx="4" presStyleCnt="5"/>
      <dgm:spPr/>
    </dgm:pt>
    <dgm:pt modelId="{EECBD3B1-933E-436C-BB85-FC9F942FAB46}" type="pres">
      <dgm:prSet presAssocID="{B0B2E36F-580E-4288-BB5D-E0393262A9B7}" presName="node" presStyleLbl="node1" presStyleIdx="5" presStyleCnt="6">
        <dgm:presLayoutVars>
          <dgm:bulletEnabled val="1"/>
        </dgm:presLayoutVars>
      </dgm:prSet>
      <dgm:spPr/>
    </dgm:pt>
  </dgm:ptLst>
  <dgm:cxnLst>
    <dgm:cxn modelId="{95424910-5CF9-497B-90E4-792EFC7F08DE}" type="presOf" srcId="{BFDBC1D2-9071-4412-956E-6EE20D7066D0}" destId="{C5593E8E-4614-497F-BB54-0E30C36CBF4B}" srcOrd="0" destOrd="0" presId="urn:microsoft.com/office/officeart/2016/7/layout/RepeatingBendingProcessNew"/>
    <dgm:cxn modelId="{90DC2215-2820-4187-8896-452366FE05D8}" type="presOf" srcId="{ADC6F288-E479-4D41-B465-BD8755FC0937}" destId="{0AB78161-4304-43CB-9060-E8C138E07C28}" srcOrd="1" destOrd="0" presId="urn:microsoft.com/office/officeart/2016/7/layout/RepeatingBendingProcessNew"/>
    <dgm:cxn modelId="{AC9D3527-7F15-4C64-8A10-5738690750C3}" type="presOf" srcId="{FC658A5B-DB48-4F46-9EEF-0AE3DD59223A}" destId="{08B6D90A-A0D0-45B4-8855-0F91EDE23E7D}" srcOrd="0" destOrd="0" presId="urn:microsoft.com/office/officeart/2016/7/layout/RepeatingBendingProcessNew"/>
    <dgm:cxn modelId="{71475F28-58FE-4519-BEE9-352F14CD6CFF}" type="presOf" srcId="{ADC6F288-E479-4D41-B465-BD8755FC0937}" destId="{FBD952B5-ABD4-4197-9325-4C0BB9614B18}" srcOrd="0" destOrd="0" presId="urn:microsoft.com/office/officeart/2016/7/layout/RepeatingBendingProcessNew"/>
    <dgm:cxn modelId="{1EB56D2B-3866-4BDF-A28E-2F2400641210}" type="presOf" srcId="{BFDBC1D2-9071-4412-956E-6EE20D7066D0}" destId="{8B18A3CA-58F0-4210-8267-FCB5701358A7}" srcOrd="1" destOrd="0" presId="urn:microsoft.com/office/officeart/2016/7/layout/RepeatingBendingProcessNew"/>
    <dgm:cxn modelId="{82ED4830-94D1-4A1D-87F4-ED46F8C62CE6}" srcId="{B9C72630-D49C-46E5-96AC-9D14A1935908}" destId="{5D440D7C-C768-47E1-AA13-44D701EDB7CA}" srcOrd="1" destOrd="0" parTransId="{43D645BF-761F-4E6D-B4BD-8973A67B08BE}" sibTransId="{ADC6F288-E479-4D41-B465-BD8755FC0937}"/>
    <dgm:cxn modelId="{E122DC65-B41C-47F3-9C78-A6A0DA2C7453}" type="presOf" srcId="{6AC5AA91-FE33-424A-9FF3-EECAF04376C7}" destId="{B72C99EF-B2E1-468D-850E-0E394EE732CC}" srcOrd="1" destOrd="0" presId="urn:microsoft.com/office/officeart/2016/7/layout/RepeatingBendingProcessNew"/>
    <dgm:cxn modelId="{B6BFE065-0128-4F2B-AFA0-0C608CBD2E95}" srcId="{B9C72630-D49C-46E5-96AC-9D14A1935908}" destId="{AFB08A8F-7E36-452F-A5C3-414872EF1CAC}" srcOrd="3" destOrd="0" parTransId="{E6C6778D-E448-43F4-B7F3-39F589C9C793}" sibTransId="{BFDBC1D2-9071-4412-956E-6EE20D7066D0}"/>
    <dgm:cxn modelId="{FDE1BC48-9040-4369-9E60-B14D16D83070}" srcId="{B9C72630-D49C-46E5-96AC-9D14A1935908}" destId="{4844EDF0-368A-4E97-9031-8F46A67DBE7C}" srcOrd="4" destOrd="0" parTransId="{C3C7AA1D-DF2A-4723-A1F0-D44E0B28CEAC}" sibTransId="{7F12382B-AC45-4CBE-A587-AF28C59FEE2E}"/>
    <dgm:cxn modelId="{C9811C69-27FB-4508-B200-291AC7E7E8D5}" type="presOf" srcId="{B9C72630-D49C-46E5-96AC-9D14A1935908}" destId="{BF381F36-0FAE-403E-8EF2-C9508923EC1B}" srcOrd="0" destOrd="0" presId="urn:microsoft.com/office/officeart/2016/7/layout/RepeatingBendingProcessNew"/>
    <dgm:cxn modelId="{FBD40E4F-BED1-46D5-8805-8098657B11EE}" type="presOf" srcId="{4844EDF0-368A-4E97-9031-8F46A67DBE7C}" destId="{D4D3EC29-05AE-4DC7-9B6A-A63AC07A86A6}" srcOrd="0" destOrd="0" presId="urn:microsoft.com/office/officeart/2016/7/layout/RepeatingBendingProcessNew"/>
    <dgm:cxn modelId="{BCED9252-8A64-4678-83CA-005BAA44818F}" type="presOf" srcId="{7F12382B-AC45-4CBE-A587-AF28C59FEE2E}" destId="{D9FD50A4-2A84-4FFA-A02E-13248E222649}" srcOrd="1" destOrd="0" presId="urn:microsoft.com/office/officeart/2016/7/layout/RepeatingBendingProcessNew"/>
    <dgm:cxn modelId="{96521E54-7944-41EE-9372-82B53E412097}" type="presOf" srcId="{6AC5AA91-FE33-424A-9FF3-EECAF04376C7}" destId="{DA373849-F171-4A0B-9C6E-661C015A98D5}" srcOrd="0" destOrd="0" presId="urn:microsoft.com/office/officeart/2016/7/layout/RepeatingBendingProcessNew"/>
    <dgm:cxn modelId="{D386397B-DB54-4DF7-8AA4-ECF077B385CC}" type="presOf" srcId="{B0B2E36F-580E-4288-BB5D-E0393262A9B7}" destId="{EECBD3B1-933E-436C-BB85-FC9F942FAB46}" srcOrd="0" destOrd="0" presId="urn:microsoft.com/office/officeart/2016/7/layout/RepeatingBendingProcessNew"/>
    <dgm:cxn modelId="{1A370285-7960-48C5-B184-819ABBD865E8}" srcId="{B9C72630-D49C-46E5-96AC-9D14A1935908}" destId="{B0B2E36F-580E-4288-BB5D-E0393262A9B7}" srcOrd="5" destOrd="0" parTransId="{1FCEECCD-5154-4A42-97E5-55FABB830ED7}" sibTransId="{E05034A0-AD51-43F6-9C6B-EA4361194003}"/>
    <dgm:cxn modelId="{55C8EA91-71D5-4469-813E-E58375E8C522}" srcId="{B9C72630-D49C-46E5-96AC-9D14A1935908}" destId="{957BF2C2-0599-4CEA-8FC4-F2B7BC866539}" srcOrd="0" destOrd="0" parTransId="{6C0C6E35-72DC-47A7-93B8-A75727AD9910}" sibTransId="{6AC5AA91-FE33-424A-9FF3-EECAF04376C7}"/>
    <dgm:cxn modelId="{82435B92-D608-4BFB-AB7F-33CEDB976F6D}" srcId="{B9C72630-D49C-46E5-96AC-9D14A1935908}" destId="{4AA8D231-27E0-4F9C-AC21-B022261244C7}" srcOrd="2" destOrd="0" parTransId="{92099390-7E71-42A0-A96C-7A78F80197F8}" sibTransId="{FC658A5B-DB48-4F46-9EEF-0AE3DD59223A}"/>
    <dgm:cxn modelId="{361828AA-30AF-42CC-8E7B-9F98FDC50A91}" type="presOf" srcId="{957BF2C2-0599-4CEA-8FC4-F2B7BC866539}" destId="{4BC57213-F70B-45DB-B89B-BDEBAAC706B6}" srcOrd="0" destOrd="0" presId="urn:microsoft.com/office/officeart/2016/7/layout/RepeatingBendingProcessNew"/>
    <dgm:cxn modelId="{BD4FD1C5-7481-43F8-BB9D-3FCAA2BF96A5}" type="presOf" srcId="{4AA8D231-27E0-4F9C-AC21-B022261244C7}" destId="{89BBC6A3-129C-487B-B666-07739BB9CBB3}" srcOrd="0" destOrd="0" presId="urn:microsoft.com/office/officeart/2016/7/layout/RepeatingBendingProcessNew"/>
    <dgm:cxn modelId="{E875DCCE-2140-4B1A-B3B7-D9FB865D0474}" type="presOf" srcId="{FC658A5B-DB48-4F46-9EEF-0AE3DD59223A}" destId="{E8196E51-2AE5-4F57-9013-66BDF0628137}" srcOrd="1" destOrd="0" presId="urn:microsoft.com/office/officeart/2016/7/layout/RepeatingBendingProcessNew"/>
    <dgm:cxn modelId="{86F2C6D2-5BF5-49FB-852A-97653C1A6F96}" type="presOf" srcId="{5D440D7C-C768-47E1-AA13-44D701EDB7CA}" destId="{E218F269-D020-4587-A451-173C29E47B37}" srcOrd="0" destOrd="0" presId="urn:microsoft.com/office/officeart/2016/7/layout/RepeatingBendingProcessNew"/>
    <dgm:cxn modelId="{1FC8A9DC-A20D-460B-9265-CA5598C79687}" type="presOf" srcId="{AFB08A8F-7E36-452F-A5C3-414872EF1CAC}" destId="{F9C42573-4091-4E3C-B520-A4B876F030AC}" srcOrd="0" destOrd="0" presId="urn:microsoft.com/office/officeart/2016/7/layout/RepeatingBendingProcessNew"/>
    <dgm:cxn modelId="{9BFE99F8-8A3C-4F3F-89EA-710685ACF2B7}" type="presOf" srcId="{7F12382B-AC45-4CBE-A587-AF28C59FEE2E}" destId="{BFD6912D-086B-418F-83DD-91D3C2F00A5A}" srcOrd="0" destOrd="0" presId="urn:microsoft.com/office/officeart/2016/7/layout/RepeatingBendingProcessNew"/>
    <dgm:cxn modelId="{77571235-D618-41C7-8014-894014500E98}" type="presParOf" srcId="{BF381F36-0FAE-403E-8EF2-C9508923EC1B}" destId="{4BC57213-F70B-45DB-B89B-BDEBAAC706B6}" srcOrd="0" destOrd="0" presId="urn:microsoft.com/office/officeart/2016/7/layout/RepeatingBendingProcessNew"/>
    <dgm:cxn modelId="{9FB6BC60-D45A-499F-A05A-203E05EFAF48}" type="presParOf" srcId="{BF381F36-0FAE-403E-8EF2-C9508923EC1B}" destId="{DA373849-F171-4A0B-9C6E-661C015A98D5}" srcOrd="1" destOrd="0" presId="urn:microsoft.com/office/officeart/2016/7/layout/RepeatingBendingProcessNew"/>
    <dgm:cxn modelId="{7FBA94C6-DB0E-4EBB-B393-DC27BDFB57C2}" type="presParOf" srcId="{DA373849-F171-4A0B-9C6E-661C015A98D5}" destId="{B72C99EF-B2E1-468D-850E-0E394EE732CC}" srcOrd="0" destOrd="0" presId="urn:microsoft.com/office/officeart/2016/7/layout/RepeatingBendingProcessNew"/>
    <dgm:cxn modelId="{B9617FB1-A766-4344-B389-BA18BF9C8254}" type="presParOf" srcId="{BF381F36-0FAE-403E-8EF2-C9508923EC1B}" destId="{E218F269-D020-4587-A451-173C29E47B37}" srcOrd="2" destOrd="0" presId="urn:microsoft.com/office/officeart/2016/7/layout/RepeatingBendingProcessNew"/>
    <dgm:cxn modelId="{E65E580C-E8F6-49CC-B155-689F20FA4AF8}" type="presParOf" srcId="{BF381F36-0FAE-403E-8EF2-C9508923EC1B}" destId="{FBD952B5-ABD4-4197-9325-4C0BB9614B18}" srcOrd="3" destOrd="0" presId="urn:microsoft.com/office/officeart/2016/7/layout/RepeatingBendingProcessNew"/>
    <dgm:cxn modelId="{E94527A2-54AF-4B79-AAF0-8B66BE89A2D0}" type="presParOf" srcId="{FBD952B5-ABD4-4197-9325-4C0BB9614B18}" destId="{0AB78161-4304-43CB-9060-E8C138E07C28}" srcOrd="0" destOrd="0" presId="urn:microsoft.com/office/officeart/2016/7/layout/RepeatingBendingProcessNew"/>
    <dgm:cxn modelId="{D7BA02C2-BDE4-401F-B011-60D525618864}" type="presParOf" srcId="{BF381F36-0FAE-403E-8EF2-C9508923EC1B}" destId="{89BBC6A3-129C-487B-B666-07739BB9CBB3}" srcOrd="4" destOrd="0" presId="urn:microsoft.com/office/officeart/2016/7/layout/RepeatingBendingProcessNew"/>
    <dgm:cxn modelId="{5A2CE871-CD56-441C-AD19-145347E781C0}" type="presParOf" srcId="{BF381F36-0FAE-403E-8EF2-C9508923EC1B}" destId="{08B6D90A-A0D0-45B4-8855-0F91EDE23E7D}" srcOrd="5" destOrd="0" presId="urn:microsoft.com/office/officeart/2016/7/layout/RepeatingBendingProcessNew"/>
    <dgm:cxn modelId="{028D5CF6-9F69-4A96-A188-4A954CEDFE4A}" type="presParOf" srcId="{08B6D90A-A0D0-45B4-8855-0F91EDE23E7D}" destId="{E8196E51-2AE5-4F57-9013-66BDF0628137}" srcOrd="0" destOrd="0" presId="urn:microsoft.com/office/officeart/2016/7/layout/RepeatingBendingProcessNew"/>
    <dgm:cxn modelId="{02B3BFB2-C461-41E5-8556-978824AD50F7}" type="presParOf" srcId="{BF381F36-0FAE-403E-8EF2-C9508923EC1B}" destId="{F9C42573-4091-4E3C-B520-A4B876F030AC}" srcOrd="6" destOrd="0" presId="urn:microsoft.com/office/officeart/2016/7/layout/RepeatingBendingProcessNew"/>
    <dgm:cxn modelId="{12EA6A66-6E45-460C-80AD-D0A2CB99C78F}" type="presParOf" srcId="{BF381F36-0FAE-403E-8EF2-C9508923EC1B}" destId="{C5593E8E-4614-497F-BB54-0E30C36CBF4B}" srcOrd="7" destOrd="0" presId="urn:microsoft.com/office/officeart/2016/7/layout/RepeatingBendingProcessNew"/>
    <dgm:cxn modelId="{D4CAE321-E8DE-4AD0-B758-687E88B68F87}" type="presParOf" srcId="{C5593E8E-4614-497F-BB54-0E30C36CBF4B}" destId="{8B18A3CA-58F0-4210-8267-FCB5701358A7}" srcOrd="0" destOrd="0" presId="urn:microsoft.com/office/officeart/2016/7/layout/RepeatingBendingProcessNew"/>
    <dgm:cxn modelId="{24C0F896-979C-456F-8E9F-F39FC4191D0D}" type="presParOf" srcId="{BF381F36-0FAE-403E-8EF2-C9508923EC1B}" destId="{D4D3EC29-05AE-4DC7-9B6A-A63AC07A86A6}" srcOrd="8" destOrd="0" presId="urn:microsoft.com/office/officeart/2016/7/layout/RepeatingBendingProcessNew"/>
    <dgm:cxn modelId="{F26B5DDD-BD7B-47AD-BD04-EC281D5A0BE8}" type="presParOf" srcId="{BF381F36-0FAE-403E-8EF2-C9508923EC1B}" destId="{BFD6912D-086B-418F-83DD-91D3C2F00A5A}" srcOrd="9" destOrd="0" presId="urn:microsoft.com/office/officeart/2016/7/layout/RepeatingBendingProcessNew"/>
    <dgm:cxn modelId="{4F8AB39D-634B-4873-B44A-FC2B941E03C1}" type="presParOf" srcId="{BFD6912D-086B-418F-83DD-91D3C2F00A5A}" destId="{D9FD50A4-2A84-4FFA-A02E-13248E222649}" srcOrd="0" destOrd="0" presId="urn:microsoft.com/office/officeart/2016/7/layout/RepeatingBendingProcessNew"/>
    <dgm:cxn modelId="{E49DB0B7-AED3-44C6-8007-208064A04109}" type="presParOf" srcId="{BF381F36-0FAE-403E-8EF2-C9508923EC1B}" destId="{EECBD3B1-933E-436C-BB85-FC9F942FAB46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493B1D3-14C4-44F8-BE1D-752CD0DDF0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47A2C3F-98FD-483A-BECA-89D64D9E493E}">
      <dgm:prSet/>
      <dgm:spPr/>
      <dgm:t>
        <a:bodyPr/>
        <a:lstStyle/>
        <a:p>
          <a:r>
            <a:rPr lang="en-US"/>
            <a:t>Código fuente</a:t>
          </a:r>
        </a:p>
      </dgm:t>
    </dgm:pt>
    <dgm:pt modelId="{5888F4E3-163D-49CE-AAF8-515A89662C45}" type="parTrans" cxnId="{83F4A10C-993B-4F7A-87F0-27E5249FB9BB}">
      <dgm:prSet/>
      <dgm:spPr/>
      <dgm:t>
        <a:bodyPr/>
        <a:lstStyle/>
        <a:p>
          <a:endParaRPr lang="en-US"/>
        </a:p>
      </dgm:t>
    </dgm:pt>
    <dgm:pt modelId="{9B69CE60-CFD5-431A-80BB-0B751E06F501}" type="sibTrans" cxnId="{83F4A10C-993B-4F7A-87F0-27E5249FB9BB}">
      <dgm:prSet/>
      <dgm:spPr/>
      <dgm:t>
        <a:bodyPr/>
        <a:lstStyle/>
        <a:p>
          <a:endParaRPr lang="en-US"/>
        </a:p>
      </dgm:t>
    </dgm:pt>
    <dgm:pt modelId="{A858A713-132B-4445-BE67-E3F97B824AC9}">
      <dgm:prSet/>
      <dgm:spPr/>
      <dgm:t>
        <a:bodyPr/>
        <a:lstStyle/>
        <a:p>
          <a:r>
            <a:rPr lang="en-US"/>
            <a:t>Documentación</a:t>
          </a:r>
        </a:p>
      </dgm:t>
    </dgm:pt>
    <dgm:pt modelId="{865A6D23-E716-4078-A2FD-653AE00F0D7A}" type="parTrans" cxnId="{2D5D9A27-5CC0-4712-BFDB-BFC8CF7CE200}">
      <dgm:prSet/>
      <dgm:spPr/>
      <dgm:t>
        <a:bodyPr/>
        <a:lstStyle/>
        <a:p>
          <a:endParaRPr lang="en-US"/>
        </a:p>
      </dgm:t>
    </dgm:pt>
    <dgm:pt modelId="{9DBFB107-8DFD-4B23-99A2-E3D86DA28D5A}" type="sibTrans" cxnId="{2D5D9A27-5CC0-4712-BFDB-BFC8CF7CE200}">
      <dgm:prSet/>
      <dgm:spPr/>
      <dgm:t>
        <a:bodyPr/>
        <a:lstStyle/>
        <a:p>
          <a:endParaRPr lang="en-US"/>
        </a:p>
      </dgm:t>
    </dgm:pt>
    <dgm:pt modelId="{C86BED76-17DF-4E7F-A2A6-0B264D9F99CE}">
      <dgm:prSet/>
      <dgm:spPr/>
      <dgm:t>
        <a:bodyPr/>
        <a:lstStyle/>
        <a:p>
          <a:r>
            <a:rPr lang="en-US"/>
            <a:t>Configuración</a:t>
          </a:r>
        </a:p>
      </dgm:t>
    </dgm:pt>
    <dgm:pt modelId="{30732F4F-B525-4E5A-A558-3C90107DA928}" type="parTrans" cxnId="{C076E842-8EFE-4484-9E5E-62E4EEB7A163}">
      <dgm:prSet/>
      <dgm:spPr/>
      <dgm:t>
        <a:bodyPr/>
        <a:lstStyle/>
        <a:p>
          <a:endParaRPr lang="en-US"/>
        </a:p>
      </dgm:t>
    </dgm:pt>
    <dgm:pt modelId="{2E5E9FD8-3A50-43AE-8363-4C5597D6CB68}" type="sibTrans" cxnId="{C076E842-8EFE-4484-9E5E-62E4EEB7A163}">
      <dgm:prSet/>
      <dgm:spPr/>
      <dgm:t>
        <a:bodyPr/>
        <a:lstStyle/>
        <a:p>
          <a:endParaRPr lang="en-US"/>
        </a:p>
      </dgm:t>
    </dgm:pt>
    <dgm:pt modelId="{8FC04E47-6925-47CA-A85D-BA097132B75F}">
      <dgm:prSet/>
      <dgm:spPr/>
      <dgm:t>
        <a:bodyPr/>
        <a:lstStyle/>
        <a:p>
          <a:r>
            <a:rPr lang="en-US"/>
            <a:t>Datos</a:t>
          </a:r>
        </a:p>
      </dgm:t>
    </dgm:pt>
    <dgm:pt modelId="{A399CFA2-4A03-4297-BB89-E54F9D7FC8F7}" type="parTrans" cxnId="{8CEB9D5E-CB08-406E-AED3-2CA6E7BCCE50}">
      <dgm:prSet/>
      <dgm:spPr/>
      <dgm:t>
        <a:bodyPr/>
        <a:lstStyle/>
        <a:p>
          <a:endParaRPr lang="en-US"/>
        </a:p>
      </dgm:t>
    </dgm:pt>
    <dgm:pt modelId="{EB78CCFD-F496-4759-B486-64E62339C0AF}" type="sibTrans" cxnId="{8CEB9D5E-CB08-406E-AED3-2CA6E7BCCE50}">
      <dgm:prSet/>
      <dgm:spPr/>
      <dgm:t>
        <a:bodyPr/>
        <a:lstStyle/>
        <a:p>
          <a:endParaRPr lang="en-US"/>
        </a:p>
      </dgm:t>
    </dgm:pt>
    <dgm:pt modelId="{7619068D-6BB0-4BBF-AC17-D0F0FE4A258A}">
      <dgm:prSet/>
      <dgm:spPr/>
      <dgm:t>
        <a:bodyPr/>
        <a:lstStyle/>
        <a:p>
          <a:r>
            <a:rPr lang="en-US"/>
            <a:t>Usuarios</a:t>
          </a:r>
        </a:p>
      </dgm:t>
    </dgm:pt>
    <dgm:pt modelId="{783FE80F-FD0B-49F9-97DF-4F76D835D51A}" type="parTrans" cxnId="{F7504B7F-1700-4CB9-A1E5-6251ACA45B15}">
      <dgm:prSet/>
      <dgm:spPr/>
      <dgm:t>
        <a:bodyPr/>
        <a:lstStyle/>
        <a:p>
          <a:endParaRPr lang="en-US"/>
        </a:p>
      </dgm:t>
    </dgm:pt>
    <dgm:pt modelId="{7198293E-25D8-4740-A4F3-29680E58BFE0}" type="sibTrans" cxnId="{F7504B7F-1700-4CB9-A1E5-6251ACA45B15}">
      <dgm:prSet/>
      <dgm:spPr/>
      <dgm:t>
        <a:bodyPr/>
        <a:lstStyle/>
        <a:p>
          <a:endParaRPr lang="en-US"/>
        </a:p>
      </dgm:t>
    </dgm:pt>
    <dgm:pt modelId="{7EBD49F2-681D-4894-AB5F-FCA969F83507}">
      <dgm:prSet/>
      <dgm:spPr/>
      <dgm:t>
        <a:bodyPr/>
        <a:lstStyle/>
        <a:p>
          <a:r>
            <a:rPr lang="en-US"/>
            <a:t>Operación y soporte</a:t>
          </a:r>
        </a:p>
      </dgm:t>
    </dgm:pt>
    <dgm:pt modelId="{4A8D3F20-1F05-497E-8101-FB8AE49C8713}" type="parTrans" cxnId="{127BBB17-CC02-40FA-BE22-5BFA13A41123}">
      <dgm:prSet/>
      <dgm:spPr/>
      <dgm:t>
        <a:bodyPr/>
        <a:lstStyle/>
        <a:p>
          <a:endParaRPr lang="en-US"/>
        </a:p>
      </dgm:t>
    </dgm:pt>
    <dgm:pt modelId="{C6367D97-D458-4C02-876E-FFA9E86FB2CD}" type="sibTrans" cxnId="{127BBB17-CC02-40FA-BE22-5BFA13A41123}">
      <dgm:prSet/>
      <dgm:spPr/>
      <dgm:t>
        <a:bodyPr/>
        <a:lstStyle/>
        <a:p>
          <a:endParaRPr lang="en-US"/>
        </a:p>
      </dgm:t>
    </dgm:pt>
    <dgm:pt modelId="{50202A1A-0496-43DD-A580-DB476FCEFB10}" type="pres">
      <dgm:prSet presAssocID="{F493B1D3-14C4-44F8-BE1D-752CD0DDF093}" presName="root" presStyleCnt="0">
        <dgm:presLayoutVars>
          <dgm:dir/>
          <dgm:resizeHandles val="exact"/>
        </dgm:presLayoutVars>
      </dgm:prSet>
      <dgm:spPr/>
    </dgm:pt>
    <dgm:pt modelId="{3319F60D-2C4A-44D9-B34B-BE97C5CAF360}" type="pres">
      <dgm:prSet presAssocID="{247A2C3F-98FD-483A-BECA-89D64D9E493E}" presName="compNode" presStyleCnt="0"/>
      <dgm:spPr/>
    </dgm:pt>
    <dgm:pt modelId="{CA4B9DF9-4077-45C3-8635-82BE0E80111E}" type="pres">
      <dgm:prSet presAssocID="{247A2C3F-98FD-483A-BECA-89D64D9E493E}" presName="bgRect" presStyleLbl="bgShp" presStyleIdx="0" presStyleCnt="6"/>
      <dgm:spPr/>
    </dgm:pt>
    <dgm:pt modelId="{9F10E18E-A35D-49E5-8578-C7977A5F27E9}" type="pres">
      <dgm:prSet presAssocID="{247A2C3F-98FD-483A-BECA-89D64D9E493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7041EFB5-626E-4A74-9375-6657B5F09BB7}" type="pres">
      <dgm:prSet presAssocID="{247A2C3F-98FD-483A-BECA-89D64D9E493E}" presName="spaceRect" presStyleCnt="0"/>
      <dgm:spPr/>
    </dgm:pt>
    <dgm:pt modelId="{25780858-F824-45DA-948B-F18AA065322A}" type="pres">
      <dgm:prSet presAssocID="{247A2C3F-98FD-483A-BECA-89D64D9E493E}" presName="parTx" presStyleLbl="revTx" presStyleIdx="0" presStyleCnt="6">
        <dgm:presLayoutVars>
          <dgm:chMax val="0"/>
          <dgm:chPref val="0"/>
        </dgm:presLayoutVars>
      </dgm:prSet>
      <dgm:spPr/>
    </dgm:pt>
    <dgm:pt modelId="{4A5954EA-EEC5-444B-BC9C-AD9B039F97DE}" type="pres">
      <dgm:prSet presAssocID="{9B69CE60-CFD5-431A-80BB-0B751E06F501}" presName="sibTrans" presStyleCnt="0"/>
      <dgm:spPr/>
    </dgm:pt>
    <dgm:pt modelId="{4F7AA0A0-2F08-4630-8FE4-DFAD5D6B5010}" type="pres">
      <dgm:prSet presAssocID="{A858A713-132B-4445-BE67-E3F97B824AC9}" presName="compNode" presStyleCnt="0"/>
      <dgm:spPr/>
    </dgm:pt>
    <dgm:pt modelId="{643E3068-C59D-4C83-B836-33629A08C8E8}" type="pres">
      <dgm:prSet presAssocID="{A858A713-132B-4445-BE67-E3F97B824AC9}" presName="bgRect" presStyleLbl="bgShp" presStyleIdx="1" presStyleCnt="6"/>
      <dgm:spPr/>
    </dgm:pt>
    <dgm:pt modelId="{5F790565-D31C-4815-BC1D-AD4C9D417E76}" type="pres">
      <dgm:prSet presAssocID="{A858A713-132B-4445-BE67-E3F97B824AC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6E0187E-B974-4AFE-9555-35A92029F4C0}" type="pres">
      <dgm:prSet presAssocID="{A858A713-132B-4445-BE67-E3F97B824AC9}" presName="spaceRect" presStyleCnt="0"/>
      <dgm:spPr/>
    </dgm:pt>
    <dgm:pt modelId="{B1BDBA4C-61CE-4A17-B5CE-7683985FB018}" type="pres">
      <dgm:prSet presAssocID="{A858A713-132B-4445-BE67-E3F97B824AC9}" presName="parTx" presStyleLbl="revTx" presStyleIdx="1" presStyleCnt="6">
        <dgm:presLayoutVars>
          <dgm:chMax val="0"/>
          <dgm:chPref val="0"/>
        </dgm:presLayoutVars>
      </dgm:prSet>
      <dgm:spPr/>
    </dgm:pt>
    <dgm:pt modelId="{C6CEDE40-A08B-40DB-842A-CEFE9C0A6E63}" type="pres">
      <dgm:prSet presAssocID="{9DBFB107-8DFD-4B23-99A2-E3D86DA28D5A}" presName="sibTrans" presStyleCnt="0"/>
      <dgm:spPr/>
    </dgm:pt>
    <dgm:pt modelId="{081DA853-0293-4752-AA1A-126502990415}" type="pres">
      <dgm:prSet presAssocID="{C86BED76-17DF-4E7F-A2A6-0B264D9F99CE}" presName="compNode" presStyleCnt="0"/>
      <dgm:spPr/>
    </dgm:pt>
    <dgm:pt modelId="{747640F9-6555-40A4-AAFD-62174E946020}" type="pres">
      <dgm:prSet presAssocID="{C86BED76-17DF-4E7F-A2A6-0B264D9F99CE}" presName="bgRect" presStyleLbl="bgShp" presStyleIdx="2" presStyleCnt="6"/>
      <dgm:spPr/>
    </dgm:pt>
    <dgm:pt modelId="{6A2C00D8-F42F-4EFC-A1DE-A8C3D90C28C5}" type="pres">
      <dgm:prSet presAssocID="{C86BED76-17DF-4E7F-A2A6-0B264D9F99C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98243F73-2018-4E87-8039-A84108AF9574}" type="pres">
      <dgm:prSet presAssocID="{C86BED76-17DF-4E7F-A2A6-0B264D9F99CE}" presName="spaceRect" presStyleCnt="0"/>
      <dgm:spPr/>
    </dgm:pt>
    <dgm:pt modelId="{DE00BA3B-E68C-4EBE-926A-09AA20A2E49E}" type="pres">
      <dgm:prSet presAssocID="{C86BED76-17DF-4E7F-A2A6-0B264D9F99CE}" presName="parTx" presStyleLbl="revTx" presStyleIdx="2" presStyleCnt="6">
        <dgm:presLayoutVars>
          <dgm:chMax val="0"/>
          <dgm:chPref val="0"/>
        </dgm:presLayoutVars>
      </dgm:prSet>
      <dgm:spPr/>
    </dgm:pt>
    <dgm:pt modelId="{07CB975B-A97E-435D-9195-6073DDC10F3D}" type="pres">
      <dgm:prSet presAssocID="{2E5E9FD8-3A50-43AE-8363-4C5597D6CB68}" presName="sibTrans" presStyleCnt="0"/>
      <dgm:spPr/>
    </dgm:pt>
    <dgm:pt modelId="{91A35E22-BF88-41BC-9FF4-D8F8CC5E3224}" type="pres">
      <dgm:prSet presAssocID="{8FC04E47-6925-47CA-A85D-BA097132B75F}" presName="compNode" presStyleCnt="0"/>
      <dgm:spPr/>
    </dgm:pt>
    <dgm:pt modelId="{CAA2E379-DCE3-4059-B969-0AB10F88811D}" type="pres">
      <dgm:prSet presAssocID="{8FC04E47-6925-47CA-A85D-BA097132B75F}" presName="bgRect" presStyleLbl="bgShp" presStyleIdx="3" presStyleCnt="6"/>
      <dgm:spPr/>
    </dgm:pt>
    <dgm:pt modelId="{381E09D4-66AE-4BA1-AC88-6C0369183776}" type="pres">
      <dgm:prSet presAssocID="{8FC04E47-6925-47CA-A85D-BA097132B75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5298A1F-7414-46A6-86D7-93E29F5CE084}" type="pres">
      <dgm:prSet presAssocID="{8FC04E47-6925-47CA-A85D-BA097132B75F}" presName="spaceRect" presStyleCnt="0"/>
      <dgm:spPr/>
    </dgm:pt>
    <dgm:pt modelId="{56B137BB-D9B5-4BA7-8211-CFE220BE378D}" type="pres">
      <dgm:prSet presAssocID="{8FC04E47-6925-47CA-A85D-BA097132B75F}" presName="parTx" presStyleLbl="revTx" presStyleIdx="3" presStyleCnt="6">
        <dgm:presLayoutVars>
          <dgm:chMax val="0"/>
          <dgm:chPref val="0"/>
        </dgm:presLayoutVars>
      </dgm:prSet>
      <dgm:spPr/>
    </dgm:pt>
    <dgm:pt modelId="{022C19BC-8FC0-4A7F-AED4-B893840FE53A}" type="pres">
      <dgm:prSet presAssocID="{EB78CCFD-F496-4759-B486-64E62339C0AF}" presName="sibTrans" presStyleCnt="0"/>
      <dgm:spPr/>
    </dgm:pt>
    <dgm:pt modelId="{2B33D5F5-BC99-4478-9956-EFA16E01C009}" type="pres">
      <dgm:prSet presAssocID="{7619068D-6BB0-4BBF-AC17-D0F0FE4A258A}" presName="compNode" presStyleCnt="0"/>
      <dgm:spPr/>
    </dgm:pt>
    <dgm:pt modelId="{2D0555B3-BA08-4787-B766-FA0A2ABBE70B}" type="pres">
      <dgm:prSet presAssocID="{7619068D-6BB0-4BBF-AC17-D0F0FE4A258A}" presName="bgRect" presStyleLbl="bgShp" presStyleIdx="4" presStyleCnt="6"/>
      <dgm:spPr/>
    </dgm:pt>
    <dgm:pt modelId="{104C744E-F116-4414-9216-F73ECC6D3AA3}" type="pres">
      <dgm:prSet presAssocID="{7619068D-6BB0-4BBF-AC17-D0F0FE4A258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7CD20A9-0DD3-44B1-858B-1106107FFB90}" type="pres">
      <dgm:prSet presAssocID="{7619068D-6BB0-4BBF-AC17-D0F0FE4A258A}" presName="spaceRect" presStyleCnt="0"/>
      <dgm:spPr/>
    </dgm:pt>
    <dgm:pt modelId="{87354B87-D33C-4E5C-9AFB-5B5E7302EAD9}" type="pres">
      <dgm:prSet presAssocID="{7619068D-6BB0-4BBF-AC17-D0F0FE4A258A}" presName="parTx" presStyleLbl="revTx" presStyleIdx="4" presStyleCnt="6">
        <dgm:presLayoutVars>
          <dgm:chMax val="0"/>
          <dgm:chPref val="0"/>
        </dgm:presLayoutVars>
      </dgm:prSet>
      <dgm:spPr/>
    </dgm:pt>
    <dgm:pt modelId="{B788D675-F7FE-49AE-85CF-CFAB5A161085}" type="pres">
      <dgm:prSet presAssocID="{7198293E-25D8-4740-A4F3-29680E58BFE0}" presName="sibTrans" presStyleCnt="0"/>
      <dgm:spPr/>
    </dgm:pt>
    <dgm:pt modelId="{11ADDFC3-1C45-4363-B228-4B882EE306BC}" type="pres">
      <dgm:prSet presAssocID="{7EBD49F2-681D-4894-AB5F-FCA969F83507}" presName="compNode" presStyleCnt="0"/>
      <dgm:spPr/>
    </dgm:pt>
    <dgm:pt modelId="{C9BC1AD8-2478-4F90-B9B4-54DB660B8BA1}" type="pres">
      <dgm:prSet presAssocID="{7EBD49F2-681D-4894-AB5F-FCA969F83507}" presName="bgRect" presStyleLbl="bgShp" presStyleIdx="5" presStyleCnt="6"/>
      <dgm:spPr/>
    </dgm:pt>
    <dgm:pt modelId="{0D1423FE-E2DA-4A16-B8AE-761F63A14B74}" type="pres">
      <dgm:prSet presAssocID="{7EBD49F2-681D-4894-AB5F-FCA969F8350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1263873D-9184-46BC-8B4F-B08FFD5FBECD}" type="pres">
      <dgm:prSet presAssocID="{7EBD49F2-681D-4894-AB5F-FCA969F83507}" presName="spaceRect" presStyleCnt="0"/>
      <dgm:spPr/>
    </dgm:pt>
    <dgm:pt modelId="{39513144-FD57-4E5E-9F2E-F369434CA1B1}" type="pres">
      <dgm:prSet presAssocID="{7EBD49F2-681D-4894-AB5F-FCA969F83507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3F4A10C-993B-4F7A-87F0-27E5249FB9BB}" srcId="{F493B1D3-14C4-44F8-BE1D-752CD0DDF093}" destId="{247A2C3F-98FD-483A-BECA-89D64D9E493E}" srcOrd="0" destOrd="0" parTransId="{5888F4E3-163D-49CE-AAF8-515A89662C45}" sibTransId="{9B69CE60-CFD5-431A-80BB-0B751E06F501}"/>
    <dgm:cxn modelId="{127BBB17-CC02-40FA-BE22-5BFA13A41123}" srcId="{F493B1D3-14C4-44F8-BE1D-752CD0DDF093}" destId="{7EBD49F2-681D-4894-AB5F-FCA969F83507}" srcOrd="5" destOrd="0" parTransId="{4A8D3F20-1F05-497E-8101-FB8AE49C8713}" sibTransId="{C6367D97-D458-4C02-876E-FFA9E86FB2CD}"/>
    <dgm:cxn modelId="{2D5D9A27-5CC0-4712-BFDB-BFC8CF7CE200}" srcId="{F493B1D3-14C4-44F8-BE1D-752CD0DDF093}" destId="{A858A713-132B-4445-BE67-E3F97B824AC9}" srcOrd="1" destOrd="0" parTransId="{865A6D23-E716-4078-A2FD-653AE00F0D7A}" sibTransId="{9DBFB107-8DFD-4B23-99A2-E3D86DA28D5A}"/>
    <dgm:cxn modelId="{8CEB9D5E-CB08-406E-AED3-2CA6E7BCCE50}" srcId="{F493B1D3-14C4-44F8-BE1D-752CD0DDF093}" destId="{8FC04E47-6925-47CA-A85D-BA097132B75F}" srcOrd="3" destOrd="0" parTransId="{A399CFA2-4A03-4297-BB89-E54F9D7FC8F7}" sibTransId="{EB78CCFD-F496-4759-B486-64E62339C0AF}"/>
    <dgm:cxn modelId="{C076E842-8EFE-4484-9E5E-62E4EEB7A163}" srcId="{F493B1D3-14C4-44F8-BE1D-752CD0DDF093}" destId="{C86BED76-17DF-4E7F-A2A6-0B264D9F99CE}" srcOrd="2" destOrd="0" parTransId="{30732F4F-B525-4E5A-A558-3C90107DA928}" sibTransId="{2E5E9FD8-3A50-43AE-8363-4C5597D6CB68}"/>
    <dgm:cxn modelId="{0E69C155-E166-4328-9046-DCD94F31DA10}" type="presOf" srcId="{A858A713-132B-4445-BE67-E3F97B824AC9}" destId="{B1BDBA4C-61CE-4A17-B5CE-7683985FB018}" srcOrd="0" destOrd="0" presId="urn:microsoft.com/office/officeart/2018/2/layout/IconVerticalSolidList"/>
    <dgm:cxn modelId="{2956AF7D-7E48-4C71-AA15-5221257B596F}" type="presOf" srcId="{C86BED76-17DF-4E7F-A2A6-0B264D9F99CE}" destId="{DE00BA3B-E68C-4EBE-926A-09AA20A2E49E}" srcOrd="0" destOrd="0" presId="urn:microsoft.com/office/officeart/2018/2/layout/IconVerticalSolidList"/>
    <dgm:cxn modelId="{F7504B7F-1700-4CB9-A1E5-6251ACA45B15}" srcId="{F493B1D3-14C4-44F8-BE1D-752CD0DDF093}" destId="{7619068D-6BB0-4BBF-AC17-D0F0FE4A258A}" srcOrd="4" destOrd="0" parTransId="{783FE80F-FD0B-49F9-97DF-4F76D835D51A}" sibTransId="{7198293E-25D8-4740-A4F3-29680E58BFE0}"/>
    <dgm:cxn modelId="{FCF6908F-860D-48FF-8674-42B3E56532CC}" type="presOf" srcId="{7619068D-6BB0-4BBF-AC17-D0F0FE4A258A}" destId="{87354B87-D33C-4E5C-9AFB-5B5E7302EAD9}" srcOrd="0" destOrd="0" presId="urn:microsoft.com/office/officeart/2018/2/layout/IconVerticalSolidList"/>
    <dgm:cxn modelId="{C466EAB4-8EBE-4082-92E4-C71F7C8E43A5}" type="presOf" srcId="{7EBD49F2-681D-4894-AB5F-FCA969F83507}" destId="{39513144-FD57-4E5E-9F2E-F369434CA1B1}" srcOrd="0" destOrd="0" presId="urn:microsoft.com/office/officeart/2018/2/layout/IconVerticalSolidList"/>
    <dgm:cxn modelId="{642601DC-80FA-41EA-9E39-F7DCF649B913}" type="presOf" srcId="{247A2C3F-98FD-483A-BECA-89D64D9E493E}" destId="{25780858-F824-45DA-948B-F18AA065322A}" srcOrd="0" destOrd="0" presId="urn:microsoft.com/office/officeart/2018/2/layout/IconVerticalSolidList"/>
    <dgm:cxn modelId="{92BEA4E5-8AD4-4815-8111-15E3603743FA}" type="presOf" srcId="{F493B1D3-14C4-44F8-BE1D-752CD0DDF093}" destId="{50202A1A-0496-43DD-A580-DB476FCEFB10}" srcOrd="0" destOrd="0" presId="urn:microsoft.com/office/officeart/2018/2/layout/IconVerticalSolidList"/>
    <dgm:cxn modelId="{ACFD3FF0-2B7A-4020-B89F-7F4511F21C12}" type="presOf" srcId="{8FC04E47-6925-47CA-A85D-BA097132B75F}" destId="{56B137BB-D9B5-4BA7-8211-CFE220BE378D}" srcOrd="0" destOrd="0" presId="urn:microsoft.com/office/officeart/2018/2/layout/IconVerticalSolidList"/>
    <dgm:cxn modelId="{4339CEE0-0452-41D7-B61F-876E4F2AC3BD}" type="presParOf" srcId="{50202A1A-0496-43DD-A580-DB476FCEFB10}" destId="{3319F60D-2C4A-44D9-B34B-BE97C5CAF360}" srcOrd="0" destOrd="0" presId="urn:microsoft.com/office/officeart/2018/2/layout/IconVerticalSolidList"/>
    <dgm:cxn modelId="{52F2A27D-9692-4639-A0AB-DBB0D1956FF6}" type="presParOf" srcId="{3319F60D-2C4A-44D9-B34B-BE97C5CAF360}" destId="{CA4B9DF9-4077-45C3-8635-82BE0E80111E}" srcOrd="0" destOrd="0" presId="urn:microsoft.com/office/officeart/2018/2/layout/IconVerticalSolidList"/>
    <dgm:cxn modelId="{EC990278-5AF2-48E7-A7AD-629EB54B3049}" type="presParOf" srcId="{3319F60D-2C4A-44D9-B34B-BE97C5CAF360}" destId="{9F10E18E-A35D-49E5-8578-C7977A5F27E9}" srcOrd="1" destOrd="0" presId="urn:microsoft.com/office/officeart/2018/2/layout/IconVerticalSolidList"/>
    <dgm:cxn modelId="{13AE5595-34DF-4AC4-972C-2A5286039EDD}" type="presParOf" srcId="{3319F60D-2C4A-44D9-B34B-BE97C5CAF360}" destId="{7041EFB5-626E-4A74-9375-6657B5F09BB7}" srcOrd="2" destOrd="0" presId="urn:microsoft.com/office/officeart/2018/2/layout/IconVerticalSolidList"/>
    <dgm:cxn modelId="{C5AA70C5-A348-4657-943D-5EBCD93FDD3D}" type="presParOf" srcId="{3319F60D-2C4A-44D9-B34B-BE97C5CAF360}" destId="{25780858-F824-45DA-948B-F18AA065322A}" srcOrd="3" destOrd="0" presId="urn:microsoft.com/office/officeart/2018/2/layout/IconVerticalSolidList"/>
    <dgm:cxn modelId="{3570E1DC-A17E-4B22-9ADF-6B5ECA6E1969}" type="presParOf" srcId="{50202A1A-0496-43DD-A580-DB476FCEFB10}" destId="{4A5954EA-EEC5-444B-BC9C-AD9B039F97DE}" srcOrd="1" destOrd="0" presId="urn:microsoft.com/office/officeart/2018/2/layout/IconVerticalSolidList"/>
    <dgm:cxn modelId="{A077806D-D81E-43F0-BBC2-1A4232F596B9}" type="presParOf" srcId="{50202A1A-0496-43DD-A580-DB476FCEFB10}" destId="{4F7AA0A0-2F08-4630-8FE4-DFAD5D6B5010}" srcOrd="2" destOrd="0" presId="urn:microsoft.com/office/officeart/2018/2/layout/IconVerticalSolidList"/>
    <dgm:cxn modelId="{6BAE31D8-B27E-4BD2-B994-9643109DCD8E}" type="presParOf" srcId="{4F7AA0A0-2F08-4630-8FE4-DFAD5D6B5010}" destId="{643E3068-C59D-4C83-B836-33629A08C8E8}" srcOrd="0" destOrd="0" presId="urn:microsoft.com/office/officeart/2018/2/layout/IconVerticalSolidList"/>
    <dgm:cxn modelId="{6752FA21-1B81-464D-BDD4-638D157932E7}" type="presParOf" srcId="{4F7AA0A0-2F08-4630-8FE4-DFAD5D6B5010}" destId="{5F790565-D31C-4815-BC1D-AD4C9D417E76}" srcOrd="1" destOrd="0" presId="urn:microsoft.com/office/officeart/2018/2/layout/IconVerticalSolidList"/>
    <dgm:cxn modelId="{5F59C83A-984D-4C5C-8EE3-BF64722C7327}" type="presParOf" srcId="{4F7AA0A0-2F08-4630-8FE4-DFAD5D6B5010}" destId="{F6E0187E-B974-4AFE-9555-35A92029F4C0}" srcOrd="2" destOrd="0" presId="urn:microsoft.com/office/officeart/2018/2/layout/IconVerticalSolidList"/>
    <dgm:cxn modelId="{39331546-2DFF-4C21-A3BA-44A949535741}" type="presParOf" srcId="{4F7AA0A0-2F08-4630-8FE4-DFAD5D6B5010}" destId="{B1BDBA4C-61CE-4A17-B5CE-7683985FB018}" srcOrd="3" destOrd="0" presId="urn:microsoft.com/office/officeart/2018/2/layout/IconVerticalSolidList"/>
    <dgm:cxn modelId="{8436E632-955D-4CFE-9098-DCBE2808E02A}" type="presParOf" srcId="{50202A1A-0496-43DD-A580-DB476FCEFB10}" destId="{C6CEDE40-A08B-40DB-842A-CEFE9C0A6E63}" srcOrd="3" destOrd="0" presId="urn:microsoft.com/office/officeart/2018/2/layout/IconVerticalSolidList"/>
    <dgm:cxn modelId="{DE611D86-D4F9-4DF0-AC7C-EF3802C96275}" type="presParOf" srcId="{50202A1A-0496-43DD-A580-DB476FCEFB10}" destId="{081DA853-0293-4752-AA1A-126502990415}" srcOrd="4" destOrd="0" presId="urn:microsoft.com/office/officeart/2018/2/layout/IconVerticalSolidList"/>
    <dgm:cxn modelId="{5D040510-7424-4CE6-A0F0-B050E46F5FBC}" type="presParOf" srcId="{081DA853-0293-4752-AA1A-126502990415}" destId="{747640F9-6555-40A4-AAFD-62174E946020}" srcOrd="0" destOrd="0" presId="urn:microsoft.com/office/officeart/2018/2/layout/IconVerticalSolidList"/>
    <dgm:cxn modelId="{62C94238-4A18-4BB0-B264-51A2B7A67E3D}" type="presParOf" srcId="{081DA853-0293-4752-AA1A-126502990415}" destId="{6A2C00D8-F42F-4EFC-A1DE-A8C3D90C28C5}" srcOrd="1" destOrd="0" presId="urn:microsoft.com/office/officeart/2018/2/layout/IconVerticalSolidList"/>
    <dgm:cxn modelId="{CB767133-E258-4BBE-BE9A-B4266233B027}" type="presParOf" srcId="{081DA853-0293-4752-AA1A-126502990415}" destId="{98243F73-2018-4E87-8039-A84108AF9574}" srcOrd="2" destOrd="0" presId="urn:microsoft.com/office/officeart/2018/2/layout/IconVerticalSolidList"/>
    <dgm:cxn modelId="{EF6893A1-9A6F-457A-A3E5-B89DF6F9CF6C}" type="presParOf" srcId="{081DA853-0293-4752-AA1A-126502990415}" destId="{DE00BA3B-E68C-4EBE-926A-09AA20A2E49E}" srcOrd="3" destOrd="0" presId="urn:microsoft.com/office/officeart/2018/2/layout/IconVerticalSolidList"/>
    <dgm:cxn modelId="{DB1AF70D-0091-4166-948A-E055036ECCA7}" type="presParOf" srcId="{50202A1A-0496-43DD-A580-DB476FCEFB10}" destId="{07CB975B-A97E-435D-9195-6073DDC10F3D}" srcOrd="5" destOrd="0" presId="urn:microsoft.com/office/officeart/2018/2/layout/IconVerticalSolidList"/>
    <dgm:cxn modelId="{3B97018D-B900-4104-A52A-4F0F6F7AA3B7}" type="presParOf" srcId="{50202A1A-0496-43DD-A580-DB476FCEFB10}" destId="{91A35E22-BF88-41BC-9FF4-D8F8CC5E3224}" srcOrd="6" destOrd="0" presId="urn:microsoft.com/office/officeart/2018/2/layout/IconVerticalSolidList"/>
    <dgm:cxn modelId="{CBBFB03C-6F21-4F61-95E4-DDCDD8D03692}" type="presParOf" srcId="{91A35E22-BF88-41BC-9FF4-D8F8CC5E3224}" destId="{CAA2E379-DCE3-4059-B969-0AB10F88811D}" srcOrd="0" destOrd="0" presId="urn:microsoft.com/office/officeart/2018/2/layout/IconVerticalSolidList"/>
    <dgm:cxn modelId="{A853FCDE-5D5E-476C-A9EC-1A465DD77D93}" type="presParOf" srcId="{91A35E22-BF88-41BC-9FF4-D8F8CC5E3224}" destId="{381E09D4-66AE-4BA1-AC88-6C0369183776}" srcOrd="1" destOrd="0" presId="urn:microsoft.com/office/officeart/2018/2/layout/IconVerticalSolidList"/>
    <dgm:cxn modelId="{0162ACF8-2FBA-4EC0-A96E-0E5E743C41D2}" type="presParOf" srcId="{91A35E22-BF88-41BC-9FF4-D8F8CC5E3224}" destId="{D5298A1F-7414-46A6-86D7-93E29F5CE084}" srcOrd="2" destOrd="0" presId="urn:microsoft.com/office/officeart/2018/2/layout/IconVerticalSolidList"/>
    <dgm:cxn modelId="{0B775E7C-89C9-4B13-BA2E-AF11AD481BE8}" type="presParOf" srcId="{91A35E22-BF88-41BC-9FF4-D8F8CC5E3224}" destId="{56B137BB-D9B5-4BA7-8211-CFE220BE378D}" srcOrd="3" destOrd="0" presId="urn:microsoft.com/office/officeart/2018/2/layout/IconVerticalSolidList"/>
    <dgm:cxn modelId="{28AC325F-6F32-4EE9-A33E-0E1BC8DEE5E8}" type="presParOf" srcId="{50202A1A-0496-43DD-A580-DB476FCEFB10}" destId="{022C19BC-8FC0-4A7F-AED4-B893840FE53A}" srcOrd="7" destOrd="0" presId="urn:microsoft.com/office/officeart/2018/2/layout/IconVerticalSolidList"/>
    <dgm:cxn modelId="{4E692E8F-4160-4256-AE56-266D211CC6A2}" type="presParOf" srcId="{50202A1A-0496-43DD-A580-DB476FCEFB10}" destId="{2B33D5F5-BC99-4478-9956-EFA16E01C009}" srcOrd="8" destOrd="0" presId="urn:microsoft.com/office/officeart/2018/2/layout/IconVerticalSolidList"/>
    <dgm:cxn modelId="{A1FD0AAC-9C40-4BC7-A946-00E35529AE8A}" type="presParOf" srcId="{2B33D5F5-BC99-4478-9956-EFA16E01C009}" destId="{2D0555B3-BA08-4787-B766-FA0A2ABBE70B}" srcOrd="0" destOrd="0" presId="urn:microsoft.com/office/officeart/2018/2/layout/IconVerticalSolidList"/>
    <dgm:cxn modelId="{B42FA5BE-D757-46CD-A5BE-CC76B754B656}" type="presParOf" srcId="{2B33D5F5-BC99-4478-9956-EFA16E01C009}" destId="{104C744E-F116-4414-9216-F73ECC6D3AA3}" srcOrd="1" destOrd="0" presId="urn:microsoft.com/office/officeart/2018/2/layout/IconVerticalSolidList"/>
    <dgm:cxn modelId="{B1EC41EB-E0F1-4021-8746-BDA88361DC03}" type="presParOf" srcId="{2B33D5F5-BC99-4478-9956-EFA16E01C009}" destId="{A7CD20A9-0DD3-44B1-858B-1106107FFB90}" srcOrd="2" destOrd="0" presId="urn:microsoft.com/office/officeart/2018/2/layout/IconVerticalSolidList"/>
    <dgm:cxn modelId="{F066990F-EE87-44FE-BCDD-0B4179B5F6DD}" type="presParOf" srcId="{2B33D5F5-BC99-4478-9956-EFA16E01C009}" destId="{87354B87-D33C-4E5C-9AFB-5B5E7302EAD9}" srcOrd="3" destOrd="0" presId="urn:microsoft.com/office/officeart/2018/2/layout/IconVerticalSolidList"/>
    <dgm:cxn modelId="{6C0B1AEB-A9BA-4F76-AB5E-812AAA8189BE}" type="presParOf" srcId="{50202A1A-0496-43DD-A580-DB476FCEFB10}" destId="{B788D675-F7FE-49AE-85CF-CFAB5A161085}" srcOrd="9" destOrd="0" presId="urn:microsoft.com/office/officeart/2018/2/layout/IconVerticalSolidList"/>
    <dgm:cxn modelId="{B92BD453-4B23-4D97-92F4-21E49065226D}" type="presParOf" srcId="{50202A1A-0496-43DD-A580-DB476FCEFB10}" destId="{11ADDFC3-1C45-4363-B228-4B882EE306BC}" srcOrd="10" destOrd="0" presId="urn:microsoft.com/office/officeart/2018/2/layout/IconVerticalSolidList"/>
    <dgm:cxn modelId="{C65D0E8F-14E7-4F2A-ABC2-4C7CD8EC1F7D}" type="presParOf" srcId="{11ADDFC3-1C45-4363-B228-4B882EE306BC}" destId="{C9BC1AD8-2478-4F90-B9B4-54DB660B8BA1}" srcOrd="0" destOrd="0" presId="urn:microsoft.com/office/officeart/2018/2/layout/IconVerticalSolidList"/>
    <dgm:cxn modelId="{7577C6A1-0713-4A5F-9BAA-221CCB6F0F70}" type="presParOf" srcId="{11ADDFC3-1C45-4363-B228-4B882EE306BC}" destId="{0D1423FE-E2DA-4A16-B8AE-761F63A14B74}" srcOrd="1" destOrd="0" presId="urn:microsoft.com/office/officeart/2018/2/layout/IconVerticalSolidList"/>
    <dgm:cxn modelId="{0F9959CE-7634-4D43-94B3-EB0D65EF7530}" type="presParOf" srcId="{11ADDFC3-1C45-4363-B228-4B882EE306BC}" destId="{1263873D-9184-46BC-8B4F-B08FFD5FBECD}" srcOrd="2" destOrd="0" presId="urn:microsoft.com/office/officeart/2018/2/layout/IconVerticalSolidList"/>
    <dgm:cxn modelId="{C4446B68-8388-47EA-98DA-F6F2AC986D9F}" type="presParOf" srcId="{11ADDFC3-1C45-4363-B228-4B882EE306BC}" destId="{39513144-FD57-4E5E-9F2E-F369434CA1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5D9D93F-29CA-4674-9488-A1CAD25A70B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FA91506-307A-40B9-BCCD-799BFBDD127C}">
      <dgm:prSet/>
      <dgm:spPr/>
      <dgm:t>
        <a:bodyPr/>
        <a:lstStyle/>
        <a:p>
          <a:r>
            <a:rPr lang="en-US"/>
            <a:t>La calidad </a:t>
          </a:r>
          <a:r>
            <a:rPr lang="en-US" b="1"/>
            <a:t>no es solo que funcione</a:t>
          </a:r>
          <a:endParaRPr lang="en-US"/>
        </a:p>
      </dgm:t>
    </dgm:pt>
    <dgm:pt modelId="{B6CC27F7-C562-49BA-9836-CF7F6427D11A}" type="parTrans" cxnId="{686D0890-9006-4BD5-8FA3-508845858A35}">
      <dgm:prSet/>
      <dgm:spPr/>
      <dgm:t>
        <a:bodyPr/>
        <a:lstStyle/>
        <a:p>
          <a:endParaRPr lang="en-US"/>
        </a:p>
      </dgm:t>
    </dgm:pt>
    <dgm:pt modelId="{DC9ECA2E-FAFF-49C5-8FB8-41F4F65C58D9}" type="sibTrans" cxnId="{686D0890-9006-4BD5-8FA3-508845858A35}">
      <dgm:prSet/>
      <dgm:spPr/>
      <dgm:t>
        <a:bodyPr/>
        <a:lstStyle/>
        <a:p>
          <a:endParaRPr lang="en-US"/>
        </a:p>
      </dgm:t>
    </dgm:pt>
    <dgm:pt modelId="{42DBB6E8-0DC1-46DE-B015-C8489E98BC8D}">
      <dgm:prSet/>
      <dgm:spPr/>
      <dgm:t>
        <a:bodyPr/>
        <a:lstStyle/>
        <a:p>
          <a:r>
            <a:rPr lang="en-US"/>
            <a:t>Incluye atributos como:</a:t>
          </a:r>
        </a:p>
      </dgm:t>
    </dgm:pt>
    <dgm:pt modelId="{B0908757-F02A-4156-895E-7634ABE3B6AB}" type="parTrans" cxnId="{AA4BFAAD-86B8-4C3C-B206-06FFF2B55869}">
      <dgm:prSet/>
      <dgm:spPr/>
      <dgm:t>
        <a:bodyPr/>
        <a:lstStyle/>
        <a:p>
          <a:endParaRPr lang="en-US"/>
        </a:p>
      </dgm:t>
    </dgm:pt>
    <dgm:pt modelId="{D811F3B3-F629-493D-AF73-DFD94C34F139}" type="sibTrans" cxnId="{AA4BFAAD-86B8-4C3C-B206-06FFF2B55869}">
      <dgm:prSet/>
      <dgm:spPr/>
      <dgm:t>
        <a:bodyPr/>
        <a:lstStyle/>
        <a:p>
          <a:endParaRPr lang="en-US"/>
        </a:p>
      </dgm:t>
    </dgm:pt>
    <dgm:pt modelId="{6A420ADE-801A-4340-8934-D03F20584E8A}">
      <dgm:prSet/>
      <dgm:spPr/>
      <dgm:t>
        <a:bodyPr/>
        <a:lstStyle/>
        <a:p>
          <a:r>
            <a:rPr lang="en-US"/>
            <a:t>Funcionalidad</a:t>
          </a:r>
        </a:p>
      </dgm:t>
    </dgm:pt>
    <dgm:pt modelId="{13949C36-5610-489B-980E-37A7E97E6CBB}" type="parTrans" cxnId="{7EF914B2-331B-473B-AA19-7573DD4F9753}">
      <dgm:prSet/>
      <dgm:spPr/>
      <dgm:t>
        <a:bodyPr/>
        <a:lstStyle/>
        <a:p>
          <a:endParaRPr lang="en-US"/>
        </a:p>
      </dgm:t>
    </dgm:pt>
    <dgm:pt modelId="{96B83FDB-111E-4C48-A4C8-C7B91F25EF3E}" type="sibTrans" cxnId="{7EF914B2-331B-473B-AA19-7573DD4F9753}">
      <dgm:prSet/>
      <dgm:spPr/>
      <dgm:t>
        <a:bodyPr/>
        <a:lstStyle/>
        <a:p>
          <a:endParaRPr lang="en-US"/>
        </a:p>
      </dgm:t>
    </dgm:pt>
    <dgm:pt modelId="{A0CDF5CB-D3E0-421A-84C3-275A7D40BC1D}">
      <dgm:prSet/>
      <dgm:spPr/>
      <dgm:t>
        <a:bodyPr/>
        <a:lstStyle/>
        <a:p>
          <a:r>
            <a:rPr lang="en-US"/>
            <a:t>Rendimiento</a:t>
          </a:r>
        </a:p>
      </dgm:t>
    </dgm:pt>
    <dgm:pt modelId="{3DE22E55-B531-465F-AF28-9598698B9A9C}" type="parTrans" cxnId="{C66B49C6-6C11-4725-B786-8CE808F9437A}">
      <dgm:prSet/>
      <dgm:spPr/>
      <dgm:t>
        <a:bodyPr/>
        <a:lstStyle/>
        <a:p>
          <a:endParaRPr lang="en-US"/>
        </a:p>
      </dgm:t>
    </dgm:pt>
    <dgm:pt modelId="{D9DDC830-C303-468F-A849-6EEB0091FEE9}" type="sibTrans" cxnId="{C66B49C6-6C11-4725-B786-8CE808F9437A}">
      <dgm:prSet/>
      <dgm:spPr/>
      <dgm:t>
        <a:bodyPr/>
        <a:lstStyle/>
        <a:p>
          <a:endParaRPr lang="en-US"/>
        </a:p>
      </dgm:t>
    </dgm:pt>
    <dgm:pt modelId="{46097D0F-450F-489E-9819-4FA600E70956}">
      <dgm:prSet/>
      <dgm:spPr/>
      <dgm:t>
        <a:bodyPr/>
        <a:lstStyle/>
        <a:p>
          <a:r>
            <a:rPr lang="en-US"/>
            <a:t>Seguridad</a:t>
          </a:r>
        </a:p>
      </dgm:t>
    </dgm:pt>
    <dgm:pt modelId="{F47BADE3-2C3B-4743-B917-894A8B5A25A7}" type="parTrans" cxnId="{E912938F-E020-418A-A0C6-115208EDE136}">
      <dgm:prSet/>
      <dgm:spPr/>
      <dgm:t>
        <a:bodyPr/>
        <a:lstStyle/>
        <a:p>
          <a:endParaRPr lang="en-US"/>
        </a:p>
      </dgm:t>
    </dgm:pt>
    <dgm:pt modelId="{1A8035CD-FDAE-4540-BDF2-F8D5B09CCC07}" type="sibTrans" cxnId="{E912938F-E020-418A-A0C6-115208EDE136}">
      <dgm:prSet/>
      <dgm:spPr/>
      <dgm:t>
        <a:bodyPr/>
        <a:lstStyle/>
        <a:p>
          <a:endParaRPr lang="en-US"/>
        </a:p>
      </dgm:t>
    </dgm:pt>
    <dgm:pt modelId="{EF3AE076-B411-4B6B-957E-AA3BFD998D31}">
      <dgm:prSet/>
      <dgm:spPr/>
      <dgm:t>
        <a:bodyPr/>
        <a:lstStyle/>
        <a:p>
          <a:r>
            <a:rPr lang="en-US"/>
            <a:t>Usabilidad</a:t>
          </a:r>
        </a:p>
      </dgm:t>
    </dgm:pt>
    <dgm:pt modelId="{AA7D2EEC-F6D9-4FF0-8A23-74B74499B4A8}" type="parTrans" cxnId="{5E5CFDA1-3DE5-4F26-8CC6-D60B16639436}">
      <dgm:prSet/>
      <dgm:spPr/>
      <dgm:t>
        <a:bodyPr/>
        <a:lstStyle/>
        <a:p>
          <a:endParaRPr lang="en-US"/>
        </a:p>
      </dgm:t>
    </dgm:pt>
    <dgm:pt modelId="{5F692B45-050A-4E55-A68E-84860E3FB684}" type="sibTrans" cxnId="{5E5CFDA1-3DE5-4F26-8CC6-D60B16639436}">
      <dgm:prSet/>
      <dgm:spPr/>
      <dgm:t>
        <a:bodyPr/>
        <a:lstStyle/>
        <a:p>
          <a:endParaRPr lang="en-US"/>
        </a:p>
      </dgm:t>
    </dgm:pt>
    <dgm:pt modelId="{387A21A3-2421-48D5-B984-10E2A3C6487A}">
      <dgm:prSet/>
      <dgm:spPr/>
      <dgm:t>
        <a:bodyPr/>
        <a:lstStyle/>
        <a:p>
          <a:r>
            <a:rPr lang="en-US"/>
            <a:t>Confiabilidad</a:t>
          </a:r>
        </a:p>
      </dgm:t>
    </dgm:pt>
    <dgm:pt modelId="{937668C1-89B5-4504-9488-8270B60EF45F}" type="parTrans" cxnId="{26008DED-00D9-4BC6-804C-5975D835CA06}">
      <dgm:prSet/>
      <dgm:spPr/>
      <dgm:t>
        <a:bodyPr/>
        <a:lstStyle/>
        <a:p>
          <a:endParaRPr lang="en-US"/>
        </a:p>
      </dgm:t>
    </dgm:pt>
    <dgm:pt modelId="{27B81F33-1497-4AC4-A63A-DC57B0FC8780}" type="sibTrans" cxnId="{26008DED-00D9-4BC6-804C-5975D835CA06}">
      <dgm:prSet/>
      <dgm:spPr/>
      <dgm:t>
        <a:bodyPr/>
        <a:lstStyle/>
        <a:p>
          <a:endParaRPr lang="en-US"/>
        </a:p>
      </dgm:t>
    </dgm:pt>
    <dgm:pt modelId="{DB687EDE-2C8F-49D9-9711-64ABA9D87786}">
      <dgm:prSet/>
      <dgm:spPr/>
      <dgm:t>
        <a:bodyPr/>
        <a:lstStyle/>
        <a:p>
          <a:r>
            <a:rPr lang="en-US"/>
            <a:t>Mantenibilidad</a:t>
          </a:r>
        </a:p>
      </dgm:t>
    </dgm:pt>
    <dgm:pt modelId="{36F3BEA8-7C72-46C6-8C33-DF4AD3D250D3}" type="parTrans" cxnId="{0E6CC343-A040-49C6-B2FC-11F8EF68A151}">
      <dgm:prSet/>
      <dgm:spPr/>
      <dgm:t>
        <a:bodyPr/>
        <a:lstStyle/>
        <a:p>
          <a:endParaRPr lang="en-US"/>
        </a:p>
      </dgm:t>
    </dgm:pt>
    <dgm:pt modelId="{90BEA389-7273-4C44-B23E-C597C47CFB05}" type="sibTrans" cxnId="{0E6CC343-A040-49C6-B2FC-11F8EF68A151}">
      <dgm:prSet/>
      <dgm:spPr/>
      <dgm:t>
        <a:bodyPr/>
        <a:lstStyle/>
        <a:p>
          <a:endParaRPr lang="en-US"/>
        </a:p>
      </dgm:t>
    </dgm:pt>
    <dgm:pt modelId="{722EF43F-C058-4FD3-A100-B3BA20B33824}" type="pres">
      <dgm:prSet presAssocID="{85D9D93F-29CA-4674-9488-A1CAD25A70BD}" presName="linear" presStyleCnt="0">
        <dgm:presLayoutVars>
          <dgm:animLvl val="lvl"/>
          <dgm:resizeHandles val="exact"/>
        </dgm:presLayoutVars>
      </dgm:prSet>
      <dgm:spPr/>
    </dgm:pt>
    <dgm:pt modelId="{57CB79E6-487D-4D36-9948-FD660887F647}" type="pres">
      <dgm:prSet presAssocID="{5FA91506-307A-40B9-BCCD-799BFBDD127C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7C976BB5-EDA7-4C5F-84EA-0B885E493EC8}" type="pres">
      <dgm:prSet presAssocID="{DC9ECA2E-FAFF-49C5-8FB8-41F4F65C58D9}" presName="spacer" presStyleCnt="0"/>
      <dgm:spPr/>
    </dgm:pt>
    <dgm:pt modelId="{1B6CDA67-8B22-4F34-9DD0-F113AC33E0A0}" type="pres">
      <dgm:prSet presAssocID="{42DBB6E8-0DC1-46DE-B015-C8489E98BC8D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AED11187-9101-4C2A-8BBA-E385A0FD61B6}" type="pres">
      <dgm:prSet presAssocID="{D811F3B3-F629-493D-AF73-DFD94C34F139}" presName="spacer" presStyleCnt="0"/>
      <dgm:spPr/>
    </dgm:pt>
    <dgm:pt modelId="{03558D09-D544-4ABF-A14E-43944C63BEB4}" type="pres">
      <dgm:prSet presAssocID="{6A420ADE-801A-4340-8934-D03F20584E8A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5C982121-4D7F-429D-907C-88B76B31EE96}" type="pres">
      <dgm:prSet presAssocID="{96B83FDB-111E-4C48-A4C8-C7B91F25EF3E}" presName="spacer" presStyleCnt="0"/>
      <dgm:spPr/>
    </dgm:pt>
    <dgm:pt modelId="{A3FA447C-EA79-42EC-8F37-172381E22230}" type="pres">
      <dgm:prSet presAssocID="{A0CDF5CB-D3E0-421A-84C3-275A7D40BC1D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8285CA28-262B-4690-A435-FE3FEF96B935}" type="pres">
      <dgm:prSet presAssocID="{D9DDC830-C303-468F-A849-6EEB0091FEE9}" presName="spacer" presStyleCnt="0"/>
      <dgm:spPr/>
    </dgm:pt>
    <dgm:pt modelId="{56B8DCE8-AA48-4F9D-9AF0-80AB0B230A62}" type="pres">
      <dgm:prSet presAssocID="{46097D0F-450F-489E-9819-4FA600E70956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F50EDEF6-A621-418E-B137-6F803A93DBE9}" type="pres">
      <dgm:prSet presAssocID="{1A8035CD-FDAE-4540-BDF2-F8D5B09CCC07}" presName="spacer" presStyleCnt="0"/>
      <dgm:spPr/>
    </dgm:pt>
    <dgm:pt modelId="{33E07238-140F-4C0B-8800-D1177DE71DE3}" type="pres">
      <dgm:prSet presAssocID="{EF3AE076-B411-4B6B-957E-AA3BFD998D31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71E5B224-323D-4B68-9F2E-5EAC531B6FA1}" type="pres">
      <dgm:prSet presAssocID="{5F692B45-050A-4E55-A68E-84860E3FB684}" presName="spacer" presStyleCnt="0"/>
      <dgm:spPr/>
    </dgm:pt>
    <dgm:pt modelId="{29CE266C-39E3-4AA2-AFF5-D54237DA9EE4}" type="pres">
      <dgm:prSet presAssocID="{387A21A3-2421-48D5-B984-10E2A3C6487A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38778C46-D96C-43A5-969D-5336ECF63E14}" type="pres">
      <dgm:prSet presAssocID="{27B81F33-1497-4AC4-A63A-DC57B0FC8780}" presName="spacer" presStyleCnt="0"/>
      <dgm:spPr/>
    </dgm:pt>
    <dgm:pt modelId="{C2CBC59B-DD6C-4549-B288-8007CD31AC26}" type="pres">
      <dgm:prSet presAssocID="{DB687EDE-2C8F-49D9-9711-64ABA9D87786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7DC08D3B-E5B7-44DC-9656-BB481AA756D3}" type="presOf" srcId="{5FA91506-307A-40B9-BCCD-799BFBDD127C}" destId="{57CB79E6-487D-4D36-9948-FD660887F647}" srcOrd="0" destOrd="0" presId="urn:microsoft.com/office/officeart/2005/8/layout/vList2"/>
    <dgm:cxn modelId="{0E6CC343-A040-49C6-B2FC-11F8EF68A151}" srcId="{85D9D93F-29CA-4674-9488-A1CAD25A70BD}" destId="{DB687EDE-2C8F-49D9-9711-64ABA9D87786}" srcOrd="7" destOrd="0" parTransId="{36F3BEA8-7C72-46C6-8C33-DF4AD3D250D3}" sibTransId="{90BEA389-7273-4C44-B23E-C597C47CFB05}"/>
    <dgm:cxn modelId="{F86E5246-3C93-46D7-8D86-223F2B982A3C}" type="presOf" srcId="{DB687EDE-2C8F-49D9-9711-64ABA9D87786}" destId="{C2CBC59B-DD6C-4549-B288-8007CD31AC26}" srcOrd="0" destOrd="0" presId="urn:microsoft.com/office/officeart/2005/8/layout/vList2"/>
    <dgm:cxn modelId="{20BA676A-C5BD-4A80-BB8C-A2A15F40EFAA}" type="presOf" srcId="{85D9D93F-29CA-4674-9488-A1CAD25A70BD}" destId="{722EF43F-C058-4FD3-A100-B3BA20B33824}" srcOrd="0" destOrd="0" presId="urn:microsoft.com/office/officeart/2005/8/layout/vList2"/>
    <dgm:cxn modelId="{D8DDAF7D-4673-4C8A-AD56-18A4A4E907E1}" type="presOf" srcId="{6A420ADE-801A-4340-8934-D03F20584E8A}" destId="{03558D09-D544-4ABF-A14E-43944C63BEB4}" srcOrd="0" destOrd="0" presId="urn:microsoft.com/office/officeart/2005/8/layout/vList2"/>
    <dgm:cxn modelId="{E912938F-E020-418A-A0C6-115208EDE136}" srcId="{85D9D93F-29CA-4674-9488-A1CAD25A70BD}" destId="{46097D0F-450F-489E-9819-4FA600E70956}" srcOrd="4" destOrd="0" parTransId="{F47BADE3-2C3B-4743-B917-894A8B5A25A7}" sibTransId="{1A8035CD-FDAE-4540-BDF2-F8D5B09CCC07}"/>
    <dgm:cxn modelId="{686D0890-9006-4BD5-8FA3-508845858A35}" srcId="{85D9D93F-29CA-4674-9488-A1CAD25A70BD}" destId="{5FA91506-307A-40B9-BCCD-799BFBDD127C}" srcOrd="0" destOrd="0" parTransId="{B6CC27F7-C562-49BA-9836-CF7F6427D11A}" sibTransId="{DC9ECA2E-FAFF-49C5-8FB8-41F4F65C58D9}"/>
    <dgm:cxn modelId="{AD294794-5F5E-4974-9338-E423606D381F}" type="presOf" srcId="{EF3AE076-B411-4B6B-957E-AA3BFD998D31}" destId="{33E07238-140F-4C0B-8800-D1177DE71DE3}" srcOrd="0" destOrd="0" presId="urn:microsoft.com/office/officeart/2005/8/layout/vList2"/>
    <dgm:cxn modelId="{5E5CFDA1-3DE5-4F26-8CC6-D60B16639436}" srcId="{85D9D93F-29CA-4674-9488-A1CAD25A70BD}" destId="{EF3AE076-B411-4B6B-957E-AA3BFD998D31}" srcOrd="5" destOrd="0" parTransId="{AA7D2EEC-F6D9-4FF0-8A23-74B74499B4A8}" sibTransId="{5F692B45-050A-4E55-A68E-84860E3FB684}"/>
    <dgm:cxn modelId="{4BC4ECA9-A4DF-4EB1-9E4F-2F6ADFC9310A}" type="presOf" srcId="{42DBB6E8-0DC1-46DE-B015-C8489E98BC8D}" destId="{1B6CDA67-8B22-4F34-9DD0-F113AC33E0A0}" srcOrd="0" destOrd="0" presId="urn:microsoft.com/office/officeart/2005/8/layout/vList2"/>
    <dgm:cxn modelId="{AA4BFAAD-86B8-4C3C-B206-06FFF2B55869}" srcId="{85D9D93F-29CA-4674-9488-A1CAD25A70BD}" destId="{42DBB6E8-0DC1-46DE-B015-C8489E98BC8D}" srcOrd="1" destOrd="0" parTransId="{B0908757-F02A-4156-895E-7634ABE3B6AB}" sibTransId="{D811F3B3-F629-493D-AF73-DFD94C34F139}"/>
    <dgm:cxn modelId="{7EF914B2-331B-473B-AA19-7573DD4F9753}" srcId="{85D9D93F-29CA-4674-9488-A1CAD25A70BD}" destId="{6A420ADE-801A-4340-8934-D03F20584E8A}" srcOrd="2" destOrd="0" parTransId="{13949C36-5610-489B-980E-37A7E97E6CBB}" sibTransId="{96B83FDB-111E-4C48-A4C8-C7B91F25EF3E}"/>
    <dgm:cxn modelId="{EE8DEDBD-9852-42FF-BF39-32AFCA563840}" type="presOf" srcId="{387A21A3-2421-48D5-B984-10E2A3C6487A}" destId="{29CE266C-39E3-4AA2-AFF5-D54237DA9EE4}" srcOrd="0" destOrd="0" presId="urn:microsoft.com/office/officeart/2005/8/layout/vList2"/>
    <dgm:cxn modelId="{C66B49C6-6C11-4725-B786-8CE808F9437A}" srcId="{85D9D93F-29CA-4674-9488-A1CAD25A70BD}" destId="{A0CDF5CB-D3E0-421A-84C3-275A7D40BC1D}" srcOrd="3" destOrd="0" parTransId="{3DE22E55-B531-465F-AF28-9598698B9A9C}" sibTransId="{D9DDC830-C303-468F-A849-6EEB0091FEE9}"/>
    <dgm:cxn modelId="{0E429AC6-3F74-4029-8789-4A5DFEDE084C}" type="presOf" srcId="{A0CDF5CB-D3E0-421A-84C3-275A7D40BC1D}" destId="{A3FA447C-EA79-42EC-8F37-172381E22230}" srcOrd="0" destOrd="0" presId="urn:microsoft.com/office/officeart/2005/8/layout/vList2"/>
    <dgm:cxn modelId="{26008DED-00D9-4BC6-804C-5975D835CA06}" srcId="{85D9D93F-29CA-4674-9488-A1CAD25A70BD}" destId="{387A21A3-2421-48D5-B984-10E2A3C6487A}" srcOrd="6" destOrd="0" parTransId="{937668C1-89B5-4504-9488-8270B60EF45F}" sibTransId="{27B81F33-1497-4AC4-A63A-DC57B0FC8780}"/>
    <dgm:cxn modelId="{88F303F5-C6A5-45E5-94D1-3006537435EE}" type="presOf" srcId="{46097D0F-450F-489E-9819-4FA600E70956}" destId="{56B8DCE8-AA48-4F9D-9AF0-80AB0B230A62}" srcOrd="0" destOrd="0" presId="urn:microsoft.com/office/officeart/2005/8/layout/vList2"/>
    <dgm:cxn modelId="{9CD45031-DE07-40E2-89CF-80E492D48507}" type="presParOf" srcId="{722EF43F-C058-4FD3-A100-B3BA20B33824}" destId="{57CB79E6-487D-4D36-9948-FD660887F647}" srcOrd="0" destOrd="0" presId="urn:microsoft.com/office/officeart/2005/8/layout/vList2"/>
    <dgm:cxn modelId="{067D8D75-FD99-48A6-8CB4-BA88A91F4FB0}" type="presParOf" srcId="{722EF43F-C058-4FD3-A100-B3BA20B33824}" destId="{7C976BB5-EDA7-4C5F-84EA-0B885E493EC8}" srcOrd="1" destOrd="0" presId="urn:microsoft.com/office/officeart/2005/8/layout/vList2"/>
    <dgm:cxn modelId="{BCED0A02-9562-4358-B7B6-E7DC66FA8F28}" type="presParOf" srcId="{722EF43F-C058-4FD3-A100-B3BA20B33824}" destId="{1B6CDA67-8B22-4F34-9DD0-F113AC33E0A0}" srcOrd="2" destOrd="0" presId="urn:microsoft.com/office/officeart/2005/8/layout/vList2"/>
    <dgm:cxn modelId="{24E5B603-00DE-4DBA-B116-803CA557A86A}" type="presParOf" srcId="{722EF43F-C058-4FD3-A100-B3BA20B33824}" destId="{AED11187-9101-4C2A-8BBA-E385A0FD61B6}" srcOrd="3" destOrd="0" presId="urn:microsoft.com/office/officeart/2005/8/layout/vList2"/>
    <dgm:cxn modelId="{94C8825B-BC1B-467A-8502-E7379EC77953}" type="presParOf" srcId="{722EF43F-C058-4FD3-A100-B3BA20B33824}" destId="{03558D09-D544-4ABF-A14E-43944C63BEB4}" srcOrd="4" destOrd="0" presId="urn:microsoft.com/office/officeart/2005/8/layout/vList2"/>
    <dgm:cxn modelId="{5941C840-DA15-4F21-8945-E6AE1348AA61}" type="presParOf" srcId="{722EF43F-C058-4FD3-A100-B3BA20B33824}" destId="{5C982121-4D7F-429D-907C-88B76B31EE96}" srcOrd="5" destOrd="0" presId="urn:microsoft.com/office/officeart/2005/8/layout/vList2"/>
    <dgm:cxn modelId="{DC9E35E3-F57F-4D0A-B2B0-7910E241CAB5}" type="presParOf" srcId="{722EF43F-C058-4FD3-A100-B3BA20B33824}" destId="{A3FA447C-EA79-42EC-8F37-172381E22230}" srcOrd="6" destOrd="0" presId="urn:microsoft.com/office/officeart/2005/8/layout/vList2"/>
    <dgm:cxn modelId="{8E43074B-5017-4F17-9DCA-5A300F2E43DE}" type="presParOf" srcId="{722EF43F-C058-4FD3-A100-B3BA20B33824}" destId="{8285CA28-262B-4690-A435-FE3FEF96B935}" srcOrd="7" destOrd="0" presId="urn:microsoft.com/office/officeart/2005/8/layout/vList2"/>
    <dgm:cxn modelId="{2A5499D5-8478-46AB-AA62-EF7CD07EC8BC}" type="presParOf" srcId="{722EF43F-C058-4FD3-A100-B3BA20B33824}" destId="{56B8DCE8-AA48-4F9D-9AF0-80AB0B230A62}" srcOrd="8" destOrd="0" presId="urn:microsoft.com/office/officeart/2005/8/layout/vList2"/>
    <dgm:cxn modelId="{F9EE251A-F8F2-48CC-896B-4F18557F6579}" type="presParOf" srcId="{722EF43F-C058-4FD3-A100-B3BA20B33824}" destId="{F50EDEF6-A621-418E-B137-6F803A93DBE9}" srcOrd="9" destOrd="0" presId="urn:microsoft.com/office/officeart/2005/8/layout/vList2"/>
    <dgm:cxn modelId="{35F28C60-5C7A-4345-A33A-315A69A19DDA}" type="presParOf" srcId="{722EF43F-C058-4FD3-A100-B3BA20B33824}" destId="{33E07238-140F-4C0B-8800-D1177DE71DE3}" srcOrd="10" destOrd="0" presId="urn:microsoft.com/office/officeart/2005/8/layout/vList2"/>
    <dgm:cxn modelId="{5D73446B-EEC5-4A6B-ABD4-F0E4256068E9}" type="presParOf" srcId="{722EF43F-C058-4FD3-A100-B3BA20B33824}" destId="{71E5B224-323D-4B68-9F2E-5EAC531B6FA1}" srcOrd="11" destOrd="0" presId="urn:microsoft.com/office/officeart/2005/8/layout/vList2"/>
    <dgm:cxn modelId="{D3644C57-ECA3-408D-8A0F-9CC127F26DB8}" type="presParOf" srcId="{722EF43F-C058-4FD3-A100-B3BA20B33824}" destId="{29CE266C-39E3-4AA2-AFF5-D54237DA9EE4}" srcOrd="12" destOrd="0" presId="urn:microsoft.com/office/officeart/2005/8/layout/vList2"/>
    <dgm:cxn modelId="{BDA7330F-2B78-4158-B0E0-304BF72CDB00}" type="presParOf" srcId="{722EF43F-C058-4FD3-A100-B3BA20B33824}" destId="{38778C46-D96C-43A5-969D-5336ECF63E14}" srcOrd="13" destOrd="0" presId="urn:microsoft.com/office/officeart/2005/8/layout/vList2"/>
    <dgm:cxn modelId="{97F210A5-7474-4A49-A166-552ED4EB5AEA}" type="presParOf" srcId="{722EF43F-C058-4FD3-A100-B3BA20B33824}" destId="{C2CBC59B-DD6C-4549-B288-8007CD31AC26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016EBD-0731-4FBF-AF6A-4F335EB0FF2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796CD44-8C32-498D-9DB6-37908BE6E791}">
      <dgm:prSet/>
      <dgm:spPr/>
      <dgm:t>
        <a:bodyPr/>
        <a:lstStyle/>
        <a:p>
          <a:r>
            <a:rPr lang="en-US"/>
            <a:t>¿Qué tan rápido responde el sistema?</a:t>
          </a:r>
        </a:p>
      </dgm:t>
    </dgm:pt>
    <dgm:pt modelId="{A198CF77-41A3-40BE-85AD-B37D6AFD3138}" type="parTrans" cxnId="{CD3DEB90-56FF-4015-BCE1-B270A73D29BF}">
      <dgm:prSet/>
      <dgm:spPr/>
      <dgm:t>
        <a:bodyPr/>
        <a:lstStyle/>
        <a:p>
          <a:endParaRPr lang="en-US"/>
        </a:p>
      </dgm:t>
    </dgm:pt>
    <dgm:pt modelId="{9CDE46D8-5C44-430D-A6DF-49E34FDB02DF}" type="sibTrans" cxnId="{CD3DEB90-56FF-4015-BCE1-B270A73D29BF}">
      <dgm:prSet/>
      <dgm:spPr/>
      <dgm:t>
        <a:bodyPr/>
        <a:lstStyle/>
        <a:p>
          <a:endParaRPr lang="en-US"/>
        </a:p>
      </dgm:t>
    </dgm:pt>
    <dgm:pt modelId="{66E9EE21-6B7D-40A2-B830-F4525C91E171}">
      <dgm:prSet/>
      <dgm:spPr/>
      <dgm:t>
        <a:bodyPr/>
        <a:lstStyle/>
        <a:p>
          <a:r>
            <a:rPr lang="en-US"/>
            <a:t>¿Qué tan seguro es?</a:t>
          </a:r>
        </a:p>
      </dgm:t>
    </dgm:pt>
    <dgm:pt modelId="{2B364CC2-7086-4914-B3C0-02851B601093}" type="parTrans" cxnId="{A01986E3-3257-4F80-BC1F-82FDDDC5F5A9}">
      <dgm:prSet/>
      <dgm:spPr/>
      <dgm:t>
        <a:bodyPr/>
        <a:lstStyle/>
        <a:p>
          <a:endParaRPr lang="en-US"/>
        </a:p>
      </dgm:t>
    </dgm:pt>
    <dgm:pt modelId="{1448D0D1-19DC-4809-9B42-D550E5BF3667}" type="sibTrans" cxnId="{A01986E3-3257-4F80-BC1F-82FDDDC5F5A9}">
      <dgm:prSet/>
      <dgm:spPr/>
      <dgm:t>
        <a:bodyPr/>
        <a:lstStyle/>
        <a:p>
          <a:endParaRPr lang="en-US"/>
        </a:p>
      </dgm:t>
    </dgm:pt>
    <dgm:pt modelId="{60D6CD8E-BF40-48D6-B2D7-44CCD3668DCB}">
      <dgm:prSet/>
      <dgm:spPr/>
      <dgm:t>
        <a:bodyPr/>
        <a:lstStyle/>
        <a:p>
          <a:r>
            <a:rPr lang="en-US"/>
            <a:t>¿Qué tan fácil es modificarlo?</a:t>
          </a:r>
        </a:p>
      </dgm:t>
    </dgm:pt>
    <dgm:pt modelId="{0F20C288-AAF1-4C10-B6E7-C404D394A319}" type="parTrans" cxnId="{BBE384DE-6118-4888-A2C5-D1CEF851EDA0}">
      <dgm:prSet/>
      <dgm:spPr/>
      <dgm:t>
        <a:bodyPr/>
        <a:lstStyle/>
        <a:p>
          <a:endParaRPr lang="en-US"/>
        </a:p>
      </dgm:t>
    </dgm:pt>
    <dgm:pt modelId="{0D269F04-02B9-475E-B4FF-7F4BBB8C8557}" type="sibTrans" cxnId="{BBE384DE-6118-4888-A2C5-D1CEF851EDA0}">
      <dgm:prSet/>
      <dgm:spPr/>
      <dgm:t>
        <a:bodyPr/>
        <a:lstStyle/>
        <a:p>
          <a:endParaRPr lang="en-US"/>
        </a:p>
      </dgm:t>
    </dgm:pt>
    <dgm:pt modelId="{6F521474-814E-48DD-90D2-BD70E1B5963E}">
      <dgm:prSet/>
      <dgm:spPr/>
      <dgm:t>
        <a:bodyPr/>
        <a:lstStyle/>
        <a:p>
          <a:r>
            <a:rPr lang="en-US"/>
            <a:t>¿Qué tan confiable es en operación?</a:t>
          </a:r>
        </a:p>
      </dgm:t>
    </dgm:pt>
    <dgm:pt modelId="{BEAA6BCB-63A7-4724-8A0E-06B45EF12BF5}" type="parTrans" cxnId="{F91D56D6-6CF3-43FD-827B-2B9EEF596515}">
      <dgm:prSet/>
      <dgm:spPr/>
      <dgm:t>
        <a:bodyPr/>
        <a:lstStyle/>
        <a:p>
          <a:endParaRPr lang="en-US"/>
        </a:p>
      </dgm:t>
    </dgm:pt>
    <dgm:pt modelId="{9267744B-9F29-4399-A97B-CC6217305281}" type="sibTrans" cxnId="{F91D56D6-6CF3-43FD-827B-2B9EEF596515}">
      <dgm:prSet/>
      <dgm:spPr/>
      <dgm:t>
        <a:bodyPr/>
        <a:lstStyle/>
        <a:p>
          <a:endParaRPr lang="en-US"/>
        </a:p>
      </dgm:t>
    </dgm:pt>
    <dgm:pt modelId="{3119B039-11B8-4BC7-8B52-4887B44FA7A5}" type="pres">
      <dgm:prSet presAssocID="{F0016EBD-0731-4FBF-AF6A-4F335EB0FF24}" presName="root" presStyleCnt="0">
        <dgm:presLayoutVars>
          <dgm:dir/>
          <dgm:resizeHandles val="exact"/>
        </dgm:presLayoutVars>
      </dgm:prSet>
      <dgm:spPr/>
    </dgm:pt>
    <dgm:pt modelId="{460E733B-FE96-445C-9C8B-32FACA77FB08}" type="pres">
      <dgm:prSet presAssocID="{F796CD44-8C32-498D-9DB6-37908BE6E791}" presName="compNode" presStyleCnt="0"/>
      <dgm:spPr/>
    </dgm:pt>
    <dgm:pt modelId="{6ACBDB80-2263-4A59-81C1-FB01174EA561}" type="pres">
      <dgm:prSet presAssocID="{F796CD44-8C32-498D-9DB6-37908BE6E7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fe jacket"/>
        </a:ext>
      </dgm:extLst>
    </dgm:pt>
    <dgm:pt modelId="{F5BCB420-31AD-45AA-92AD-7CF748422961}" type="pres">
      <dgm:prSet presAssocID="{F796CD44-8C32-498D-9DB6-37908BE6E791}" presName="spaceRect" presStyleCnt="0"/>
      <dgm:spPr/>
    </dgm:pt>
    <dgm:pt modelId="{537263D4-CEED-4C26-A895-46B3B19CFBB2}" type="pres">
      <dgm:prSet presAssocID="{F796CD44-8C32-498D-9DB6-37908BE6E791}" presName="textRect" presStyleLbl="revTx" presStyleIdx="0" presStyleCnt="4">
        <dgm:presLayoutVars>
          <dgm:chMax val="1"/>
          <dgm:chPref val="1"/>
        </dgm:presLayoutVars>
      </dgm:prSet>
      <dgm:spPr/>
    </dgm:pt>
    <dgm:pt modelId="{A1EBAA79-2927-427F-88ED-44F5E190C7B3}" type="pres">
      <dgm:prSet presAssocID="{9CDE46D8-5C44-430D-A6DF-49E34FDB02DF}" presName="sibTrans" presStyleCnt="0"/>
      <dgm:spPr/>
    </dgm:pt>
    <dgm:pt modelId="{D8100194-D85F-4AFB-B5FF-B16072702050}" type="pres">
      <dgm:prSet presAssocID="{66E9EE21-6B7D-40A2-B830-F4525C91E171}" presName="compNode" presStyleCnt="0"/>
      <dgm:spPr/>
    </dgm:pt>
    <dgm:pt modelId="{15B5EC35-F218-46BD-8F88-CB7994B29BF4}" type="pres">
      <dgm:prSet presAssocID="{66E9EE21-6B7D-40A2-B830-F4525C91E17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ch umbrella"/>
        </a:ext>
      </dgm:extLst>
    </dgm:pt>
    <dgm:pt modelId="{E7B0E342-6AEF-4FCB-BB7E-5425BE8B8EDD}" type="pres">
      <dgm:prSet presAssocID="{66E9EE21-6B7D-40A2-B830-F4525C91E171}" presName="spaceRect" presStyleCnt="0"/>
      <dgm:spPr/>
    </dgm:pt>
    <dgm:pt modelId="{8E449738-BF7B-46B4-B115-D1BF1D2A6389}" type="pres">
      <dgm:prSet presAssocID="{66E9EE21-6B7D-40A2-B830-F4525C91E171}" presName="textRect" presStyleLbl="revTx" presStyleIdx="1" presStyleCnt="4">
        <dgm:presLayoutVars>
          <dgm:chMax val="1"/>
          <dgm:chPref val="1"/>
        </dgm:presLayoutVars>
      </dgm:prSet>
      <dgm:spPr/>
    </dgm:pt>
    <dgm:pt modelId="{290A58CC-60D5-47AD-A497-25BBCDBF8FC5}" type="pres">
      <dgm:prSet presAssocID="{1448D0D1-19DC-4809-9B42-D550E5BF3667}" presName="sibTrans" presStyleCnt="0"/>
      <dgm:spPr/>
    </dgm:pt>
    <dgm:pt modelId="{A05A9A48-DCB9-4CFC-8A08-BA10598BBA33}" type="pres">
      <dgm:prSet presAssocID="{60D6CD8E-BF40-48D6-B2D7-44CCD3668DCB}" presName="compNode" presStyleCnt="0"/>
      <dgm:spPr/>
    </dgm:pt>
    <dgm:pt modelId="{51C7F99D-A37B-492D-9EBA-E1E1E6C5F0AB}" type="pres">
      <dgm:prSet presAssocID="{60D6CD8E-BF40-48D6-B2D7-44CCD3668DC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hi"/>
        </a:ext>
      </dgm:extLst>
    </dgm:pt>
    <dgm:pt modelId="{AB3FA490-945E-4CA5-A568-7A3C880E78A9}" type="pres">
      <dgm:prSet presAssocID="{60D6CD8E-BF40-48D6-B2D7-44CCD3668DCB}" presName="spaceRect" presStyleCnt="0"/>
      <dgm:spPr/>
    </dgm:pt>
    <dgm:pt modelId="{043BA0A0-1B73-408F-B0CB-C7A360F2C450}" type="pres">
      <dgm:prSet presAssocID="{60D6CD8E-BF40-48D6-B2D7-44CCD3668DCB}" presName="textRect" presStyleLbl="revTx" presStyleIdx="2" presStyleCnt="4">
        <dgm:presLayoutVars>
          <dgm:chMax val="1"/>
          <dgm:chPref val="1"/>
        </dgm:presLayoutVars>
      </dgm:prSet>
      <dgm:spPr/>
    </dgm:pt>
    <dgm:pt modelId="{2B1797CD-0318-4259-BEF2-1E7349EDDABC}" type="pres">
      <dgm:prSet presAssocID="{0D269F04-02B9-475E-B4FF-7F4BBB8C8557}" presName="sibTrans" presStyleCnt="0"/>
      <dgm:spPr/>
    </dgm:pt>
    <dgm:pt modelId="{D9FAC36F-E3B3-4138-8D90-C203992F5488}" type="pres">
      <dgm:prSet presAssocID="{6F521474-814E-48DD-90D2-BD70E1B5963E}" presName="compNode" presStyleCnt="0"/>
      <dgm:spPr/>
    </dgm:pt>
    <dgm:pt modelId="{8DEC1C8F-6E55-4331-B696-94394271C856}" type="pres">
      <dgm:prSet presAssocID="{6F521474-814E-48DD-90D2-BD70E1B5963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7A28638B-32D9-4A61-924C-9C924561D70E}" type="pres">
      <dgm:prSet presAssocID="{6F521474-814E-48DD-90D2-BD70E1B5963E}" presName="spaceRect" presStyleCnt="0"/>
      <dgm:spPr/>
    </dgm:pt>
    <dgm:pt modelId="{41897467-324E-4614-BBB2-D5B098F546D1}" type="pres">
      <dgm:prSet presAssocID="{6F521474-814E-48DD-90D2-BD70E1B5963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AE66A68-C3AF-4280-9E5C-254287C6342D}" type="presOf" srcId="{F0016EBD-0731-4FBF-AF6A-4F335EB0FF24}" destId="{3119B039-11B8-4BC7-8B52-4887B44FA7A5}" srcOrd="0" destOrd="0" presId="urn:microsoft.com/office/officeart/2018/2/layout/IconLabelList"/>
    <dgm:cxn modelId="{8747247A-00BD-402A-9C96-A5D2C751A34C}" type="presOf" srcId="{60D6CD8E-BF40-48D6-B2D7-44CCD3668DCB}" destId="{043BA0A0-1B73-408F-B0CB-C7A360F2C450}" srcOrd="0" destOrd="0" presId="urn:microsoft.com/office/officeart/2018/2/layout/IconLabelList"/>
    <dgm:cxn modelId="{CD3DEB90-56FF-4015-BCE1-B270A73D29BF}" srcId="{F0016EBD-0731-4FBF-AF6A-4F335EB0FF24}" destId="{F796CD44-8C32-498D-9DB6-37908BE6E791}" srcOrd="0" destOrd="0" parTransId="{A198CF77-41A3-40BE-85AD-B37D6AFD3138}" sibTransId="{9CDE46D8-5C44-430D-A6DF-49E34FDB02DF}"/>
    <dgm:cxn modelId="{F91D56D6-6CF3-43FD-827B-2B9EEF596515}" srcId="{F0016EBD-0731-4FBF-AF6A-4F335EB0FF24}" destId="{6F521474-814E-48DD-90D2-BD70E1B5963E}" srcOrd="3" destOrd="0" parTransId="{BEAA6BCB-63A7-4724-8A0E-06B45EF12BF5}" sibTransId="{9267744B-9F29-4399-A97B-CC6217305281}"/>
    <dgm:cxn modelId="{BBE384DE-6118-4888-A2C5-D1CEF851EDA0}" srcId="{F0016EBD-0731-4FBF-AF6A-4F335EB0FF24}" destId="{60D6CD8E-BF40-48D6-B2D7-44CCD3668DCB}" srcOrd="2" destOrd="0" parTransId="{0F20C288-AAF1-4C10-B6E7-C404D394A319}" sibTransId="{0D269F04-02B9-475E-B4FF-7F4BBB8C8557}"/>
    <dgm:cxn modelId="{A01986E3-3257-4F80-BC1F-82FDDDC5F5A9}" srcId="{F0016EBD-0731-4FBF-AF6A-4F335EB0FF24}" destId="{66E9EE21-6B7D-40A2-B830-F4525C91E171}" srcOrd="1" destOrd="0" parTransId="{2B364CC2-7086-4914-B3C0-02851B601093}" sibTransId="{1448D0D1-19DC-4809-9B42-D550E5BF3667}"/>
    <dgm:cxn modelId="{0EDEA4E3-9AAA-47D1-991B-1B886A000E85}" type="presOf" srcId="{66E9EE21-6B7D-40A2-B830-F4525C91E171}" destId="{8E449738-BF7B-46B4-B115-D1BF1D2A6389}" srcOrd="0" destOrd="0" presId="urn:microsoft.com/office/officeart/2018/2/layout/IconLabelList"/>
    <dgm:cxn modelId="{C91499EB-4047-4EC0-B50E-7B3A7418F4D9}" type="presOf" srcId="{F796CD44-8C32-498D-9DB6-37908BE6E791}" destId="{537263D4-CEED-4C26-A895-46B3B19CFBB2}" srcOrd="0" destOrd="0" presId="urn:microsoft.com/office/officeart/2018/2/layout/IconLabelList"/>
    <dgm:cxn modelId="{49A4F8F2-AFE5-447B-BEEB-4E33206CD236}" type="presOf" srcId="{6F521474-814E-48DD-90D2-BD70E1B5963E}" destId="{41897467-324E-4614-BBB2-D5B098F546D1}" srcOrd="0" destOrd="0" presId="urn:microsoft.com/office/officeart/2018/2/layout/IconLabelList"/>
    <dgm:cxn modelId="{CE72E5CF-819E-47E3-A2A6-D9EB8F54E77A}" type="presParOf" srcId="{3119B039-11B8-4BC7-8B52-4887B44FA7A5}" destId="{460E733B-FE96-445C-9C8B-32FACA77FB08}" srcOrd="0" destOrd="0" presId="urn:microsoft.com/office/officeart/2018/2/layout/IconLabelList"/>
    <dgm:cxn modelId="{40B814C5-D28B-4511-9D84-F2854358FF01}" type="presParOf" srcId="{460E733B-FE96-445C-9C8B-32FACA77FB08}" destId="{6ACBDB80-2263-4A59-81C1-FB01174EA561}" srcOrd="0" destOrd="0" presId="urn:microsoft.com/office/officeart/2018/2/layout/IconLabelList"/>
    <dgm:cxn modelId="{D6558153-6107-41E0-B2A9-963D12F5FD32}" type="presParOf" srcId="{460E733B-FE96-445C-9C8B-32FACA77FB08}" destId="{F5BCB420-31AD-45AA-92AD-7CF748422961}" srcOrd="1" destOrd="0" presId="urn:microsoft.com/office/officeart/2018/2/layout/IconLabelList"/>
    <dgm:cxn modelId="{03A6FE20-4DFC-402F-A4D8-5F6AAC2FDE02}" type="presParOf" srcId="{460E733B-FE96-445C-9C8B-32FACA77FB08}" destId="{537263D4-CEED-4C26-A895-46B3B19CFBB2}" srcOrd="2" destOrd="0" presId="urn:microsoft.com/office/officeart/2018/2/layout/IconLabelList"/>
    <dgm:cxn modelId="{B620A246-3513-47A8-9E18-40D07899FFEB}" type="presParOf" srcId="{3119B039-11B8-4BC7-8B52-4887B44FA7A5}" destId="{A1EBAA79-2927-427F-88ED-44F5E190C7B3}" srcOrd="1" destOrd="0" presId="urn:microsoft.com/office/officeart/2018/2/layout/IconLabelList"/>
    <dgm:cxn modelId="{B9E18AD1-32E2-4969-988E-EC58A0C25F18}" type="presParOf" srcId="{3119B039-11B8-4BC7-8B52-4887B44FA7A5}" destId="{D8100194-D85F-4AFB-B5FF-B16072702050}" srcOrd="2" destOrd="0" presId="urn:microsoft.com/office/officeart/2018/2/layout/IconLabelList"/>
    <dgm:cxn modelId="{DF71E06C-17B5-436F-8194-0B4A315C8246}" type="presParOf" srcId="{D8100194-D85F-4AFB-B5FF-B16072702050}" destId="{15B5EC35-F218-46BD-8F88-CB7994B29BF4}" srcOrd="0" destOrd="0" presId="urn:microsoft.com/office/officeart/2018/2/layout/IconLabelList"/>
    <dgm:cxn modelId="{87E16F8D-D216-40BC-904B-7D2227E9671E}" type="presParOf" srcId="{D8100194-D85F-4AFB-B5FF-B16072702050}" destId="{E7B0E342-6AEF-4FCB-BB7E-5425BE8B8EDD}" srcOrd="1" destOrd="0" presId="urn:microsoft.com/office/officeart/2018/2/layout/IconLabelList"/>
    <dgm:cxn modelId="{BAD4A827-FBB6-4940-B82D-D0F9C3A14C98}" type="presParOf" srcId="{D8100194-D85F-4AFB-B5FF-B16072702050}" destId="{8E449738-BF7B-46B4-B115-D1BF1D2A6389}" srcOrd="2" destOrd="0" presId="urn:microsoft.com/office/officeart/2018/2/layout/IconLabelList"/>
    <dgm:cxn modelId="{414C0E69-FD3A-48D0-8BB5-38F1E814E99B}" type="presParOf" srcId="{3119B039-11B8-4BC7-8B52-4887B44FA7A5}" destId="{290A58CC-60D5-47AD-A497-25BBCDBF8FC5}" srcOrd="3" destOrd="0" presId="urn:microsoft.com/office/officeart/2018/2/layout/IconLabelList"/>
    <dgm:cxn modelId="{585BCD59-955F-4AFD-B242-D9298507EBC5}" type="presParOf" srcId="{3119B039-11B8-4BC7-8B52-4887B44FA7A5}" destId="{A05A9A48-DCB9-4CFC-8A08-BA10598BBA33}" srcOrd="4" destOrd="0" presId="urn:microsoft.com/office/officeart/2018/2/layout/IconLabelList"/>
    <dgm:cxn modelId="{C150ABB6-29C1-41EC-9BE4-EAD4EC4F79D3}" type="presParOf" srcId="{A05A9A48-DCB9-4CFC-8A08-BA10598BBA33}" destId="{51C7F99D-A37B-492D-9EBA-E1E1E6C5F0AB}" srcOrd="0" destOrd="0" presId="urn:microsoft.com/office/officeart/2018/2/layout/IconLabelList"/>
    <dgm:cxn modelId="{012CC021-9A8D-42FB-AFD2-B3372EB34E57}" type="presParOf" srcId="{A05A9A48-DCB9-4CFC-8A08-BA10598BBA33}" destId="{AB3FA490-945E-4CA5-A568-7A3C880E78A9}" srcOrd="1" destOrd="0" presId="urn:microsoft.com/office/officeart/2018/2/layout/IconLabelList"/>
    <dgm:cxn modelId="{6A633FD7-384B-4FBA-873A-CB7FBEEE8038}" type="presParOf" srcId="{A05A9A48-DCB9-4CFC-8A08-BA10598BBA33}" destId="{043BA0A0-1B73-408F-B0CB-C7A360F2C450}" srcOrd="2" destOrd="0" presId="urn:microsoft.com/office/officeart/2018/2/layout/IconLabelList"/>
    <dgm:cxn modelId="{587CDBFD-CFED-4214-A31D-ECD45078B0AE}" type="presParOf" srcId="{3119B039-11B8-4BC7-8B52-4887B44FA7A5}" destId="{2B1797CD-0318-4259-BEF2-1E7349EDDABC}" srcOrd="5" destOrd="0" presId="urn:microsoft.com/office/officeart/2018/2/layout/IconLabelList"/>
    <dgm:cxn modelId="{62023B84-C989-4B81-94DF-927871624765}" type="presParOf" srcId="{3119B039-11B8-4BC7-8B52-4887B44FA7A5}" destId="{D9FAC36F-E3B3-4138-8D90-C203992F5488}" srcOrd="6" destOrd="0" presId="urn:microsoft.com/office/officeart/2018/2/layout/IconLabelList"/>
    <dgm:cxn modelId="{77FFC36C-0114-4D9F-914B-E626C51B0844}" type="presParOf" srcId="{D9FAC36F-E3B3-4138-8D90-C203992F5488}" destId="{8DEC1C8F-6E55-4331-B696-94394271C856}" srcOrd="0" destOrd="0" presId="urn:microsoft.com/office/officeart/2018/2/layout/IconLabelList"/>
    <dgm:cxn modelId="{C7D262FC-319C-4BCC-A297-4801E30F69C3}" type="presParOf" srcId="{D9FAC36F-E3B3-4138-8D90-C203992F5488}" destId="{7A28638B-32D9-4A61-924C-9C924561D70E}" srcOrd="1" destOrd="0" presId="urn:microsoft.com/office/officeart/2018/2/layout/IconLabelList"/>
    <dgm:cxn modelId="{1F92C1FE-C8A2-44F7-9744-0E3F787E4BF2}" type="presParOf" srcId="{D9FAC36F-E3B3-4138-8D90-C203992F5488}" destId="{41897467-324E-4614-BBB2-D5B098F546D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7B5F6-CC95-49E1-A558-A5EBCFE78ECE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2E25F6-8431-41B5-8E51-96B1F2671F83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F5C7E-DBBF-4D0A-BC9F-36B5A8ECAC3C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Comprender la evolución del software y su impacto en la forma de trabajar</a:t>
          </a:r>
        </a:p>
      </dsp:txBody>
      <dsp:txXfrm>
        <a:off x="1339618" y="2288"/>
        <a:ext cx="5024605" cy="1159843"/>
      </dsp:txXfrm>
    </dsp:sp>
    <dsp:sp modelId="{BFCA9FDA-27C0-464B-AD83-F59DE24C76F2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53E8F4-8300-42CC-BD44-5EC7CC8649EE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19F5BE-0715-42A0-8AB5-2B20BE60B1CB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Analizar por qué fallan los proyectos de software</a:t>
          </a:r>
        </a:p>
      </dsp:txBody>
      <dsp:txXfrm>
        <a:off x="1339618" y="1452092"/>
        <a:ext cx="5024605" cy="1159843"/>
      </dsp:txXfrm>
    </dsp:sp>
    <dsp:sp modelId="{6A44C20A-FBCF-43D7-9E24-16E17014CCC1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AAEE74-0D6F-4ED0-8A47-B133EFD88E2F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19753-3E46-4A1F-811C-77FF21DACE15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Entender el software como un </a:t>
          </a:r>
          <a:r>
            <a:rPr lang="en-US" sz="2100" b="1" kern="1200"/>
            <a:t>producto que se diseña, se opera y se mantiene</a:t>
          </a:r>
          <a:endParaRPr lang="en-US" sz="2100" kern="1200"/>
        </a:p>
      </dsp:txBody>
      <dsp:txXfrm>
        <a:off x="1339618" y="2901896"/>
        <a:ext cx="5024605" cy="1159843"/>
      </dsp:txXfrm>
    </dsp:sp>
    <dsp:sp modelId="{2107D00C-87BB-4E3C-9429-CF581662F9C2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EAD995-CEFC-4D79-A8BB-7BFA553CB930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FB7F7C-E492-4BF5-B621-DE0D6C33C286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Reconocer que la </a:t>
          </a:r>
          <a:r>
            <a:rPr lang="en-US" sz="2100" b="1" kern="1200"/>
            <a:t>calidad se diseña y se mide</a:t>
          </a:r>
          <a:r>
            <a:rPr lang="en-US" sz="2100" kern="1200"/>
            <a:t>, no es accidental</a:t>
          </a:r>
        </a:p>
      </dsp:txBody>
      <dsp:txXfrm>
        <a:off x="1339618" y="4351700"/>
        <a:ext cx="5024605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72DAEA-A8EB-47EB-9620-77CA14E87732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EF0BB-604D-4EF8-8D6B-E57578E699F0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2DDE2D-F84F-4DA3-A4F7-6A00A6683A05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El software no siempre fue una disciplina de ingeniería</a:t>
          </a:r>
        </a:p>
      </dsp:txBody>
      <dsp:txXfrm>
        <a:off x="1844034" y="682"/>
        <a:ext cx="4401230" cy="1596566"/>
      </dsp:txXfrm>
    </dsp:sp>
    <dsp:sp modelId="{084674B1-2038-4AD8-835B-D0684FC2430F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DAD48F-0C8B-4297-BB1E-0A87A79DAD1F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319B64-5384-44A6-8CF9-FA588298CB36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Las prácticas actuales nacen como respuesta a errores del pasado</a:t>
          </a:r>
        </a:p>
      </dsp:txBody>
      <dsp:txXfrm>
        <a:off x="1844034" y="1996390"/>
        <a:ext cx="4401230" cy="1596566"/>
      </dsp:txXfrm>
    </dsp:sp>
    <dsp:sp modelId="{818E00AA-9268-4BBE-8DCF-BB02D0B461CC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720CC-AF15-4A7B-89CE-CF6237B1B976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A2DDF-5457-4EC8-827B-503FC9BACA2F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Entender la evolución permite </a:t>
          </a:r>
          <a:r>
            <a:rPr lang="en-US" sz="2500" b="1" kern="1200"/>
            <a:t>no repetir los mismos fallos</a:t>
          </a:r>
          <a:endParaRPr lang="en-US" sz="2500" kern="1200"/>
        </a:p>
      </dsp:txBody>
      <dsp:txXfrm>
        <a:off x="1844034" y="3992098"/>
        <a:ext cx="4401230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78BC4-A71C-47FD-AFDD-ED49A2C18B82}">
      <dsp:nvSpPr>
        <dsp:cNvPr id="0" name=""/>
        <dsp:cNvSpPr/>
      </dsp:nvSpPr>
      <dsp:spPr>
        <a:xfrm>
          <a:off x="1776729" y="0"/>
          <a:ext cx="6962140" cy="4351338"/>
        </a:xfrm>
        <a:prstGeom prst="swooshArrow">
          <a:avLst>
            <a:gd name="adj1" fmla="val 25000"/>
            <a:gd name="adj2" fmla="val 25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2BF6E2-817A-42C8-BA04-D7DF0280E976}">
      <dsp:nvSpPr>
        <dsp:cNvPr id="0" name=""/>
        <dsp:cNvSpPr/>
      </dsp:nvSpPr>
      <dsp:spPr>
        <a:xfrm>
          <a:off x="2462500" y="3235654"/>
          <a:ext cx="160129" cy="16012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C6CB3A-7F0D-4007-B4EB-A93507BDEDFB}">
      <dsp:nvSpPr>
        <dsp:cNvPr id="0" name=""/>
        <dsp:cNvSpPr/>
      </dsp:nvSpPr>
      <dsp:spPr>
        <a:xfrm>
          <a:off x="2542565" y="3315719"/>
          <a:ext cx="912040" cy="1035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49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Años 50–60: Programación artesanal</a:t>
          </a:r>
        </a:p>
      </dsp:txBody>
      <dsp:txXfrm>
        <a:off x="2542565" y="3315719"/>
        <a:ext cx="912040" cy="1035618"/>
      </dsp:txXfrm>
    </dsp:sp>
    <dsp:sp modelId="{9293D8B4-8858-4F1F-B8F1-33947DFBC3DE}">
      <dsp:nvSpPr>
        <dsp:cNvPr id="0" name=""/>
        <dsp:cNvSpPr/>
      </dsp:nvSpPr>
      <dsp:spPr>
        <a:xfrm>
          <a:off x="3329286" y="2402808"/>
          <a:ext cx="250637" cy="250637"/>
        </a:xfrm>
        <a:prstGeom prst="ellipse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998FE-6076-4EA7-B806-9DA84ACDC62D}">
      <dsp:nvSpPr>
        <dsp:cNvPr id="0" name=""/>
        <dsp:cNvSpPr/>
      </dsp:nvSpPr>
      <dsp:spPr>
        <a:xfrm>
          <a:off x="3454605" y="2528127"/>
          <a:ext cx="1155715" cy="1823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807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Años 70: Crisis del software</a:t>
          </a:r>
        </a:p>
      </dsp:txBody>
      <dsp:txXfrm>
        <a:off x="3454605" y="2528127"/>
        <a:ext cx="1155715" cy="1823210"/>
      </dsp:txXfrm>
    </dsp:sp>
    <dsp:sp modelId="{5258C126-B1C0-4467-99CE-C42DCD9F37B9}">
      <dsp:nvSpPr>
        <dsp:cNvPr id="0" name=""/>
        <dsp:cNvSpPr/>
      </dsp:nvSpPr>
      <dsp:spPr>
        <a:xfrm>
          <a:off x="4443229" y="1738794"/>
          <a:ext cx="334182" cy="334182"/>
        </a:xfrm>
        <a:prstGeom prst="ellipse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D002A-1F98-4500-AB65-9AD498BF58D2}">
      <dsp:nvSpPr>
        <dsp:cNvPr id="0" name=""/>
        <dsp:cNvSpPr/>
      </dsp:nvSpPr>
      <dsp:spPr>
        <a:xfrm>
          <a:off x="4610320" y="1905886"/>
          <a:ext cx="1343693" cy="2445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077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Años 80–90: Metodologías tradicionales</a:t>
          </a:r>
        </a:p>
      </dsp:txBody>
      <dsp:txXfrm>
        <a:off x="4610320" y="1905886"/>
        <a:ext cx="1343693" cy="2445451"/>
      </dsp:txXfrm>
    </dsp:sp>
    <dsp:sp modelId="{A7F2B863-2FC3-4E3A-8F1F-92A55BEB99C5}">
      <dsp:nvSpPr>
        <dsp:cNvPr id="0" name=""/>
        <dsp:cNvSpPr/>
      </dsp:nvSpPr>
      <dsp:spPr>
        <a:xfrm>
          <a:off x="5738187" y="1220115"/>
          <a:ext cx="431652" cy="431652"/>
        </a:xfrm>
        <a:prstGeom prst="ellipse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2A187-41A0-49FF-98FB-5FAFC1F592B0}">
      <dsp:nvSpPr>
        <dsp:cNvPr id="0" name=""/>
        <dsp:cNvSpPr/>
      </dsp:nvSpPr>
      <dsp:spPr>
        <a:xfrm>
          <a:off x="5954014" y="1435941"/>
          <a:ext cx="1392428" cy="2915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724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Años 2000: Metodologías ágiles</a:t>
          </a:r>
        </a:p>
      </dsp:txBody>
      <dsp:txXfrm>
        <a:off x="5954014" y="1435941"/>
        <a:ext cx="1392428" cy="2915396"/>
      </dsp:txXfrm>
    </dsp:sp>
    <dsp:sp modelId="{4AD16C9B-592E-4190-8274-CEB4FBE46356}">
      <dsp:nvSpPr>
        <dsp:cNvPr id="0" name=""/>
        <dsp:cNvSpPr/>
      </dsp:nvSpPr>
      <dsp:spPr>
        <a:xfrm>
          <a:off x="7071437" y="873748"/>
          <a:ext cx="550009" cy="550009"/>
        </a:xfrm>
        <a:prstGeom prst="ellips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D57051-995D-401F-8625-D1EA298EF3ED}">
      <dsp:nvSpPr>
        <dsp:cNvPr id="0" name=""/>
        <dsp:cNvSpPr/>
      </dsp:nvSpPr>
      <dsp:spPr>
        <a:xfrm>
          <a:off x="7346442" y="1148753"/>
          <a:ext cx="1392428" cy="3202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438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Actualidad: DevOps, Cloud, Arquitectura</a:t>
          </a:r>
        </a:p>
      </dsp:txBody>
      <dsp:txXfrm>
        <a:off x="7346442" y="1148753"/>
        <a:ext cx="1392428" cy="32025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73849-F171-4A0B-9C6E-661C015A98D5}">
      <dsp:nvSpPr>
        <dsp:cNvPr id="0" name=""/>
        <dsp:cNvSpPr/>
      </dsp:nvSpPr>
      <dsp:spPr>
        <a:xfrm>
          <a:off x="3243197" y="784453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9128" y="827002"/>
        <a:ext cx="31708" cy="6341"/>
      </dsp:txXfrm>
    </dsp:sp>
    <dsp:sp modelId="{4BC57213-F70B-45DB-B89B-BDEBAAC706B6}">
      <dsp:nvSpPr>
        <dsp:cNvPr id="0" name=""/>
        <dsp:cNvSpPr/>
      </dsp:nvSpPr>
      <dsp:spPr>
        <a:xfrm>
          <a:off x="487732" y="2994"/>
          <a:ext cx="2757264" cy="16543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Se construye</a:t>
          </a:r>
        </a:p>
      </dsp:txBody>
      <dsp:txXfrm>
        <a:off x="487732" y="2994"/>
        <a:ext cx="2757264" cy="1654358"/>
      </dsp:txXfrm>
    </dsp:sp>
    <dsp:sp modelId="{FBD952B5-ABD4-4197-9325-4C0BB9614B18}">
      <dsp:nvSpPr>
        <dsp:cNvPr id="0" name=""/>
        <dsp:cNvSpPr/>
      </dsp:nvSpPr>
      <dsp:spPr>
        <a:xfrm>
          <a:off x="6634632" y="784453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20563" y="827002"/>
        <a:ext cx="31708" cy="6341"/>
      </dsp:txXfrm>
    </dsp:sp>
    <dsp:sp modelId="{E218F269-D020-4587-A451-173C29E47B37}">
      <dsp:nvSpPr>
        <dsp:cNvPr id="0" name=""/>
        <dsp:cNvSpPr/>
      </dsp:nvSpPr>
      <dsp:spPr>
        <a:xfrm>
          <a:off x="3879167" y="2994"/>
          <a:ext cx="2757264" cy="1654358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Se entrega</a:t>
          </a:r>
        </a:p>
      </dsp:txBody>
      <dsp:txXfrm>
        <a:off x="3879167" y="2994"/>
        <a:ext cx="2757264" cy="1654358"/>
      </dsp:txXfrm>
    </dsp:sp>
    <dsp:sp modelId="{08B6D90A-A0D0-45B4-8855-0F91EDE23E7D}">
      <dsp:nvSpPr>
        <dsp:cNvPr id="0" name=""/>
        <dsp:cNvSpPr/>
      </dsp:nvSpPr>
      <dsp:spPr>
        <a:xfrm>
          <a:off x="1866364" y="1655552"/>
          <a:ext cx="6782870" cy="603570"/>
        </a:xfrm>
        <a:custGeom>
          <a:avLst/>
          <a:gdLst/>
          <a:ahLst/>
          <a:cxnLst/>
          <a:rect l="0" t="0" r="0" b="0"/>
          <a:pathLst>
            <a:path>
              <a:moveTo>
                <a:pt x="6782870" y="0"/>
              </a:moveTo>
              <a:lnTo>
                <a:pt x="6782870" y="318885"/>
              </a:lnTo>
              <a:lnTo>
                <a:pt x="0" y="318885"/>
              </a:lnTo>
              <a:lnTo>
                <a:pt x="0" y="603570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7488" y="1954167"/>
        <a:ext cx="340622" cy="6341"/>
      </dsp:txXfrm>
    </dsp:sp>
    <dsp:sp modelId="{89BBC6A3-129C-487B-B666-07739BB9CBB3}">
      <dsp:nvSpPr>
        <dsp:cNvPr id="0" name=""/>
        <dsp:cNvSpPr/>
      </dsp:nvSpPr>
      <dsp:spPr>
        <a:xfrm>
          <a:off x="7270602" y="2994"/>
          <a:ext cx="2757264" cy="1654358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Se usa</a:t>
          </a:r>
        </a:p>
      </dsp:txBody>
      <dsp:txXfrm>
        <a:off x="7270602" y="2994"/>
        <a:ext cx="2757264" cy="1654358"/>
      </dsp:txXfrm>
    </dsp:sp>
    <dsp:sp modelId="{C5593E8E-4614-497F-BB54-0E30C36CBF4B}">
      <dsp:nvSpPr>
        <dsp:cNvPr id="0" name=""/>
        <dsp:cNvSpPr/>
      </dsp:nvSpPr>
      <dsp:spPr>
        <a:xfrm>
          <a:off x="3243197" y="3072982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9128" y="3115531"/>
        <a:ext cx="31708" cy="6341"/>
      </dsp:txXfrm>
    </dsp:sp>
    <dsp:sp modelId="{F9C42573-4091-4E3C-B520-A4B876F030AC}">
      <dsp:nvSpPr>
        <dsp:cNvPr id="0" name=""/>
        <dsp:cNvSpPr/>
      </dsp:nvSpPr>
      <dsp:spPr>
        <a:xfrm>
          <a:off x="487732" y="2291523"/>
          <a:ext cx="2757264" cy="1654358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Se opera</a:t>
          </a:r>
        </a:p>
      </dsp:txBody>
      <dsp:txXfrm>
        <a:off x="487732" y="2291523"/>
        <a:ext cx="2757264" cy="1654358"/>
      </dsp:txXfrm>
    </dsp:sp>
    <dsp:sp modelId="{BFD6912D-086B-418F-83DD-91D3C2F00A5A}">
      <dsp:nvSpPr>
        <dsp:cNvPr id="0" name=""/>
        <dsp:cNvSpPr/>
      </dsp:nvSpPr>
      <dsp:spPr>
        <a:xfrm>
          <a:off x="6634632" y="3072982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20563" y="3115531"/>
        <a:ext cx="31708" cy="6341"/>
      </dsp:txXfrm>
    </dsp:sp>
    <dsp:sp modelId="{D4D3EC29-05AE-4DC7-9B6A-A63AC07A86A6}">
      <dsp:nvSpPr>
        <dsp:cNvPr id="0" name=""/>
        <dsp:cNvSpPr/>
      </dsp:nvSpPr>
      <dsp:spPr>
        <a:xfrm>
          <a:off x="3879167" y="2291523"/>
          <a:ext cx="2757264" cy="1654358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Se mantiene</a:t>
          </a:r>
        </a:p>
      </dsp:txBody>
      <dsp:txXfrm>
        <a:off x="3879167" y="2291523"/>
        <a:ext cx="2757264" cy="1654358"/>
      </dsp:txXfrm>
    </dsp:sp>
    <dsp:sp modelId="{EECBD3B1-933E-436C-BB85-FC9F942FAB46}">
      <dsp:nvSpPr>
        <dsp:cNvPr id="0" name=""/>
        <dsp:cNvSpPr/>
      </dsp:nvSpPr>
      <dsp:spPr>
        <a:xfrm>
          <a:off x="7270602" y="2291523"/>
          <a:ext cx="2757264" cy="1654358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Evoluciona en el tiempo</a:t>
          </a:r>
        </a:p>
      </dsp:txBody>
      <dsp:txXfrm>
        <a:off x="7270602" y="2291523"/>
        <a:ext cx="2757264" cy="16543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B9DF9-4077-45C3-8635-82BE0E80111E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10E18E-A35D-49E5-8578-C7977A5F27E9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80858-F824-45DA-948B-F18AA065322A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Código fuente</a:t>
          </a:r>
        </a:p>
      </dsp:txBody>
      <dsp:txXfrm>
        <a:off x="889864" y="1808"/>
        <a:ext cx="5355400" cy="770445"/>
      </dsp:txXfrm>
    </dsp:sp>
    <dsp:sp modelId="{643E3068-C59D-4C83-B836-33629A08C8E8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790565-D31C-4815-BC1D-AD4C9D417E76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DBA4C-61CE-4A17-B5CE-7683985FB018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Documentación</a:t>
          </a:r>
        </a:p>
      </dsp:txBody>
      <dsp:txXfrm>
        <a:off x="889864" y="964865"/>
        <a:ext cx="5355400" cy="770445"/>
      </dsp:txXfrm>
    </dsp:sp>
    <dsp:sp modelId="{747640F9-6555-40A4-AAFD-62174E946020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C00D8-F42F-4EFC-A1DE-A8C3D90C28C5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0BA3B-E68C-4EBE-926A-09AA20A2E49E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Configuración</a:t>
          </a:r>
        </a:p>
      </dsp:txBody>
      <dsp:txXfrm>
        <a:off x="889864" y="1927922"/>
        <a:ext cx="5355400" cy="770445"/>
      </dsp:txXfrm>
    </dsp:sp>
    <dsp:sp modelId="{CAA2E379-DCE3-4059-B969-0AB10F88811D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E09D4-66AE-4BA1-AC88-6C0369183776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B137BB-D9B5-4BA7-8211-CFE220BE378D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Datos</a:t>
          </a:r>
        </a:p>
      </dsp:txBody>
      <dsp:txXfrm>
        <a:off x="889864" y="2890979"/>
        <a:ext cx="5355400" cy="770445"/>
      </dsp:txXfrm>
    </dsp:sp>
    <dsp:sp modelId="{2D0555B3-BA08-4787-B766-FA0A2ABBE70B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4C744E-F116-4414-9216-F73ECC6D3AA3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54B87-D33C-4E5C-9AFB-5B5E7302EAD9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Usuarios</a:t>
          </a:r>
        </a:p>
      </dsp:txBody>
      <dsp:txXfrm>
        <a:off x="889864" y="3854036"/>
        <a:ext cx="5355400" cy="770445"/>
      </dsp:txXfrm>
    </dsp:sp>
    <dsp:sp modelId="{C9BC1AD8-2478-4F90-B9B4-54DB660B8BA1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1423FE-E2DA-4A16-B8AE-761F63A14B74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513144-FD57-4E5E-9F2E-F369434CA1B1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Operación y soporte</a:t>
          </a:r>
        </a:p>
      </dsp:txBody>
      <dsp:txXfrm>
        <a:off x="889864" y="4817093"/>
        <a:ext cx="5355400" cy="7704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CB79E6-487D-4D36-9948-FD660887F647}">
      <dsp:nvSpPr>
        <dsp:cNvPr id="0" name=""/>
        <dsp:cNvSpPr/>
      </dsp:nvSpPr>
      <dsp:spPr>
        <a:xfrm>
          <a:off x="0" y="17959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 calidad </a:t>
          </a:r>
          <a:r>
            <a:rPr lang="en-US" sz="2500" b="1" kern="1200"/>
            <a:t>no es solo que funcione</a:t>
          </a:r>
          <a:endParaRPr lang="en-US" sz="2500" kern="1200"/>
        </a:p>
      </dsp:txBody>
      <dsp:txXfrm>
        <a:off x="29985" y="47944"/>
        <a:ext cx="6606863" cy="554280"/>
      </dsp:txXfrm>
    </dsp:sp>
    <dsp:sp modelId="{1B6CDA67-8B22-4F34-9DD0-F113AC33E0A0}">
      <dsp:nvSpPr>
        <dsp:cNvPr id="0" name=""/>
        <dsp:cNvSpPr/>
      </dsp:nvSpPr>
      <dsp:spPr>
        <a:xfrm>
          <a:off x="0" y="704209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920516"/>
                <a:satOff val="-2642"/>
                <a:lumOff val="-42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920516"/>
                <a:satOff val="-2642"/>
                <a:lumOff val="-42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920516"/>
                <a:satOff val="-2642"/>
                <a:lumOff val="-42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Incluye atributos como:</a:t>
          </a:r>
        </a:p>
      </dsp:txBody>
      <dsp:txXfrm>
        <a:off x="29985" y="734194"/>
        <a:ext cx="6606863" cy="554280"/>
      </dsp:txXfrm>
    </dsp:sp>
    <dsp:sp modelId="{03558D09-D544-4ABF-A14E-43944C63BEB4}">
      <dsp:nvSpPr>
        <dsp:cNvPr id="0" name=""/>
        <dsp:cNvSpPr/>
      </dsp:nvSpPr>
      <dsp:spPr>
        <a:xfrm>
          <a:off x="0" y="1390459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1841033"/>
                <a:satOff val="-5284"/>
                <a:lumOff val="-84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841033"/>
                <a:satOff val="-5284"/>
                <a:lumOff val="-84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841033"/>
                <a:satOff val="-5284"/>
                <a:lumOff val="-84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Funcionalidad</a:t>
          </a:r>
        </a:p>
      </dsp:txBody>
      <dsp:txXfrm>
        <a:off x="29985" y="1420444"/>
        <a:ext cx="6606863" cy="554280"/>
      </dsp:txXfrm>
    </dsp:sp>
    <dsp:sp modelId="{A3FA447C-EA79-42EC-8F37-172381E22230}">
      <dsp:nvSpPr>
        <dsp:cNvPr id="0" name=""/>
        <dsp:cNvSpPr/>
      </dsp:nvSpPr>
      <dsp:spPr>
        <a:xfrm>
          <a:off x="0" y="2076710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2761549"/>
                <a:satOff val="-7926"/>
                <a:lumOff val="-126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761549"/>
                <a:satOff val="-7926"/>
                <a:lumOff val="-126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761549"/>
                <a:satOff val="-7926"/>
                <a:lumOff val="-126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Rendimiento</a:t>
          </a:r>
        </a:p>
      </dsp:txBody>
      <dsp:txXfrm>
        <a:off x="29985" y="2106695"/>
        <a:ext cx="6606863" cy="554280"/>
      </dsp:txXfrm>
    </dsp:sp>
    <dsp:sp modelId="{56B8DCE8-AA48-4F9D-9AF0-80AB0B230A62}">
      <dsp:nvSpPr>
        <dsp:cNvPr id="0" name=""/>
        <dsp:cNvSpPr/>
      </dsp:nvSpPr>
      <dsp:spPr>
        <a:xfrm>
          <a:off x="0" y="2762960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3682065"/>
                <a:satOff val="-10567"/>
                <a:lumOff val="-169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682065"/>
                <a:satOff val="-10567"/>
                <a:lumOff val="-169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682065"/>
                <a:satOff val="-10567"/>
                <a:lumOff val="-169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Seguridad</a:t>
          </a:r>
        </a:p>
      </dsp:txBody>
      <dsp:txXfrm>
        <a:off x="29985" y="2792945"/>
        <a:ext cx="6606863" cy="554280"/>
      </dsp:txXfrm>
    </dsp:sp>
    <dsp:sp modelId="{33E07238-140F-4C0B-8800-D1177DE71DE3}">
      <dsp:nvSpPr>
        <dsp:cNvPr id="0" name=""/>
        <dsp:cNvSpPr/>
      </dsp:nvSpPr>
      <dsp:spPr>
        <a:xfrm>
          <a:off x="0" y="3449210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4602581"/>
                <a:satOff val="-13209"/>
                <a:lumOff val="-211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602581"/>
                <a:satOff val="-13209"/>
                <a:lumOff val="-211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602581"/>
                <a:satOff val="-13209"/>
                <a:lumOff val="-211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Usabilidad</a:t>
          </a:r>
        </a:p>
      </dsp:txBody>
      <dsp:txXfrm>
        <a:off x="29985" y="3479195"/>
        <a:ext cx="6606863" cy="554280"/>
      </dsp:txXfrm>
    </dsp:sp>
    <dsp:sp modelId="{29CE266C-39E3-4AA2-AFF5-D54237DA9EE4}">
      <dsp:nvSpPr>
        <dsp:cNvPr id="0" name=""/>
        <dsp:cNvSpPr/>
      </dsp:nvSpPr>
      <dsp:spPr>
        <a:xfrm>
          <a:off x="0" y="4135460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5523098"/>
                <a:satOff val="-15851"/>
                <a:lumOff val="-2537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523098"/>
                <a:satOff val="-15851"/>
                <a:lumOff val="-2537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523098"/>
                <a:satOff val="-15851"/>
                <a:lumOff val="-2537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Confiabilidad</a:t>
          </a:r>
        </a:p>
      </dsp:txBody>
      <dsp:txXfrm>
        <a:off x="29985" y="4165445"/>
        <a:ext cx="6606863" cy="554280"/>
      </dsp:txXfrm>
    </dsp:sp>
    <dsp:sp modelId="{C2CBC59B-DD6C-4549-B288-8007CD31AC26}">
      <dsp:nvSpPr>
        <dsp:cNvPr id="0" name=""/>
        <dsp:cNvSpPr/>
      </dsp:nvSpPr>
      <dsp:spPr>
        <a:xfrm>
          <a:off x="0" y="4821709"/>
          <a:ext cx="6666833" cy="61425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Mantenibilidad</a:t>
          </a:r>
        </a:p>
      </dsp:txBody>
      <dsp:txXfrm>
        <a:off x="29985" y="4851694"/>
        <a:ext cx="6606863" cy="5542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BDB80-2263-4A59-81C1-FB01174EA561}">
      <dsp:nvSpPr>
        <dsp:cNvPr id="0" name=""/>
        <dsp:cNvSpPr/>
      </dsp:nvSpPr>
      <dsp:spPr>
        <a:xfrm>
          <a:off x="1078918" y="633965"/>
          <a:ext cx="930634" cy="9306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263D4-CEED-4C26-A895-46B3B19CFBB2}">
      <dsp:nvSpPr>
        <dsp:cNvPr id="0" name=""/>
        <dsp:cNvSpPr/>
      </dsp:nvSpPr>
      <dsp:spPr>
        <a:xfrm>
          <a:off x="51019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¿Qué tan rápido responde el sistema?</a:t>
          </a:r>
        </a:p>
      </dsp:txBody>
      <dsp:txXfrm>
        <a:off x="510197" y="1855936"/>
        <a:ext cx="2068076" cy="720000"/>
      </dsp:txXfrm>
    </dsp:sp>
    <dsp:sp modelId="{15B5EC35-F218-46BD-8F88-CB7994B29BF4}">
      <dsp:nvSpPr>
        <dsp:cNvPr id="0" name=""/>
        <dsp:cNvSpPr/>
      </dsp:nvSpPr>
      <dsp:spPr>
        <a:xfrm>
          <a:off x="3508908" y="633965"/>
          <a:ext cx="930634" cy="9306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449738-BF7B-46B4-B115-D1BF1D2A6389}">
      <dsp:nvSpPr>
        <dsp:cNvPr id="0" name=""/>
        <dsp:cNvSpPr/>
      </dsp:nvSpPr>
      <dsp:spPr>
        <a:xfrm>
          <a:off x="294018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¿Qué tan seguro es?</a:t>
          </a:r>
        </a:p>
      </dsp:txBody>
      <dsp:txXfrm>
        <a:off x="2940187" y="1855936"/>
        <a:ext cx="2068076" cy="720000"/>
      </dsp:txXfrm>
    </dsp:sp>
    <dsp:sp modelId="{51C7F99D-A37B-492D-9EBA-E1E1E6C5F0AB}">
      <dsp:nvSpPr>
        <dsp:cNvPr id="0" name=""/>
        <dsp:cNvSpPr/>
      </dsp:nvSpPr>
      <dsp:spPr>
        <a:xfrm>
          <a:off x="5938897" y="633965"/>
          <a:ext cx="930634" cy="9306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3BA0A0-1B73-408F-B0CB-C7A360F2C450}">
      <dsp:nvSpPr>
        <dsp:cNvPr id="0" name=""/>
        <dsp:cNvSpPr/>
      </dsp:nvSpPr>
      <dsp:spPr>
        <a:xfrm>
          <a:off x="537017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¿Qué tan fácil es modificarlo?</a:t>
          </a:r>
        </a:p>
      </dsp:txBody>
      <dsp:txXfrm>
        <a:off x="5370176" y="1855936"/>
        <a:ext cx="2068076" cy="720000"/>
      </dsp:txXfrm>
    </dsp:sp>
    <dsp:sp modelId="{8DEC1C8F-6E55-4331-B696-94394271C856}">
      <dsp:nvSpPr>
        <dsp:cNvPr id="0" name=""/>
        <dsp:cNvSpPr/>
      </dsp:nvSpPr>
      <dsp:spPr>
        <a:xfrm>
          <a:off x="8368887" y="633965"/>
          <a:ext cx="930634" cy="9306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897467-324E-4614-BBB2-D5B098F546D1}">
      <dsp:nvSpPr>
        <dsp:cNvPr id="0" name=""/>
        <dsp:cNvSpPr/>
      </dsp:nvSpPr>
      <dsp:spPr>
        <a:xfrm>
          <a:off x="780016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¿Qué tan confiable es en operación?</a:t>
          </a:r>
        </a:p>
      </dsp:txBody>
      <dsp:txXfrm>
        <a:off x="7800166" y="1855936"/>
        <a:ext cx="2068076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F3992-9F3F-4FCD-9950-D6FC5C273BE9}" type="datetimeFigureOut">
              <a:t>3/02/2026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B52185-4F48-44EC-B858-2717EA95500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50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Posibles</a:t>
            </a:r>
            <a:r>
              <a:rPr lang="en-US" dirty="0"/>
              <a:t> </a:t>
            </a:r>
            <a:r>
              <a:rPr lang="en-US" dirty="0" err="1"/>
              <a:t>causas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Requerimientos</a:t>
            </a:r>
            <a:r>
              <a:rPr lang="en-US" dirty="0"/>
              <a:t> mal </a:t>
            </a:r>
            <a:r>
              <a:rPr lang="en-US" dirty="0" err="1"/>
              <a:t>entendidos</a:t>
            </a:r>
            <a:endParaRPr lang="en-US" dirty="0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/>
              <a:t>Cambios</a:t>
            </a:r>
            <a:r>
              <a:rPr lang="en-US" dirty="0"/>
              <a:t> </a:t>
            </a:r>
            <a:r>
              <a:rPr lang="en-US" dirty="0" err="1"/>
              <a:t>constantes</a:t>
            </a:r>
            <a:r>
              <a:rPr lang="en-US" dirty="0"/>
              <a:t> sin control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Mala </a:t>
            </a:r>
            <a:r>
              <a:rPr lang="en-US" dirty="0" err="1"/>
              <a:t>comunicación</a:t>
            </a:r>
            <a:endParaRPr lang="en-US" dirty="0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Falta de </a:t>
            </a:r>
            <a:r>
              <a:rPr lang="en-US" dirty="0" err="1"/>
              <a:t>visión</a:t>
            </a:r>
            <a:r>
              <a:rPr lang="en-US" dirty="0"/>
              <a:t> de </a:t>
            </a:r>
            <a:r>
              <a:rPr lang="en-US" dirty="0" err="1"/>
              <a:t>negocio</a:t>
            </a:r>
            <a:endParaRPr lang="en-US" dirty="0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No </a:t>
            </a:r>
            <a:r>
              <a:rPr lang="en-US" dirty="0" err="1"/>
              <a:t>pensar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operación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mantenimiento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52185-4F48-44EC-B858-2717EA955004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63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ombre con camisa negra sentado frente al monitor de la computadora">
            <a:extLst>
              <a:ext uri="{FF2B5EF4-FFF2-40B4-BE49-F238E27FC236}">
                <a16:creationId xmlns:a16="http://schemas.microsoft.com/office/drawing/2014/main" id="{4006AC98-9D73-80F1-EC49-061B3F7C64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627" b="34033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s-ES" sz="4400">
                <a:ea typeface="+mj-lt"/>
                <a:cs typeface="+mj-lt"/>
              </a:rPr>
              <a:t>INGENIERÍA DE SOFTWARE I</a:t>
            </a:r>
            <a:endParaRPr lang="en-US" sz="44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s-ES" sz="2000"/>
              <a:t>Ingeniero </a:t>
            </a:r>
            <a:r>
              <a:rPr lang="es-ES" sz="2000" err="1"/>
              <a:t>Luiferney</a:t>
            </a:r>
            <a:r>
              <a:rPr lang="es-ES" sz="2000"/>
              <a:t> Ortiz</a:t>
            </a:r>
          </a:p>
          <a:p>
            <a:pPr algn="l"/>
            <a:endParaRPr lang="es-ES" sz="2000">
              <a:ea typeface="+mn-lt"/>
              <a:cs typeface="+mn-lt"/>
            </a:endParaRPr>
          </a:p>
          <a:p>
            <a:pPr algn="l"/>
            <a:r>
              <a:rPr lang="es-ES" sz="2000">
                <a:ea typeface="+mn-lt"/>
                <a:cs typeface="+mn-lt"/>
              </a:rPr>
              <a:t>"Del software como historia… al software como producto"</a:t>
            </a:r>
            <a:endParaRPr lang="es-ES" sz="2000"/>
          </a:p>
        </p:txBody>
      </p:sp>
      <p:pic>
        <p:nvPicPr>
          <p:cNvPr id="5" name="Picture 4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13EB5708-1FE8-A6CA-AB44-FB3B41E33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843" y="1098697"/>
            <a:ext cx="2953429" cy="200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5E284-56A7-6E96-2280-43C2C2F3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Propósito de la clase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9E54982A-AA99-B97E-9FC7-3CA93E0D8C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984395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6" name="Picture 35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7A88B405-3B11-E802-AB47-19E36C13A2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6" y="-1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010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905AEA-1730-D75D-2472-C35A70703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000" dirty="0">
                <a:ea typeface="+mj-lt"/>
                <a:cs typeface="+mj-lt"/>
              </a:rPr>
              <a:t>¿Por </a:t>
            </a:r>
            <a:r>
              <a:rPr lang="en-US" sz="6000" dirty="0" err="1">
                <a:ea typeface="+mj-lt"/>
                <a:cs typeface="+mj-lt"/>
              </a:rPr>
              <a:t>qué</a:t>
            </a:r>
            <a:r>
              <a:rPr lang="en-US" sz="6000" dirty="0">
                <a:ea typeface="+mj-lt"/>
                <a:cs typeface="+mj-lt"/>
              </a:rPr>
              <a:t> </a:t>
            </a:r>
            <a:r>
              <a:rPr lang="en-US" sz="6000" dirty="0" err="1">
                <a:ea typeface="+mj-lt"/>
                <a:cs typeface="+mj-lt"/>
              </a:rPr>
              <a:t>hablar</a:t>
            </a:r>
            <a:r>
              <a:rPr lang="en-US" sz="6000" dirty="0">
                <a:ea typeface="+mj-lt"/>
                <a:cs typeface="+mj-lt"/>
              </a:rPr>
              <a:t> de </a:t>
            </a:r>
            <a:r>
              <a:rPr lang="es-CO" sz="6000" dirty="0">
                <a:ea typeface="+mj-lt"/>
                <a:cs typeface="+mj-lt"/>
              </a:rPr>
              <a:t>historia</a:t>
            </a:r>
            <a:r>
              <a:rPr lang="en-US" sz="6000" dirty="0">
                <a:ea typeface="+mj-lt"/>
                <a:cs typeface="+mj-lt"/>
              </a:rPr>
              <a:t> del software?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24C6BC-EBDD-535A-14C9-9F3CE52DD1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651083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Picture 17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8F12B3CA-D231-9A70-8E5D-961A770FA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6" y="-1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9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693CC-05E9-12C4-C186-860C4921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>
                <a:ea typeface="+mj-lt"/>
                <a:cs typeface="+mj-lt"/>
              </a:rPr>
              <a:t>Evolución del software (visión general)</a:t>
            </a:r>
            <a:endParaRPr lang="en-US" sz="5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758F82-C2F0-CA6F-F691-C077BDECE7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836931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6" name="Picture 35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269117B7-5A36-7B24-9E40-73946C30E9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6" y="-1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92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D8C3B-B1E0-58A0-74FA-D9868495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La crisis del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C0358-D7A5-520C-358F-53D5329AC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La crisis del software surge cuando: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Los sistemas crecen en tamaño y complejidad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Los proyectos no cumplen tiempo, costo o alcance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El mantenimiento se vuelve costoso e inseguro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Diagramas y gráficos vistosos">
            <a:extLst>
              <a:ext uri="{FF2B5EF4-FFF2-40B4-BE49-F238E27FC236}">
                <a16:creationId xmlns:a16="http://schemas.microsoft.com/office/drawing/2014/main" id="{2E79852F-409A-9270-FE42-E08B2F400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87" r="18000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pic>
        <p:nvPicPr>
          <p:cNvPr id="6" name="Picture 5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376BAC02-4A50-0AEA-2229-4CA767A94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6" y="-1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66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951C7-4D63-D560-6E8D-819A30BF9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¿Por qué fallan los proyectos de software?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ABBD3-AC89-44F9-347C-B632A7147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5277684"/>
            <a:ext cx="4620584" cy="77549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/>
              <a:t>¿Por qué fallan los proyectos incluso hoy?</a:t>
            </a:r>
          </a:p>
        </p:txBody>
      </p:sp>
      <p:pic>
        <p:nvPicPr>
          <p:cNvPr id="4" name="Picture 3" descr="Signo de interrogación - Iconos gratis de logo">
            <a:extLst>
              <a:ext uri="{FF2B5EF4-FFF2-40B4-BE49-F238E27FC236}">
                <a16:creationId xmlns:a16="http://schemas.microsoft.com/office/drawing/2014/main" id="{2AFEB12B-9F21-DA13-FB12-DD92D62ABF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95" r="5659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6" name="Picture 5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021A1DC0-AB83-FA42-D72E-1FD8A767B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6" y="-1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29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Juguete de una persona roja frente a dos líneas de figuras blancas">
            <a:extLst>
              <a:ext uri="{FF2B5EF4-FFF2-40B4-BE49-F238E27FC236}">
                <a16:creationId xmlns:a16="http://schemas.microsoft.com/office/drawing/2014/main" id="{EDE0DA42-48CE-FA23-A9BD-74F5F9ADA8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79" r="22260" b="5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0038D0-1A3B-D1B7-7340-F15AD2E94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Idea clave del debate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AD7EB-AEDD-A885-A6B2-402D56A6E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 i="1">
                <a:ea typeface="+mn-lt"/>
                <a:cs typeface="+mn-lt"/>
              </a:rPr>
              <a:t>La mayoría de los proyectos no fallan por el código, fallan por decisiones.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Decisiones técnicas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Decisiones de diseño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Decisiones de gestión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6" name="Picture 5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25C4F883-CD25-B693-E8D5-02E8450ED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159" y="-45204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32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339B2-7997-9EA4-3A53-11FFB91F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526" y="1662709"/>
            <a:ext cx="5801917" cy="2228760"/>
          </a:xfrm>
        </p:spPr>
        <p:txBody>
          <a:bodyPr anchor="b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Error común: software = código</a:t>
            </a:r>
            <a:endParaRPr lang="en-US" sz="4000"/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67C9544A-0B8E-5890-9DC7-229C8B566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AD5A6-A7FC-2E6D-24CA-ECBD01A4A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5801917" cy="205704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“El software está listo cuando compila”</a:t>
            </a:r>
            <a:endParaRPr lang="en-US" sz="2000"/>
          </a:p>
          <a:p>
            <a:pPr indent="0">
              <a:buNone/>
            </a:pPr>
            <a:r>
              <a:rPr lang="en-US" sz="2000">
                <a:ea typeface="+mn-lt"/>
                <a:cs typeface="+mn-lt"/>
              </a:rPr>
              <a:t>Realidad: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El código es solo </a:t>
            </a:r>
            <a:r>
              <a:rPr lang="en-US" sz="2000" b="1">
                <a:ea typeface="+mn-lt"/>
                <a:cs typeface="+mn-lt"/>
              </a:rPr>
              <a:t>una parte</a:t>
            </a:r>
            <a:r>
              <a:rPr lang="en-US" sz="2000">
                <a:ea typeface="+mn-lt"/>
                <a:cs typeface="+mn-lt"/>
              </a:rPr>
              <a:t> del producto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9" name="Graphic 8" descr="Web Design">
            <a:extLst>
              <a:ext uri="{FF2B5EF4-FFF2-40B4-BE49-F238E27FC236}">
                <a16:creationId xmlns:a16="http://schemas.microsoft.com/office/drawing/2014/main" id="{E0E14A0E-E49E-4316-BBEF-87A0B7EC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pic>
        <p:nvPicPr>
          <p:cNvPr id="5" name="Picture 4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4A6CDAFE-0ABB-B86D-65CB-4622F10DE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6" y="-1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58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7A0637-DACE-62BC-DAF4-2BEBC6A10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Software como producto</a:t>
            </a:r>
            <a:endParaRPr lang="en-US" sz="54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6ACB51-B92A-4170-D591-D7CBD9784A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574765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0" name="Picture 49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EBBD61A8-C0E3-1101-9C29-C7700B19B4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6" y="-1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330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DFC14B-5D0F-2E69-14EF-19CDDDEFA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000"/>
              <a:t>Componentes de un producto de software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C59F64-9480-F926-1D9C-636B114FFA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105853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7" name="Picture 26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2186483F-7A99-B302-0052-10C487129E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6" y="-1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44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9E6C1-D896-7CDF-EACD-C2FB24972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¿Qué es calidad de software?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B61CF5-F5C8-816B-3426-6690DCBDFF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60902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1" name="Picture 20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D5DD6D20-173B-7CDB-413D-307E72FC4E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7053" y="-62024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530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25ECC-165C-DEC9-26D8-CFF8DB613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Atributos de calidad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2672280-AB8C-B27F-7C72-6BC06EF7BA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594186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2" name="Picture 31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F1EC6CA0-7707-467B-A937-CDD972CA71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6" y="-1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78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edio cuerpo de una persona sosteniendo una casa en miniatura">
            <a:extLst>
              <a:ext uri="{FF2B5EF4-FFF2-40B4-BE49-F238E27FC236}">
                <a16:creationId xmlns:a16="http://schemas.microsoft.com/office/drawing/2014/main" id="{4249604C-2165-C426-B5D4-0473304108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51" r="24193" b="-8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D6811-754D-568B-1BDB-F5CBFBBFE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La calidad se diseña, no aparece sola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14EAC-23B7-D81D-07B3-FFE0C43BB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Principio clave:</a:t>
            </a:r>
            <a:endParaRPr lang="en-US" sz="2000"/>
          </a:p>
          <a:p>
            <a:pPr>
              <a:buNone/>
            </a:pPr>
            <a:r>
              <a:rPr lang="en-US" sz="2000" i="1">
                <a:ea typeface="+mn-lt"/>
                <a:cs typeface="+mn-lt"/>
              </a:rPr>
              <a:t>La calidad no se prueba al final, se diseña desde el inicio.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Se define en arquitectura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Se refleja en decisiones técnicas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Se valida durante todo el ciclo de vida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6" name="Picture 5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A07D9514-5275-ED19-CC99-AF8DCDC2D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192" y="-44303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019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D5854-2B41-7621-6276-0E4F5CDCD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Calidad y métricas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15E68-FDDE-D6FB-E25F-1B7FF809A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Un atributo de calidad </a:t>
            </a:r>
            <a:r>
              <a:rPr lang="en-US" sz="2000" b="1">
                <a:ea typeface="+mn-lt"/>
                <a:cs typeface="+mn-lt"/>
              </a:rPr>
              <a:t>debe poder medirse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Ejemplos: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Rendimiento → tiempo de respuesta (ms)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Disponibilidad → porcentaje de uptime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Seguridad → número de vulnerabilidades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Mantenibilidad → esfuerzo para realizar un cambio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Cadena geométrica rota de color azul oscuro">
            <a:extLst>
              <a:ext uri="{FF2B5EF4-FFF2-40B4-BE49-F238E27FC236}">
                <a16:creationId xmlns:a16="http://schemas.microsoft.com/office/drawing/2014/main" id="{73B7582A-EB81-735F-B01B-3D330B28D4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945" r="-2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pic>
        <p:nvPicPr>
          <p:cNvPr id="6" name="Picture 5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FE192F11-C203-BEB0-8BF7-B62F87CDA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6" y="-1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246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Encendió la pantalla de monitoreo">
            <a:extLst>
              <a:ext uri="{FF2B5EF4-FFF2-40B4-BE49-F238E27FC236}">
                <a16:creationId xmlns:a16="http://schemas.microsoft.com/office/drawing/2014/main" id="{15AD0062-08ED-ECE6-6B03-A9979C9498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4" b="112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BBE5A-ECF7-9A4F-81AD-6F25E356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Métricas de calidad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53BAA2E-2F27-2D03-9A96-7118FBD9F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Las métricas permiten: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Evaluar si el sistema cumple lo esperado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Tomar decisiones objetivas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Comparar alternativas técnicas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Reducir subjetividad</a:t>
            </a:r>
          </a:p>
          <a:p>
            <a:pPr indent="0">
              <a:buNone/>
            </a:pPr>
            <a:r>
              <a:rPr lang="en-US" sz="2000">
                <a:ea typeface="+mn-lt"/>
                <a:cs typeface="+mn-lt"/>
              </a:rPr>
              <a:t>Sin métricas, la calidad es solo una opinión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16" name="Picture 15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029A4E08-78C0-974D-8B6C-FD72C8B31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6" y="-1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769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na pantalla de computadora con un gráfico de líneas">
            <a:extLst>
              <a:ext uri="{FF2B5EF4-FFF2-40B4-BE49-F238E27FC236}">
                <a16:creationId xmlns:a16="http://schemas.microsoft.com/office/drawing/2014/main" id="{AF93B035-26A5-B406-11E1-63C2F10C1D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11" r="31230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858CE-368B-805A-B96F-CE5C5119C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Mantenibilidad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D2C27-9E5A-481E-0AF9-C27BBFF64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Capacidad del sistema para: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Corregirse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Adaptarse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Evolucionar</a:t>
            </a:r>
            <a:endParaRPr lang="en-US" sz="2000"/>
          </a:p>
          <a:p>
            <a:pPr indent="0">
              <a:buNone/>
            </a:pPr>
            <a:r>
              <a:rPr lang="en-US" sz="2000">
                <a:ea typeface="+mn-lt"/>
                <a:cs typeface="+mn-lt"/>
              </a:rPr>
              <a:t>Pregunta clave: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¿Qué tan costoso es cambiar algo?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6" name="Picture 5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DC4E3BF9-AF8F-1AD3-9BDF-2B211CD4D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192" y="-44303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14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AFA2B-277B-D014-9E6F-F6BF14D37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Operación del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6A53A-A3E6-D4F8-2693-F6FD0C22F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El software pasa la mayor parte de su vida: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En producción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Atendiendo usuarios reales</a:t>
            </a:r>
            <a:endParaRPr lang="en-US" sz="2000"/>
          </a:p>
          <a:p>
            <a:pPr indent="0">
              <a:buNone/>
            </a:pPr>
            <a:r>
              <a:rPr lang="en-US" sz="2000">
                <a:ea typeface="+mn-lt"/>
                <a:cs typeface="+mn-lt"/>
              </a:rPr>
              <a:t>La operación incluye: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Despliegue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Monitoreo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Logs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Gestión de incidentes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 descr="interfaz gráfica del usuario">
            <a:extLst>
              <a:ext uri="{FF2B5EF4-FFF2-40B4-BE49-F238E27FC236}">
                <a16:creationId xmlns:a16="http://schemas.microsoft.com/office/drawing/2014/main" id="{99F98641-5A8E-6BF8-44F0-6D3F6516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854" r="11735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pic>
        <p:nvPicPr>
          <p:cNvPr id="6" name="Picture 5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11DF27C4-C9A4-A49A-46E5-CC778D945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6" y="-1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17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35D1B-68A2-A3EF-CF9F-76DF2A09E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5600">
                <a:ea typeface="+mj-lt"/>
                <a:cs typeface="+mj-lt"/>
              </a:rPr>
              <a:t>Conexión con el mundo real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oto del espacio ultraterrestre">
            <a:extLst>
              <a:ext uri="{FF2B5EF4-FFF2-40B4-BE49-F238E27FC236}">
                <a16:creationId xmlns:a16="http://schemas.microsoft.com/office/drawing/2014/main" id="{97A22F19-0C8C-B51A-E3E3-A9270D06CC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0" r="24640" b="-1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3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7936-9A6C-B08D-1BA5-779169D6D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195673" cy="2913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En la industria: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El software nunca está “terminado”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Siempre está evolucionando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Siempre está siendo operado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indent="0">
              <a:buNone/>
            </a:pPr>
            <a:r>
              <a:rPr lang="en-US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Aquí nacen DevOps y los 12 Factors (más adelante)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7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B14D5BF2-1050-D29F-8FE2-3165EEB03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6" y="-1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360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008B4-8BB9-9754-5108-ECDBA4045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Cierre de la </a:t>
            </a:r>
            <a:r>
              <a:rPr lang="en-US" dirty="0" err="1">
                <a:ea typeface="+mj-lt"/>
                <a:cs typeface="+mj-lt"/>
              </a:rPr>
              <a:t>clase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5BD1-A3D9-ED8E-F384-B2381DED0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Un </a:t>
            </a:r>
            <a:r>
              <a:rPr lang="en-US" dirty="0" err="1">
                <a:ea typeface="+mn-lt"/>
                <a:cs typeface="+mn-lt"/>
              </a:rPr>
              <a:t>ingeniero</a:t>
            </a:r>
            <a:r>
              <a:rPr lang="en-US" dirty="0">
                <a:ea typeface="+mn-lt"/>
                <a:cs typeface="+mn-lt"/>
              </a:rPr>
              <a:t> de software no solo </a:t>
            </a:r>
            <a:r>
              <a:rPr lang="en-US" dirty="0" err="1">
                <a:ea typeface="+mn-lt"/>
                <a:cs typeface="+mn-lt"/>
              </a:rPr>
              <a:t>construye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sistemas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construye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productos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deben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vivir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tiempo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pic>
        <p:nvPicPr>
          <p:cNvPr id="5" name="Picture 4" descr="Archivo:Logo Universidad de Cundinamarca.png - Wikipedia, la enciclopedia  libre">
            <a:extLst>
              <a:ext uri="{FF2B5EF4-FFF2-40B4-BE49-F238E27FC236}">
                <a16:creationId xmlns:a16="http://schemas.microsoft.com/office/drawing/2014/main" id="{00E11BCD-C344-3D42-A027-A1593432A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6" y="-1"/>
            <a:ext cx="1331964" cy="9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046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Tema de Office</vt:lpstr>
      <vt:lpstr>INGENIERÍA DE SOFTWARE I</vt:lpstr>
      <vt:lpstr>Propósito de la clase</vt:lpstr>
      <vt:lpstr>¿Por qué hablar de historia del software?</vt:lpstr>
      <vt:lpstr>Evolución del software (visión general)</vt:lpstr>
      <vt:lpstr>La crisis del software</vt:lpstr>
      <vt:lpstr>¿Por qué fallan los proyectos de software?</vt:lpstr>
      <vt:lpstr>Idea clave del debate</vt:lpstr>
      <vt:lpstr>Error común: software = código</vt:lpstr>
      <vt:lpstr>Software como producto</vt:lpstr>
      <vt:lpstr>Componentes de un producto de software</vt:lpstr>
      <vt:lpstr>¿Qué es calidad de software?</vt:lpstr>
      <vt:lpstr>Atributos de calidad</vt:lpstr>
      <vt:lpstr>La calidad se diseña, no aparece sola</vt:lpstr>
      <vt:lpstr>Calidad y métricas</vt:lpstr>
      <vt:lpstr>Métricas de calidad</vt:lpstr>
      <vt:lpstr>Mantenibilidad</vt:lpstr>
      <vt:lpstr>Operación del software</vt:lpstr>
      <vt:lpstr>Conexión con el mundo real</vt:lpstr>
      <vt:lpstr>Cierre de la clase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122</cp:revision>
  <dcterms:created xsi:type="dcterms:W3CDTF">2026-02-04T02:54:05Z</dcterms:created>
  <dcterms:modified xsi:type="dcterms:W3CDTF">2026-02-04T03:30:48Z</dcterms:modified>
</cp:coreProperties>
</file>