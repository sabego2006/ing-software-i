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E515EC-31C2-44AD-F125-A0ED4CA66B6D}" v="310" dt="2026-04-04T04:42:39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FERNEY ORTIZ PARRA" userId="S::luiferneyortiz@ucundinamarca.edu.co::311f1f2d-e9a2-4bc8-96ab-a2f2d284c8a5" providerId="AD" clId="Web-{1DE515EC-31C2-44AD-F125-A0ED4CA66B6D}"/>
    <pc:docChg chg="addSld modSld">
      <pc:chgData name="LUIFERNEY ORTIZ PARRA" userId="S::luiferneyortiz@ucundinamarca.edu.co::311f1f2d-e9a2-4bc8-96ab-a2f2d284c8a5" providerId="AD" clId="Web-{1DE515EC-31C2-44AD-F125-A0ED4CA66B6D}" dt="2026-04-04T04:42:47.706" v="357"/>
      <pc:docMkLst>
        <pc:docMk/>
      </pc:docMkLst>
      <pc:sldChg chg="addSp modSp mod setBg">
        <pc:chgData name="LUIFERNEY ORTIZ PARRA" userId="S::luiferneyortiz@ucundinamarca.edu.co::311f1f2d-e9a2-4bc8-96ab-a2f2d284c8a5" providerId="AD" clId="Web-{1DE515EC-31C2-44AD-F125-A0ED4CA66B6D}" dt="2026-04-04T04:36:14.254" v="321"/>
        <pc:sldMkLst>
          <pc:docMk/>
          <pc:sldMk cId="2406273178" sldId="256"/>
        </pc:sldMkLst>
        <pc:spChg chg="mod">
          <ac:chgData name="LUIFERNEY ORTIZ PARRA" userId="S::luiferneyortiz@ucundinamarca.edu.co::311f1f2d-e9a2-4bc8-96ab-a2f2d284c8a5" providerId="AD" clId="Web-{1DE515EC-31C2-44AD-F125-A0ED4CA66B6D}" dt="2026-04-04T04:36:14.254" v="321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36:14.254" v="321"/>
          <ac:spMkLst>
            <pc:docMk/>
            <pc:sldMk cId="2406273178" sldId="256"/>
            <ac:spMk id="3" creationId="{00000000-0000-0000-0000-000000000000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6:14.254" v="321"/>
          <ac:spMkLst>
            <pc:docMk/>
            <pc:sldMk cId="2406273178" sldId="256"/>
            <ac:spMk id="9" creationId="{ECC07320-C2CA-4E29-8481-9D9E143C7788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6:14.254" v="321"/>
          <ac:spMkLst>
            <pc:docMk/>
            <pc:sldMk cId="2406273178" sldId="256"/>
            <ac:spMk id="11" creationId="{178FB36B-5BFE-42CA-BC60-1115E0D95EEC}"/>
          </ac:spMkLst>
        </pc:spChg>
        <pc:picChg chg="add mod ord">
          <ac:chgData name="LUIFERNEY ORTIZ PARRA" userId="S::luiferneyortiz@ucundinamarca.edu.co::311f1f2d-e9a2-4bc8-96ab-a2f2d284c8a5" providerId="AD" clId="Web-{1DE515EC-31C2-44AD-F125-A0ED4CA66B6D}" dt="2026-04-04T04:36:14.254" v="321"/>
          <ac:picMkLst>
            <pc:docMk/>
            <pc:sldMk cId="2406273178" sldId="256"/>
            <ac:picMk id="4" creationId="{24DCB1C3-34DB-17AF-FE14-3D0513D00B2E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36:18.177" v="322"/>
        <pc:sldMkLst>
          <pc:docMk/>
          <pc:sldMk cId="1942678252" sldId="257"/>
        </pc:sldMkLst>
        <pc:spChg chg="mod">
          <ac:chgData name="LUIFERNEY ORTIZ PARRA" userId="S::luiferneyortiz@ucundinamarca.edu.co::311f1f2d-e9a2-4bc8-96ab-a2f2d284c8a5" providerId="AD" clId="Web-{1DE515EC-31C2-44AD-F125-A0ED4CA66B6D}" dt="2026-04-04T04:36:18.177" v="322"/>
          <ac:spMkLst>
            <pc:docMk/>
            <pc:sldMk cId="1942678252" sldId="257"/>
            <ac:spMk id="2" creationId="{2211D9F7-6BE3-3B45-B8F6-261761710B16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36:18.177" v="322"/>
          <ac:spMkLst>
            <pc:docMk/>
            <pc:sldMk cId="1942678252" sldId="257"/>
            <ac:spMk id="3" creationId="{3DF8AC07-ED71-A233-B830-3D58F36E03CB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6:18.177" v="322"/>
          <ac:spMkLst>
            <pc:docMk/>
            <pc:sldMk cId="1942678252" sldId="257"/>
            <ac:spMk id="8" creationId="{081EA652-8C6A-4E69-BEB9-170809474553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6:18.177" v="322"/>
          <ac:spMkLst>
            <pc:docMk/>
            <pc:sldMk cId="1942678252" sldId="257"/>
            <ac:spMk id="10" creationId="{5298780A-33B9-4EA2-8F67-DE68AD62841B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6:18.177" v="322"/>
          <ac:spMkLst>
            <pc:docMk/>
            <pc:sldMk cId="1942678252" sldId="257"/>
            <ac:spMk id="12" creationId="{7F488E8B-4E1E-4402-8935-D4E6C02615C7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36:22.318" v="323"/>
        <pc:sldMkLst>
          <pc:docMk/>
          <pc:sldMk cId="2529472497" sldId="258"/>
        </pc:sldMkLst>
        <pc:spChg chg="mod">
          <ac:chgData name="LUIFERNEY ORTIZ PARRA" userId="S::luiferneyortiz@ucundinamarca.edu.co::311f1f2d-e9a2-4bc8-96ab-a2f2d284c8a5" providerId="AD" clId="Web-{1DE515EC-31C2-44AD-F125-A0ED4CA66B6D}" dt="2026-04-04T04:36:22.318" v="323"/>
          <ac:spMkLst>
            <pc:docMk/>
            <pc:sldMk cId="2529472497" sldId="258"/>
            <ac:spMk id="2" creationId="{C4106774-B628-871E-E074-77E12BE99891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36:22.318" v="323"/>
          <ac:spMkLst>
            <pc:docMk/>
            <pc:sldMk cId="2529472497" sldId="258"/>
            <ac:spMk id="3" creationId="{C8C4D36C-83EB-3812-E74F-BA954A2EB703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6:22.318" v="323"/>
          <ac:spMkLst>
            <pc:docMk/>
            <pc:sldMk cId="2529472497" sldId="258"/>
            <ac:spMk id="8" creationId="{A2679492-7988-4050-9056-542444452411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6:22.318" v="323"/>
          <ac:spMkLst>
            <pc:docMk/>
            <pc:sldMk cId="2529472497" sldId="258"/>
            <ac:spMk id="10" creationId="{B091B163-7D61-4891-ABCF-5C13D9C418D0}"/>
          </ac:spMkLst>
        </pc:spChg>
        <pc:grpChg chg="add">
          <ac:chgData name="LUIFERNEY ORTIZ PARRA" userId="S::luiferneyortiz@ucundinamarca.edu.co::311f1f2d-e9a2-4bc8-96ab-a2f2d284c8a5" providerId="AD" clId="Web-{1DE515EC-31C2-44AD-F125-A0ED4CA66B6D}" dt="2026-04-04T04:36:22.318" v="323"/>
          <ac:grpSpMkLst>
            <pc:docMk/>
            <pc:sldMk cId="2529472497" sldId="258"/>
            <ac:grpSpMk id="12" creationId="{0474DF76-993E-44DE-AFB0-C416182ACECF}"/>
          </ac:grpSpMkLst>
        </pc:grpChg>
        <pc:cxnChg chg="add">
          <ac:chgData name="LUIFERNEY ORTIZ PARRA" userId="S::luiferneyortiz@ucundinamarca.edu.co::311f1f2d-e9a2-4bc8-96ab-a2f2d284c8a5" providerId="AD" clId="Web-{1DE515EC-31C2-44AD-F125-A0ED4CA66B6D}" dt="2026-04-04T04:36:22.318" v="323"/>
          <ac:cxnSpMkLst>
            <pc:docMk/>
            <pc:sldMk cId="2529472497" sldId="258"/>
            <ac:cxnSpMk id="17" creationId="{C49DA8F6-BCC1-4447-B54C-57856834B94B}"/>
          </ac:cxnSpMkLst>
        </pc:cxn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36:27.991" v="324"/>
        <pc:sldMkLst>
          <pc:docMk/>
          <pc:sldMk cId="991339402" sldId="259"/>
        </pc:sldMkLst>
        <pc:spChg chg="mod">
          <ac:chgData name="LUIFERNEY ORTIZ PARRA" userId="S::luiferneyortiz@ucundinamarca.edu.co::311f1f2d-e9a2-4bc8-96ab-a2f2d284c8a5" providerId="AD" clId="Web-{1DE515EC-31C2-44AD-F125-A0ED4CA66B6D}" dt="2026-04-04T04:36:27.991" v="324"/>
          <ac:spMkLst>
            <pc:docMk/>
            <pc:sldMk cId="991339402" sldId="259"/>
            <ac:spMk id="2" creationId="{CBEF73F7-A729-C75B-2D99-CF42C9CCE4BA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36:27.991" v="324"/>
          <ac:spMkLst>
            <pc:docMk/>
            <pc:sldMk cId="991339402" sldId="259"/>
            <ac:spMk id="3" creationId="{C4B8AB44-2B59-20FE-DE61-F2C2B104D495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6:27.991" v="324"/>
          <ac:spMkLst>
            <pc:docMk/>
            <pc:sldMk cId="991339402" sldId="259"/>
            <ac:spMk id="8" creationId="{C2554CA6-288E-4202-BC52-2E5A8F0C0AED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6:27.991" v="324"/>
          <ac:spMkLst>
            <pc:docMk/>
            <pc:sldMk cId="991339402" sldId="259"/>
            <ac:spMk id="10" creationId="{B10BB131-AC8E-4A8E-A5D1-36260F720C3B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6:27.991" v="324"/>
          <ac:spMkLst>
            <pc:docMk/>
            <pc:sldMk cId="991339402" sldId="259"/>
            <ac:spMk id="12" creationId="{5B7778FC-632E-4DCA-A7CB-0D7731CCF970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6:27.991" v="324"/>
          <ac:spMkLst>
            <pc:docMk/>
            <pc:sldMk cId="991339402" sldId="259"/>
            <ac:spMk id="14" creationId="{FA23A907-97FB-4A8F-880A-DD77401C4296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36:45.385" v="325"/>
        <pc:sldMkLst>
          <pc:docMk/>
          <pc:sldMk cId="2194500722" sldId="260"/>
        </pc:sldMkLst>
        <pc:spChg chg="mod">
          <ac:chgData name="LUIFERNEY ORTIZ PARRA" userId="S::luiferneyortiz@ucundinamarca.edu.co::311f1f2d-e9a2-4bc8-96ab-a2f2d284c8a5" providerId="AD" clId="Web-{1DE515EC-31C2-44AD-F125-A0ED4CA66B6D}" dt="2026-04-04T04:36:45.385" v="325"/>
          <ac:spMkLst>
            <pc:docMk/>
            <pc:sldMk cId="2194500722" sldId="260"/>
            <ac:spMk id="2" creationId="{3379EBF2-B4C6-9C32-31DB-E11714349432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36:45.385" v="325"/>
          <ac:spMkLst>
            <pc:docMk/>
            <pc:sldMk cId="2194500722" sldId="260"/>
            <ac:spMk id="3" creationId="{4A067556-128B-93E6-63EA-E9BDD57B650A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6:45.385" v="325"/>
          <ac:spMkLst>
            <pc:docMk/>
            <pc:sldMk cId="2194500722" sldId="260"/>
            <ac:spMk id="8" creationId="{B6CDA21F-E7AF-4C75-8395-33F58D5B0E45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6:45.385" v="325"/>
          <ac:spMkLst>
            <pc:docMk/>
            <pc:sldMk cId="2194500722" sldId="260"/>
            <ac:spMk id="15" creationId="{D5B0017B-2ECA-49AF-B397-DC140825DF8D}"/>
          </ac:spMkLst>
        </pc:spChg>
        <pc:grpChg chg="add">
          <ac:chgData name="LUIFERNEY ORTIZ PARRA" userId="S::luiferneyortiz@ucundinamarca.edu.co::311f1f2d-e9a2-4bc8-96ab-a2f2d284c8a5" providerId="AD" clId="Web-{1DE515EC-31C2-44AD-F125-A0ED4CA66B6D}" dt="2026-04-04T04:36:45.385" v="325"/>
          <ac:grpSpMkLst>
            <pc:docMk/>
            <pc:sldMk cId="2194500722" sldId="260"/>
            <ac:grpSpMk id="10" creationId="{AE1C45F0-260A-458C-96ED-C1F6D2151219}"/>
          </ac:grpSpMkLst>
        </pc:grpChg>
        <pc:cxnChg chg="add">
          <ac:chgData name="LUIFERNEY ORTIZ PARRA" userId="S::luiferneyortiz@ucundinamarca.edu.co::311f1f2d-e9a2-4bc8-96ab-a2f2d284c8a5" providerId="AD" clId="Web-{1DE515EC-31C2-44AD-F125-A0ED4CA66B6D}" dt="2026-04-04T04:36:45.385" v="325"/>
          <ac:cxnSpMkLst>
            <pc:docMk/>
            <pc:sldMk cId="2194500722" sldId="260"/>
            <ac:cxnSpMk id="17" creationId="{6CF1BAF6-AD41-4082-B212-8A1F9A2E8779}"/>
          </ac:cxnSpMkLst>
        </pc:cxn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37:07.639" v="327"/>
        <pc:sldMkLst>
          <pc:docMk/>
          <pc:sldMk cId="43344967" sldId="261"/>
        </pc:sldMkLst>
        <pc:spChg chg="mod">
          <ac:chgData name="LUIFERNEY ORTIZ PARRA" userId="S::luiferneyortiz@ucundinamarca.edu.co::311f1f2d-e9a2-4bc8-96ab-a2f2d284c8a5" providerId="AD" clId="Web-{1DE515EC-31C2-44AD-F125-A0ED4CA66B6D}" dt="2026-04-04T04:37:00.841" v="326"/>
          <ac:spMkLst>
            <pc:docMk/>
            <pc:sldMk cId="43344967" sldId="261"/>
            <ac:spMk id="2" creationId="{D8B707C1-C112-C927-0FD5-99BE121983B6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37:07.639" v="327"/>
          <ac:spMkLst>
            <pc:docMk/>
            <pc:sldMk cId="43344967" sldId="261"/>
            <ac:spMk id="3" creationId="{B3AEF42A-2331-7D39-F507-F22EB6A8D1B0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7:00.841" v="326"/>
          <ac:spMkLst>
            <pc:docMk/>
            <pc:sldMk cId="43344967" sldId="261"/>
            <ac:spMk id="8" creationId="{09588DA8-065E-4F6F-8EFD-43104AB2E0CF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7:00.841" v="326"/>
          <ac:spMkLst>
            <pc:docMk/>
            <pc:sldMk cId="43344967" sldId="261"/>
            <ac:spMk id="10" creationId="{C4285719-470E-454C-AF62-8323075F1F5B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7:00.841" v="326"/>
          <ac:spMkLst>
            <pc:docMk/>
            <pc:sldMk cId="43344967" sldId="261"/>
            <ac:spMk id="12" creationId="{CD9FE4EF-C4D8-49A0-B2FF-81D8DB7D8A24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7:00.841" v="326"/>
          <ac:spMkLst>
            <pc:docMk/>
            <pc:sldMk cId="43344967" sldId="261"/>
            <ac:spMk id="14" creationId="{4300840D-0A0B-4512-BACA-B439D5B9C57C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7:00.841" v="326"/>
          <ac:spMkLst>
            <pc:docMk/>
            <pc:sldMk cId="43344967" sldId="261"/>
            <ac:spMk id="16" creationId="{D2B78728-A580-49A7-84F9-6EF6F583ADE0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7:00.841" v="326"/>
          <ac:spMkLst>
            <pc:docMk/>
            <pc:sldMk cId="43344967" sldId="261"/>
            <ac:spMk id="18" creationId="{38FAA1A1-D861-433F-88FA-1E9D6FD31D11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7:00.841" v="326"/>
          <ac:spMkLst>
            <pc:docMk/>
            <pc:sldMk cId="43344967" sldId="261"/>
            <ac:spMk id="20" creationId="{8D71EDA1-87BF-4D5D-AB79-F346FD19278A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37:21.735" v="328"/>
        <pc:sldMkLst>
          <pc:docMk/>
          <pc:sldMk cId="1395046190" sldId="262"/>
        </pc:sldMkLst>
        <pc:spChg chg="mod">
          <ac:chgData name="LUIFERNEY ORTIZ PARRA" userId="S::luiferneyortiz@ucundinamarca.edu.co::311f1f2d-e9a2-4bc8-96ab-a2f2d284c8a5" providerId="AD" clId="Web-{1DE515EC-31C2-44AD-F125-A0ED4CA66B6D}" dt="2026-04-04T04:37:21.735" v="328"/>
          <ac:spMkLst>
            <pc:docMk/>
            <pc:sldMk cId="1395046190" sldId="262"/>
            <ac:spMk id="2" creationId="{AE73DC6E-D7E5-5EDE-40A9-41549EB68448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37:21.735" v="328"/>
          <ac:spMkLst>
            <pc:docMk/>
            <pc:sldMk cId="1395046190" sldId="262"/>
            <ac:spMk id="3" creationId="{4940A289-3AFC-6FF6-FDD8-9AD66D38CB8B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7:21.735" v="328"/>
          <ac:spMkLst>
            <pc:docMk/>
            <pc:sldMk cId="1395046190" sldId="262"/>
            <ac:spMk id="10" creationId="{245A9F99-D9B1-4094-A2E2-B90AC1DB7B9C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7:21.735" v="328"/>
          <ac:spMkLst>
            <pc:docMk/>
            <pc:sldMk cId="1395046190" sldId="262"/>
            <ac:spMk id="12" creationId="{B7FAF607-473A-4A43-A23D-BBFF5C4117BB}"/>
          </ac:spMkLst>
        </pc:spChg>
        <pc:grpChg chg="add">
          <ac:chgData name="LUIFERNEY ORTIZ PARRA" userId="S::luiferneyortiz@ucundinamarca.edu.co::311f1f2d-e9a2-4bc8-96ab-a2f2d284c8a5" providerId="AD" clId="Web-{1DE515EC-31C2-44AD-F125-A0ED4CA66B6D}" dt="2026-04-04T04:37:21.735" v="328"/>
          <ac:grpSpMkLst>
            <pc:docMk/>
            <pc:sldMk cId="1395046190" sldId="262"/>
            <ac:grpSpMk id="14" creationId="{C5F6476F-D303-44D3-B30F-1BA348F0F64A}"/>
          </ac:grpSpMkLst>
        </pc:grpChg>
        <pc:picChg chg="add">
          <ac:chgData name="LUIFERNEY ORTIZ PARRA" userId="S::luiferneyortiz@ucundinamarca.edu.co::311f1f2d-e9a2-4bc8-96ab-a2f2d284c8a5" providerId="AD" clId="Web-{1DE515EC-31C2-44AD-F125-A0ED4CA66B6D}" dt="2026-04-04T04:37:21.735" v="328"/>
          <ac:picMkLst>
            <pc:docMk/>
            <pc:sldMk cId="1395046190" sldId="262"/>
            <ac:picMk id="7" creationId="{96918FB4-E148-102C-8770-B5EA23799E07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37:34.987" v="330"/>
        <pc:sldMkLst>
          <pc:docMk/>
          <pc:sldMk cId="3164154946" sldId="263"/>
        </pc:sldMkLst>
        <pc:spChg chg="mod">
          <ac:chgData name="LUIFERNEY ORTIZ PARRA" userId="S::luiferneyortiz@ucundinamarca.edu.co::311f1f2d-e9a2-4bc8-96ab-a2f2d284c8a5" providerId="AD" clId="Web-{1DE515EC-31C2-44AD-F125-A0ED4CA66B6D}" dt="2026-04-04T04:37:29.361" v="329"/>
          <ac:spMkLst>
            <pc:docMk/>
            <pc:sldMk cId="3164154946" sldId="263"/>
            <ac:spMk id="2" creationId="{E190F9ED-F3AB-2BA7-845A-C74E72AE4F8A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37:34.987" v="330"/>
          <ac:spMkLst>
            <pc:docMk/>
            <pc:sldMk cId="3164154946" sldId="263"/>
            <ac:spMk id="3" creationId="{D9668D41-4ED2-60CE-8272-7B4066562A22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7:29.361" v="329"/>
          <ac:spMkLst>
            <pc:docMk/>
            <pc:sldMk cId="3164154946" sldId="263"/>
            <ac:spMk id="8" creationId="{1B15ED52-F352-441B-82BF-E0EA34836D08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7:29.361" v="329"/>
          <ac:spMkLst>
            <pc:docMk/>
            <pc:sldMk cId="3164154946" sldId="263"/>
            <ac:spMk id="10" creationId="{3B2E3793-BFE6-45A2-9B7B-E18844431C99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7:29.361" v="329"/>
          <ac:spMkLst>
            <pc:docMk/>
            <pc:sldMk cId="3164154946" sldId="263"/>
            <ac:spMk id="12" creationId="{BC4C4868-CB8F-4AF9-9CDB-8108F2C19B67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7:29.361" v="329"/>
          <ac:spMkLst>
            <pc:docMk/>
            <pc:sldMk cId="3164154946" sldId="263"/>
            <ac:spMk id="14" creationId="{375E0459-6403-40CD-989D-56A4407CA12E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7:29.361" v="329"/>
          <ac:spMkLst>
            <pc:docMk/>
            <pc:sldMk cId="3164154946" sldId="263"/>
            <ac:spMk id="16" creationId="{53E5B1A8-3AC9-4BD1-9BBC-78CA94F2D1BA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38:12.602" v="332"/>
        <pc:sldMkLst>
          <pc:docMk/>
          <pc:sldMk cId="1242755104" sldId="264"/>
        </pc:sldMkLst>
        <pc:spChg chg="mod">
          <ac:chgData name="LUIFERNEY ORTIZ PARRA" userId="S::luiferneyortiz@ucundinamarca.edu.co::311f1f2d-e9a2-4bc8-96ab-a2f2d284c8a5" providerId="AD" clId="Web-{1DE515EC-31C2-44AD-F125-A0ED4CA66B6D}" dt="2026-04-04T04:38:12.602" v="332"/>
          <ac:spMkLst>
            <pc:docMk/>
            <pc:sldMk cId="1242755104" sldId="264"/>
            <ac:spMk id="2" creationId="{78DF3787-21D6-EF96-B934-F4F5D89DADB7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38:12.602" v="332"/>
          <ac:spMkLst>
            <pc:docMk/>
            <pc:sldMk cId="1242755104" sldId="264"/>
            <ac:spMk id="3" creationId="{CA065B88-A5E3-3F6A-1E69-D3A1141A7D9E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8:12.602" v="332"/>
          <ac:spMkLst>
            <pc:docMk/>
            <pc:sldMk cId="1242755104" sldId="264"/>
            <ac:spMk id="9" creationId="{2B97F24A-32CE-4C1C-A50D-3016B394DCFB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8:12.602" v="332"/>
          <ac:spMkLst>
            <pc:docMk/>
            <pc:sldMk cId="1242755104" sldId="264"/>
            <ac:spMk id="11" creationId="{6357EC4F-235E-4222-A36F-C7878ACE37F2}"/>
          </ac:spMkLst>
        </pc:spChg>
        <pc:picChg chg="add mod">
          <ac:chgData name="LUIFERNEY ORTIZ PARRA" userId="S::luiferneyortiz@ucundinamarca.edu.co::311f1f2d-e9a2-4bc8-96ab-a2f2d284c8a5" providerId="AD" clId="Web-{1DE515EC-31C2-44AD-F125-A0ED4CA66B6D}" dt="2026-04-04T04:38:12.602" v="332"/>
          <ac:picMkLst>
            <pc:docMk/>
            <pc:sldMk cId="1242755104" sldId="264"/>
            <ac:picMk id="4" creationId="{94184DE7-E6B2-D9B3-7400-4D23B7465650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38:24.963" v="333"/>
        <pc:sldMkLst>
          <pc:docMk/>
          <pc:sldMk cId="1315707101" sldId="265"/>
        </pc:sldMkLst>
        <pc:spChg chg="mod">
          <ac:chgData name="LUIFERNEY ORTIZ PARRA" userId="S::luiferneyortiz@ucundinamarca.edu.co::311f1f2d-e9a2-4bc8-96ab-a2f2d284c8a5" providerId="AD" clId="Web-{1DE515EC-31C2-44AD-F125-A0ED4CA66B6D}" dt="2026-04-04T04:38:24.963" v="333"/>
          <ac:spMkLst>
            <pc:docMk/>
            <pc:sldMk cId="1315707101" sldId="265"/>
            <ac:spMk id="2" creationId="{31986976-A5C1-2F67-DE32-8CC2068F2778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38:24.963" v="333"/>
          <ac:spMkLst>
            <pc:docMk/>
            <pc:sldMk cId="1315707101" sldId="265"/>
            <ac:spMk id="3" creationId="{B5079B19-9EEC-18DE-D8FA-2998FC47BC7C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8:24.963" v="333"/>
          <ac:spMkLst>
            <pc:docMk/>
            <pc:sldMk cId="1315707101" sldId="265"/>
            <ac:spMk id="8" creationId="{70DFC902-7D23-471A-B557-B6B6917D7A0D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8:24.963" v="333"/>
          <ac:spMkLst>
            <pc:docMk/>
            <pc:sldMk cId="1315707101" sldId="265"/>
            <ac:spMk id="10" creationId="{A55D5633-D557-4DCA-982C-FF36EB7A1C00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8:24.963" v="333"/>
          <ac:spMkLst>
            <pc:docMk/>
            <pc:sldMk cId="1315707101" sldId="265"/>
            <ac:spMk id="12" creationId="{450D3AD2-FA80-415F-A9CE-54D884561CD7}"/>
          </ac:spMkLst>
        </pc:spChg>
      </pc:sldChg>
      <pc:sldChg chg="addSp delSp modSp new mod setBg">
        <pc:chgData name="LUIFERNEY ORTIZ PARRA" userId="S::luiferneyortiz@ucundinamarca.edu.co::311f1f2d-e9a2-4bc8-96ab-a2f2d284c8a5" providerId="AD" clId="Web-{1DE515EC-31C2-44AD-F125-A0ED4CA66B6D}" dt="2026-04-04T04:38:34.214" v="336"/>
        <pc:sldMkLst>
          <pc:docMk/>
          <pc:sldMk cId="3017984225" sldId="266"/>
        </pc:sldMkLst>
        <pc:spChg chg="mod">
          <ac:chgData name="LUIFERNEY ORTIZ PARRA" userId="S::luiferneyortiz@ucundinamarca.edu.co::311f1f2d-e9a2-4bc8-96ab-a2f2d284c8a5" providerId="AD" clId="Web-{1DE515EC-31C2-44AD-F125-A0ED4CA66B6D}" dt="2026-04-04T04:38:34.214" v="336"/>
          <ac:spMkLst>
            <pc:docMk/>
            <pc:sldMk cId="3017984225" sldId="266"/>
            <ac:spMk id="2" creationId="{73FD0126-2005-0763-C096-F0F5989877E6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38:34.214" v="336"/>
          <ac:spMkLst>
            <pc:docMk/>
            <pc:sldMk cId="3017984225" sldId="266"/>
            <ac:spMk id="3" creationId="{856D4907-45C6-490E-C318-48C0BB2EB665}"/>
          </ac:spMkLst>
        </pc:spChg>
        <pc:spChg chg="add del">
          <ac:chgData name="LUIFERNEY ORTIZ PARRA" userId="S::luiferneyortiz@ucundinamarca.edu.co::311f1f2d-e9a2-4bc8-96ab-a2f2d284c8a5" providerId="AD" clId="Web-{1DE515EC-31C2-44AD-F125-A0ED4CA66B6D}" dt="2026-04-04T04:38:34.167" v="335"/>
          <ac:spMkLst>
            <pc:docMk/>
            <pc:sldMk cId="3017984225" sldId="266"/>
            <ac:spMk id="8" creationId="{1B15ED52-F352-441B-82BF-E0EA34836D08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8:34.214" v="336"/>
          <ac:spMkLst>
            <pc:docMk/>
            <pc:sldMk cId="3017984225" sldId="266"/>
            <ac:spMk id="9" creationId="{AE3A741D-C19B-960A-5803-1C5887147820}"/>
          </ac:spMkLst>
        </pc:spChg>
        <pc:spChg chg="add del">
          <ac:chgData name="LUIFERNEY ORTIZ PARRA" userId="S::luiferneyortiz@ucundinamarca.edu.co::311f1f2d-e9a2-4bc8-96ab-a2f2d284c8a5" providerId="AD" clId="Web-{1DE515EC-31C2-44AD-F125-A0ED4CA66B6D}" dt="2026-04-04T04:38:34.167" v="335"/>
          <ac:spMkLst>
            <pc:docMk/>
            <pc:sldMk cId="3017984225" sldId="266"/>
            <ac:spMk id="10" creationId="{3B2E3793-BFE6-45A2-9B7B-E18844431C99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8:34.214" v="336"/>
          <ac:spMkLst>
            <pc:docMk/>
            <pc:sldMk cId="3017984225" sldId="266"/>
            <ac:spMk id="11" creationId="{DC39DE25-0E4E-0AA7-0932-1D78C2372786}"/>
          </ac:spMkLst>
        </pc:spChg>
        <pc:spChg chg="add del">
          <ac:chgData name="LUIFERNEY ORTIZ PARRA" userId="S::luiferneyortiz@ucundinamarca.edu.co::311f1f2d-e9a2-4bc8-96ab-a2f2d284c8a5" providerId="AD" clId="Web-{1DE515EC-31C2-44AD-F125-A0ED4CA66B6D}" dt="2026-04-04T04:38:34.167" v="335"/>
          <ac:spMkLst>
            <pc:docMk/>
            <pc:sldMk cId="3017984225" sldId="266"/>
            <ac:spMk id="12" creationId="{BC4C4868-CB8F-4AF9-9CDB-8108F2C19B67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8:34.214" v="336"/>
          <ac:spMkLst>
            <pc:docMk/>
            <pc:sldMk cId="3017984225" sldId="266"/>
            <ac:spMk id="13" creationId="{8D6EA299-0840-6DEA-E670-C49AEBC87E89}"/>
          </ac:spMkLst>
        </pc:spChg>
        <pc:spChg chg="add del">
          <ac:chgData name="LUIFERNEY ORTIZ PARRA" userId="S::luiferneyortiz@ucundinamarca.edu.co::311f1f2d-e9a2-4bc8-96ab-a2f2d284c8a5" providerId="AD" clId="Web-{1DE515EC-31C2-44AD-F125-A0ED4CA66B6D}" dt="2026-04-04T04:38:34.167" v="335"/>
          <ac:spMkLst>
            <pc:docMk/>
            <pc:sldMk cId="3017984225" sldId="266"/>
            <ac:spMk id="14" creationId="{375E0459-6403-40CD-989D-56A4407CA12E}"/>
          </ac:spMkLst>
        </pc:spChg>
        <pc:spChg chg="add del">
          <ac:chgData name="LUIFERNEY ORTIZ PARRA" userId="S::luiferneyortiz@ucundinamarca.edu.co::311f1f2d-e9a2-4bc8-96ab-a2f2d284c8a5" providerId="AD" clId="Web-{1DE515EC-31C2-44AD-F125-A0ED4CA66B6D}" dt="2026-04-04T04:38:34.167" v="335"/>
          <ac:spMkLst>
            <pc:docMk/>
            <pc:sldMk cId="3017984225" sldId="266"/>
            <ac:spMk id="16" creationId="{53E5B1A8-3AC9-4BD1-9BBC-78CA94F2D1BA}"/>
          </ac:spMkLst>
        </pc:spChg>
        <pc:picChg chg="add">
          <ac:chgData name="LUIFERNEY ORTIZ PARRA" userId="S::luiferneyortiz@ucundinamarca.edu.co::311f1f2d-e9a2-4bc8-96ab-a2f2d284c8a5" providerId="AD" clId="Web-{1DE515EC-31C2-44AD-F125-A0ED4CA66B6D}" dt="2026-04-04T04:38:34.214" v="336"/>
          <ac:picMkLst>
            <pc:docMk/>
            <pc:sldMk cId="3017984225" sldId="266"/>
            <ac:picMk id="5" creationId="{D4DB28C0-79A9-4EB1-45EC-2665F10EB429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38:42.840" v="337"/>
        <pc:sldMkLst>
          <pc:docMk/>
          <pc:sldMk cId="1651412296" sldId="267"/>
        </pc:sldMkLst>
        <pc:spChg chg="mod">
          <ac:chgData name="LUIFERNEY ORTIZ PARRA" userId="S::luiferneyortiz@ucundinamarca.edu.co::311f1f2d-e9a2-4bc8-96ab-a2f2d284c8a5" providerId="AD" clId="Web-{1DE515EC-31C2-44AD-F125-A0ED4CA66B6D}" dt="2026-04-04T04:38:42.840" v="337"/>
          <ac:spMkLst>
            <pc:docMk/>
            <pc:sldMk cId="1651412296" sldId="267"/>
            <ac:spMk id="2" creationId="{10083A0F-F6A0-5933-0840-759876820D18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38:42.840" v="337"/>
          <ac:spMkLst>
            <pc:docMk/>
            <pc:sldMk cId="1651412296" sldId="267"/>
            <ac:spMk id="3" creationId="{FBDD3181-953F-EB53-B293-8F0BAAC4C2EF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8:42.840" v="337"/>
          <ac:spMkLst>
            <pc:docMk/>
            <pc:sldMk cId="1651412296" sldId="267"/>
            <ac:spMk id="9" creationId="{9F7D5CDA-D291-4307-BF55-1381FED29634}"/>
          </ac:spMkLst>
        </pc:spChg>
        <pc:picChg chg="add">
          <ac:chgData name="LUIFERNEY ORTIZ PARRA" userId="S::luiferneyortiz@ucundinamarca.edu.co::311f1f2d-e9a2-4bc8-96ab-a2f2d284c8a5" providerId="AD" clId="Web-{1DE515EC-31C2-44AD-F125-A0ED4CA66B6D}" dt="2026-04-04T04:38:42.840" v="337"/>
          <ac:picMkLst>
            <pc:docMk/>
            <pc:sldMk cId="1651412296" sldId="267"/>
            <ac:picMk id="5" creationId="{DE4415BC-8B04-9E80-AFBA-63C997983D60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39:00.983" v="339"/>
        <pc:sldMkLst>
          <pc:docMk/>
          <pc:sldMk cId="1588536604" sldId="268"/>
        </pc:sldMkLst>
        <pc:spChg chg="mod">
          <ac:chgData name="LUIFERNEY ORTIZ PARRA" userId="S::luiferneyortiz@ucundinamarca.edu.co::311f1f2d-e9a2-4bc8-96ab-a2f2d284c8a5" providerId="AD" clId="Web-{1DE515EC-31C2-44AD-F125-A0ED4CA66B6D}" dt="2026-04-04T04:38:54.592" v="338"/>
          <ac:spMkLst>
            <pc:docMk/>
            <pc:sldMk cId="1588536604" sldId="268"/>
            <ac:spMk id="2" creationId="{BF582D58-1036-8318-D810-36719BF4166E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39:00.983" v="339"/>
          <ac:spMkLst>
            <pc:docMk/>
            <pc:sldMk cId="1588536604" sldId="268"/>
            <ac:spMk id="3" creationId="{8DB85140-B70C-732A-7D78-7E6891761C82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8:54.592" v="338"/>
          <ac:spMkLst>
            <pc:docMk/>
            <pc:sldMk cId="1588536604" sldId="268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8:54.592" v="338"/>
          <ac:spMkLst>
            <pc:docMk/>
            <pc:sldMk cId="1588536604" sldId="268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1DE515EC-31C2-44AD-F125-A0ED4CA66B6D}" dt="2026-04-04T04:38:54.592" v="338"/>
          <ac:picMkLst>
            <pc:docMk/>
            <pc:sldMk cId="1588536604" sldId="268"/>
            <ac:picMk id="5" creationId="{7640B18A-BE57-2D68-C374-D91B7292B745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39:21.564" v="342"/>
        <pc:sldMkLst>
          <pc:docMk/>
          <pc:sldMk cId="357752354" sldId="269"/>
        </pc:sldMkLst>
        <pc:spChg chg="mod">
          <ac:chgData name="LUIFERNEY ORTIZ PARRA" userId="S::luiferneyortiz@ucundinamarca.edu.co::311f1f2d-e9a2-4bc8-96ab-a2f2d284c8a5" providerId="AD" clId="Web-{1DE515EC-31C2-44AD-F125-A0ED4CA66B6D}" dt="2026-04-04T04:39:21.564" v="342"/>
          <ac:spMkLst>
            <pc:docMk/>
            <pc:sldMk cId="357752354" sldId="269"/>
            <ac:spMk id="2" creationId="{98618FE3-D55B-7BE7-D2E7-35AB7ED4537A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39:16.344" v="341"/>
          <ac:spMkLst>
            <pc:docMk/>
            <pc:sldMk cId="357752354" sldId="269"/>
            <ac:spMk id="3" creationId="{8D080CAF-FF9A-B2AE-72F5-EAB8E6B90D4E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9:10.312" v="340"/>
          <ac:spMkLst>
            <pc:docMk/>
            <pc:sldMk cId="357752354" sldId="269"/>
            <ac:spMk id="9" creationId="{AE3A741D-C19B-960A-5803-1C5887147820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9:10.312" v="340"/>
          <ac:spMkLst>
            <pc:docMk/>
            <pc:sldMk cId="357752354" sldId="269"/>
            <ac:spMk id="11" creationId="{DC39DE25-0E4E-0AA7-0932-1D78C2372786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9:10.312" v="340"/>
          <ac:spMkLst>
            <pc:docMk/>
            <pc:sldMk cId="357752354" sldId="269"/>
            <ac:spMk id="13" creationId="{8D6EA299-0840-6DEA-E670-C49AEBC87E89}"/>
          </ac:spMkLst>
        </pc:spChg>
        <pc:picChg chg="add">
          <ac:chgData name="LUIFERNEY ORTIZ PARRA" userId="S::luiferneyortiz@ucundinamarca.edu.co::311f1f2d-e9a2-4bc8-96ab-a2f2d284c8a5" providerId="AD" clId="Web-{1DE515EC-31C2-44AD-F125-A0ED4CA66B6D}" dt="2026-04-04T04:39:10.312" v="340"/>
          <ac:picMkLst>
            <pc:docMk/>
            <pc:sldMk cId="357752354" sldId="269"/>
            <ac:picMk id="5" creationId="{B7723A27-B206-D2C7-E55A-812A2703EF29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1DE515EC-31C2-44AD-F125-A0ED4CA66B6D}" dt="2026-04-04T04:39:29.471" v="343"/>
        <pc:sldMkLst>
          <pc:docMk/>
          <pc:sldMk cId="4026953568" sldId="270"/>
        </pc:sldMkLst>
        <pc:spChg chg="mod">
          <ac:chgData name="LUIFERNEY ORTIZ PARRA" userId="S::luiferneyortiz@ucundinamarca.edu.co::311f1f2d-e9a2-4bc8-96ab-a2f2d284c8a5" providerId="AD" clId="Web-{1DE515EC-31C2-44AD-F125-A0ED4CA66B6D}" dt="2026-04-04T04:39:29.471" v="343"/>
          <ac:spMkLst>
            <pc:docMk/>
            <pc:sldMk cId="4026953568" sldId="270"/>
            <ac:spMk id="2" creationId="{9E8C7568-68A0-5E91-44C3-D8AEB0836C7E}"/>
          </ac:spMkLst>
        </pc:spChg>
        <pc:spChg chg="del mod">
          <ac:chgData name="LUIFERNEY ORTIZ PARRA" userId="S::luiferneyortiz@ucundinamarca.edu.co::311f1f2d-e9a2-4bc8-96ab-a2f2d284c8a5" providerId="AD" clId="Web-{1DE515EC-31C2-44AD-F125-A0ED4CA66B6D}" dt="2026-04-04T04:39:29.471" v="343"/>
          <ac:spMkLst>
            <pc:docMk/>
            <pc:sldMk cId="4026953568" sldId="270"/>
            <ac:spMk id="3" creationId="{B29055C6-2EB3-3EB8-B4C6-C30C655AB168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9:29.471" v="343"/>
          <ac:spMkLst>
            <pc:docMk/>
            <pc:sldMk cId="4026953568" sldId="270"/>
            <ac:spMk id="9" creationId="{BACC6370-2D7E-4714-9D71-7542949D7D5D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9:29.471" v="343"/>
          <ac:spMkLst>
            <pc:docMk/>
            <pc:sldMk cId="4026953568" sldId="270"/>
            <ac:spMk id="11" creationId="{F68B3F68-107C-434F-AA38-110D5EA91B85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9:29.471" v="343"/>
          <ac:spMkLst>
            <pc:docMk/>
            <pc:sldMk cId="4026953568" sldId="270"/>
            <ac:spMk id="13" creationId="{AAD0DBB9-1A4B-4391-81D4-CB19F9AB918A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9:29.471" v="343"/>
          <ac:spMkLst>
            <pc:docMk/>
            <pc:sldMk cId="4026953568" sldId="270"/>
            <ac:spMk id="15" creationId="{063BBA22-50EA-4C4D-BE05-F1CE4E63AA56}"/>
          </ac:spMkLst>
        </pc:spChg>
        <pc:graphicFrameChg chg="add">
          <ac:chgData name="LUIFERNEY ORTIZ PARRA" userId="S::luiferneyortiz@ucundinamarca.edu.co::311f1f2d-e9a2-4bc8-96ab-a2f2d284c8a5" providerId="AD" clId="Web-{1DE515EC-31C2-44AD-F125-A0ED4CA66B6D}" dt="2026-04-04T04:39:29.471" v="343"/>
          <ac:graphicFrameMkLst>
            <pc:docMk/>
            <pc:sldMk cId="4026953568" sldId="270"/>
            <ac:graphicFrameMk id="5" creationId="{BEB1CB8B-0715-142E-5EB4-6127DEFD904C}"/>
          </ac:graphicFrameMkLst>
        </pc:graphicFrame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39:37.362" v="344"/>
        <pc:sldMkLst>
          <pc:docMk/>
          <pc:sldMk cId="879087646" sldId="271"/>
        </pc:sldMkLst>
        <pc:spChg chg="mod">
          <ac:chgData name="LUIFERNEY ORTIZ PARRA" userId="S::luiferneyortiz@ucundinamarca.edu.co::311f1f2d-e9a2-4bc8-96ab-a2f2d284c8a5" providerId="AD" clId="Web-{1DE515EC-31C2-44AD-F125-A0ED4CA66B6D}" dt="2026-04-04T04:39:37.362" v="344"/>
          <ac:spMkLst>
            <pc:docMk/>
            <pc:sldMk cId="879087646" sldId="271"/>
            <ac:spMk id="2" creationId="{5E43005E-47AA-9DA2-C014-CB1635CE4D84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39:37.362" v="344"/>
          <ac:spMkLst>
            <pc:docMk/>
            <pc:sldMk cId="879087646" sldId="271"/>
            <ac:spMk id="3" creationId="{D5304596-21D3-8E21-72BA-D9176FAA0053}"/>
          </ac:spMkLst>
        </pc:spChg>
        <pc:grpChg chg="add">
          <ac:chgData name="LUIFERNEY ORTIZ PARRA" userId="S::luiferneyortiz@ucundinamarca.edu.co::311f1f2d-e9a2-4bc8-96ab-a2f2d284c8a5" providerId="AD" clId="Web-{1DE515EC-31C2-44AD-F125-A0ED4CA66B6D}" dt="2026-04-04T04:39:37.362" v="344"/>
          <ac:grpSpMkLst>
            <pc:docMk/>
            <pc:sldMk cId="879087646" sldId="271"/>
            <ac:grpSpMk id="9" creationId="{5EFBDE31-BB3E-6CFC-23CD-B5976DA38438}"/>
          </ac:grpSpMkLst>
        </pc:grpChg>
        <pc:picChg chg="add">
          <ac:chgData name="LUIFERNEY ORTIZ PARRA" userId="S::luiferneyortiz@ucundinamarca.edu.co::311f1f2d-e9a2-4bc8-96ab-a2f2d284c8a5" providerId="AD" clId="Web-{1DE515EC-31C2-44AD-F125-A0ED4CA66B6D}" dt="2026-04-04T04:39:37.362" v="344"/>
          <ac:picMkLst>
            <pc:docMk/>
            <pc:sldMk cId="879087646" sldId="271"/>
            <ac:picMk id="5" creationId="{69536A65-5272-6CC9-2AD4-013AB633ECA1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39:46.973" v="345"/>
        <pc:sldMkLst>
          <pc:docMk/>
          <pc:sldMk cId="3540387554" sldId="272"/>
        </pc:sldMkLst>
        <pc:spChg chg="mod">
          <ac:chgData name="LUIFERNEY ORTIZ PARRA" userId="S::luiferneyortiz@ucundinamarca.edu.co::311f1f2d-e9a2-4bc8-96ab-a2f2d284c8a5" providerId="AD" clId="Web-{1DE515EC-31C2-44AD-F125-A0ED4CA66B6D}" dt="2026-04-04T04:39:46.973" v="345"/>
          <ac:spMkLst>
            <pc:docMk/>
            <pc:sldMk cId="3540387554" sldId="272"/>
            <ac:spMk id="2" creationId="{3AC5A3DE-EFB3-A1F2-2DE5-474868CE05A9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39:46.973" v="345"/>
          <ac:spMkLst>
            <pc:docMk/>
            <pc:sldMk cId="3540387554" sldId="272"/>
            <ac:spMk id="3" creationId="{1ECF61B0-3A4D-9A25-A819-3922E637C919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9:46.973" v="345"/>
          <ac:spMkLst>
            <pc:docMk/>
            <pc:sldMk cId="3540387554" sldId="272"/>
            <ac:spMk id="9" creationId="{9F7D5CDA-D291-4307-BF55-1381FED29634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9:46.973" v="345"/>
          <ac:spMkLst>
            <pc:docMk/>
            <pc:sldMk cId="3540387554" sldId="272"/>
            <ac:spMk id="11" creationId="{59B296B9-C5A5-4E4F-9B60-C907B5F1466C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39:46.973" v="345"/>
          <ac:spMkLst>
            <pc:docMk/>
            <pc:sldMk cId="3540387554" sldId="272"/>
            <ac:spMk id="13" creationId="{D0300FD3-5AF1-6305-15FA-9078072672E2}"/>
          </ac:spMkLst>
        </pc:spChg>
        <pc:picChg chg="add">
          <ac:chgData name="LUIFERNEY ORTIZ PARRA" userId="S::luiferneyortiz@ucundinamarca.edu.co::311f1f2d-e9a2-4bc8-96ab-a2f2d284c8a5" providerId="AD" clId="Web-{1DE515EC-31C2-44AD-F125-A0ED4CA66B6D}" dt="2026-04-04T04:39:46.973" v="345"/>
          <ac:picMkLst>
            <pc:docMk/>
            <pc:sldMk cId="3540387554" sldId="272"/>
            <ac:picMk id="5" creationId="{275EF18F-15AA-1CD8-67E8-2F10C2B825DE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41:24.013" v="347"/>
        <pc:sldMkLst>
          <pc:docMk/>
          <pc:sldMk cId="3531355091" sldId="273"/>
        </pc:sldMkLst>
        <pc:spChg chg="mod">
          <ac:chgData name="LUIFERNEY ORTIZ PARRA" userId="S::luiferneyortiz@ucundinamarca.edu.co::311f1f2d-e9a2-4bc8-96ab-a2f2d284c8a5" providerId="AD" clId="Web-{1DE515EC-31C2-44AD-F125-A0ED4CA66B6D}" dt="2026-04-04T04:41:18.700" v="346"/>
          <ac:spMkLst>
            <pc:docMk/>
            <pc:sldMk cId="3531355091" sldId="273"/>
            <ac:spMk id="2" creationId="{53117416-98A9-4AB7-89A2-787DBD917A9E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41:24.013" v="347"/>
          <ac:spMkLst>
            <pc:docMk/>
            <pc:sldMk cId="3531355091" sldId="273"/>
            <ac:spMk id="3" creationId="{6473040B-392C-718E-950E-3B1C5D32F9BB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41:18.700" v="346"/>
          <ac:spMkLst>
            <pc:docMk/>
            <pc:sldMk cId="3531355091" sldId="273"/>
            <ac:spMk id="8" creationId="{1B15ED52-F352-441B-82BF-E0EA34836D08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41:18.700" v="346"/>
          <ac:spMkLst>
            <pc:docMk/>
            <pc:sldMk cId="3531355091" sldId="273"/>
            <ac:spMk id="10" creationId="{3B2E3793-BFE6-45A2-9B7B-E18844431C99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41:18.700" v="346"/>
          <ac:spMkLst>
            <pc:docMk/>
            <pc:sldMk cId="3531355091" sldId="273"/>
            <ac:spMk id="12" creationId="{BC4C4868-CB8F-4AF9-9CDB-8108F2C19B67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41:18.700" v="346"/>
          <ac:spMkLst>
            <pc:docMk/>
            <pc:sldMk cId="3531355091" sldId="273"/>
            <ac:spMk id="14" creationId="{375E0459-6403-40CD-989D-56A4407CA12E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41:18.700" v="346"/>
          <ac:spMkLst>
            <pc:docMk/>
            <pc:sldMk cId="3531355091" sldId="273"/>
            <ac:spMk id="16" creationId="{53E5B1A8-3AC9-4BD1-9BBC-78CA94F2D1BA}"/>
          </ac:spMkLst>
        </pc:spChg>
      </pc:sldChg>
      <pc:sldChg chg="addSp delSp modSp new mod setBg">
        <pc:chgData name="LUIFERNEY ORTIZ PARRA" userId="S::luiferneyortiz@ucundinamarca.edu.co::311f1f2d-e9a2-4bc8-96ab-a2f2d284c8a5" providerId="AD" clId="Web-{1DE515EC-31C2-44AD-F125-A0ED4CA66B6D}" dt="2026-04-04T04:41:32.795" v="348"/>
        <pc:sldMkLst>
          <pc:docMk/>
          <pc:sldMk cId="1845327691" sldId="274"/>
        </pc:sldMkLst>
        <pc:spChg chg="mod">
          <ac:chgData name="LUIFERNEY ORTIZ PARRA" userId="S::luiferneyortiz@ucundinamarca.edu.co::311f1f2d-e9a2-4bc8-96ab-a2f2d284c8a5" providerId="AD" clId="Web-{1DE515EC-31C2-44AD-F125-A0ED4CA66B6D}" dt="2026-04-04T04:41:32.795" v="348"/>
          <ac:spMkLst>
            <pc:docMk/>
            <pc:sldMk cId="1845327691" sldId="274"/>
            <ac:spMk id="2" creationId="{5E245CD2-9882-48C5-86CA-FFC620862AC2}"/>
          </ac:spMkLst>
        </pc:spChg>
        <pc:spChg chg="del mod">
          <ac:chgData name="LUIFERNEY ORTIZ PARRA" userId="S::luiferneyortiz@ucundinamarca.edu.co::311f1f2d-e9a2-4bc8-96ab-a2f2d284c8a5" providerId="AD" clId="Web-{1DE515EC-31C2-44AD-F125-A0ED4CA66B6D}" dt="2026-04-04T04:41:32.795" v="348"/>
          <ac:spMkLst>
            <pc:docMk/>
            <pc:sldMk cId="1845327691" sldId="274"/>
            <ac:spMk id="3" creationId="{3D91A917-6F2C-3179-11EB-B6AA4125E7C5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41:32.795" v="348"/>
          <ac:spMkLst>
            <pc:docMk/>
            <pc:sldMk cId="1845327691" sldId="274"/>
            <ac:spMk id="9" creationId="{345A976A-8DE3-4B67-B94B-2044FDD12899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41:32.795" v="348"/>
          <ac:spMkLst>
            <pc:docMk/>
            <pc:sldMk cId="1845327691" sldId="274"/>
            <ac:spMk id="11" creationId="{6EAAA1B9-2DDB-49C9-A037-A523D2F13C15}"/>
          </ac:spMkLst>
        </pc:spChg>
        <pc:grpChg chg="add">
          <ac:chgData name="LUIFERNEY ORTIZ PARRA" userId="S::luiferneyortiz@ucundinamarca.edu.co::311f1f2d-e9a2-4bc8-96ab-a2f2d284c8a5" providerId="AD" clId="Web-{1DE515EC-31C2-44AD-F125-A0ED4CA66B6D}" dt="2026-04-04T04:41:32.795" v="348"/>
          <ac:grpSpMkLst>
            <pc:docMk/>
            <pc:sldMk cId="1845327691" sldId="274"/>
            <ac:grpSpMk id="13" creationId="{76566969-F813-4CC5-B3E9-363D85B55C3B}"/>
          </ac:grpSpMkLst>
        </pc:grpChg>
        <pc:grpChg chg="add">
          <ac:chgData name="LUIFERNEY ORTIZ PARRA" userId="S::luiferneyortiz@ucundinamarca.edu.co::311f1f2d-e9a2-4bc8-96ab-a2f2d284c8a5" providerId="AD" clId="Web-{1DE515EC-31C2-44AD-F125-A0ED4CA66B6D}" dt="2026-04-04T04:41:32.795" v="348"/>
          <ac:grpSpMkLst>
            <pc:docMk/>
            <pc:sldMk cId="1845327691" sldId="274"/>
            <ac:grpSpMk id="19" creationId="{0217D733-97B6-4C43-AF0C-5E3CB0EA132A}"/>
          </ac:grpSpMkLst>
        </pc:grpChg>
        <pc:graphicFrameChg chg="add">
          <ac:chgData name="LUIFERNEY ORTIZ PARRA" userId="S::luiferneyortiz@ucundinamarca.edu.co::311f1f2d-e9a2-4bc8-96ab-a2f2d284c8a5" providerId="AD" clId="Web-{1DE515EC-31C2-44AD-F125-A0ED4CA66B6D}" dt="2026-04-04T04:41:32.795" v="348"/>
          <ac:graphicFrameMkLst>
            <pc:docMk/>
            <pc:sldMk cId="1845327691" sldId="274"/>
            <ac:graphicFrameMk id="5" creationId="{5D7017CB-E3BF-0270-0E97-3CF5C18734EE}"/>
          </ac:graphicFrameMkLst>
        </pc:graphicFrame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41:54.327" v="350"/>
        <pc:sldMkLst>
          <pc:docMk/>
          <pc:sldMk cId="2101016015" sldId="275"/>
        </pc:sldMkLst>
        <pc:spChg chg="mod">
          <ac:chgData name="LUIFERNEY ORTIZ PARRA" userId="S::luiferneyortiz@ucundinamarca.edu.co::311f1f2d-e9a2-4bc8-96ab-a2f2d284c8a5" providerId="AD" clId="Web-{1DE515EC-31C2-44AD-F125-A0ED4CA66B6D}" dt="2026-04-04T04:41:49.046" v="349"/>
          <ac:spMkLst>
            <pc:docMk/>
            <pc:sldMk cId="2101016015" sldId="275"/>
            <ac:spMk id="2" creationId="{CFE973DE-D9F1-DF5F-C201-7711031EAB38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41:54.327" v="350"/>
          <ac:spMkLst>
            <pc:docMk/>
            <pc:sldMk cId="2101016015" sldId="275"/>
            <ac:spMk id="3" creationId="{5CF8D6A7-CC80-44BB-B160-049966DF862D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41:49.046" v="349"/>
          <ac:spMkLst>
            <pc:docMk/>
            <pc:sldMk cId="2101016015" sldId="275"/>
            <ac:spMk id="8" creationId="{C9A36457-A5F4-4103-A443-02581C09185B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41:49.046" v="349"/>
          <ac:spMkLst>
            <pc:docMk/>
            <pc:sldMk cId="2101016015" sldId="275"/>
            <ac:spMk id="10" creationId="{DC5FB7E8-B636-40FA-BE8D-48145C0F5C57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41:49.046" v="349"/>
          <ac:spMkLst>
            <pc:docMk/>
            <pc:sldMk cId="2101016015" sldId="275"/>
            <ac:spMk id="12" creationId="{142DCE2C-2863-46FA-9BE7-24365A24D9BA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42:07.547" v="352"/>
        <pc:sldMkLst>
          <pc:docMk/>
          <pc:sldMk cId="1386445743" sldId="276"/>
        </pc:sldMkLst>
        <pc:spChg chg="mod">
          <ac:chgData name="LUIFERNEY ORTIZ PARRA" userId="S::luiferneyortiz@ucundinamarca.edu.co::311f1f2d-e9a2-4bc8-96ab-a2f2d284c8a5" providerId="AD" clId="Web-{1DE515EC-31C2-44AD-F125-A0ED4CA66B6D}" dt="2026-04-04T04:42:01.656" v="351"/>
          <ac:spMkLst>
            <pc:docMk/>
            <pc:sldMk cId="1386445743" sldId="276"/>
            <ac:spMk id="2" creationId="{29E6E2DE-75A6-26D5-3215-D1CC6644D0D1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42:07.547" v="352"/>
          <ac:spMkLst>
            <pc:docMk/>
            <pc:sldMk cId="1386445743" sldId="276"/>
            <ac:spMk id="3" creationId="{79E7454F-EE4E-FE68-11CD-8642D026DB30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42:01.656" v="351"/>
          <ac:spMkLst>
            <pc:docMk/>
            <pc:sldMk cId="1386445743" sldId="276"/>
            <ac:spMk id="9" creationId="{5D13CC36-B950-4F02-9BAF-9A7EB267398C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42:01.656" v="351"/>
          <ac:spMkLst>
            <pc:docMk/>
            <pc:sldMk cId="1386445743" sldId="276"/>
            <ac:spMk id="11" creationId="{D1BDED99-B35B-4FEE-A274-8E8DB6FEEECF}"/>
          </ac:spMkLst>
        </pc:spChg>
        <pc:picChg chg="add">
          <ac:chgData name="LUIFERNEY ORTIZ PARRA" userId="S::luiferneyortiz@ucundinamarca.edu.co::311f1f2d-e9a2-4bc8-96ab-a2f2d284c8a5" providerId="AD" clId="Web-{1DE515EC-31C2-44AD-F125-A0ED4CA66B6D}" dt="2026-04-04T04:42:01.656" v="351"/>
          <ac:picMkLst>
            <pc:docMk/>
            <pc:sldMk cId="1386445743" sldId="276"/>
            <ac:picMk id="5" creationId="{6CEF8977-CBF0-3A8A-1DC6-B584EABCC10F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42:26.189" v="354"/>
        <pc:sldMkLst>
          <pc:docMk/>
          <pc:sldMk cId="3637134963" sldId="277"/>
        </pc:sldMkLst>
        <pc:spChg chg="mod">
          <ac:chgData name="LUIFERNEY ORTIZ PARRA" userId="S::luiferneyortiz@ucundinamarca.edu.co::311f1f2d-e9a2-4bc8-96ab-a2f2d284c8a5" providerId="AD" clId="Web-{1DE515EC-31C2-44AD-F125-A0ED4CA66B6D}" dt="2026-04-04T04:42:16.407" v="353"/>
          <ac:spMkLst>
            <pc:docMk/>
            <pc:sldMk cId="3637134963" sldId="277"/>
            <ac:spMk id="2" creationId="{5DF6774E-1DE6-77E4-B078-A77D63B0EE29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42:26.189" v="354"/>
          <ac:spMkLst>
            <pc:docMk/>
            <pc:sldMk cId="3637134963" sldId="277"/>
            <ac:spMk id="3" creationId="{AD7CB997-5BF9-12AD-6939-7289F55D6D7C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42:16.407" v="353"/>
          <ac:spMkLst>
            <pc:docMk/>
            <pc:sldMk cId="3637134963" sldId="277"/>
            <ac:spMk id="9" creationId="{676A1B86-DC99-46B9-B5AA-A7E928EA9CF7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42:16.407" v="353"/>
          <ac:spMkLst>
            <pc:docMk/>
            <pc:sldMk cId="3637134963" sldId="277"/>
            <ac:spMk id="11" creationId="{E9304FFE-74E9-4316-B822-F35A685E2D09}"/>
          </ac:spMkLst>
        </pc:spChg>
        <pc:picChg chg="add">
          <ac:chgData name="LUIFERNEY ORTIZ PARRA" userId="S::luiferneyortiz@ucundinamarca.edu.co::311f1f2d-e9a2-4bc8-96ab-a2f2d284c8a5" providerId="AD" clId="Web-{1DE515EC-31C2-44AD-F125-A0ED4CA66B6D}" dt="2026-04-04T04:42:16.407" v="353"/>
          <ac:picMkLst>
            <pc:docMk/>
            <pc:sldMk cId="3637134963" sldId="277"/>
            <ac:picMk id="5" creationId="{ECFDFF5A-51D0-3BA2-3C50-C11D0DB2906F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1DE515EC-31C2-44AD-F125-A0ED4CA66B6D}" dt="2026-04-04T04:42:39.846" v="356"/>
        <pc:sldMkLst>
          <pc:docMk/>
          <pc:sldMk cId="270418697" sldId="278"/>
        </pc:sldMkLst>
        <pc:spChg chg="mod">
          <ac:chgData name="LUIFERNEY ORTIZ PARRA" userId="S::luiferneyortiz@ucundinamarca.edu.co::311f1f2d-e9a2-4bc8-96ab-a2f2d284c8a5" providerId="AD" clId="Web-{1DE515EC-31C2-44AD-F125-A0ED4CA66B6D}" dt="2026-04-04T04:42:34.799" v="355"/>
          <ac:spMkLst>
            <pc:docMk/>
            <pc:sldMk cId="270418697" sldId="278"/>
            <ac:spMk id="2" creationId="{42072C4D-F475-586B-9784-218DF5D57A7B}"/>
          </ac:spMkLst>
        </pc:spChg>
        <pc:spChg chg="mod">
          <ac:chgData name="LUIFERNEY ORTIZ PARRA" userId="S::luiferneyortiz@ucundinamarca.edu.co::311f1f2d-e9a2-4bc8-96ab-a2f2d284c8a5" providerId="AD" clId="Web-{1DE515EC-31C2-44AD-F125-A0ED4CA66B6D}" dt="2026-04-04T04:42:39.846" v="356"/>
          <ac:spMkLst>
            <pc:docMk/>
            <pc:sldMk cId="270418697" sldId="278"/>
            <ac:spMk id="3" creationId="{8BAED1B5-7B58-36E5-DF64-E2E114B8CB30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42:34.799" v="355"/>
          <ac:spMkLst>
            <pc:docMk/>
            <pc:sldMk cId="270418697" sldId="278"/>
            <ac:spMk id="9" creationId="{5D13CC36-B950-4F02-9BAF-9A7EB267398C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42:34.799" v="355"/>
          <ac:spMkLst>
            <pc:docMk/>
            <pc:sldMk cId="270418697" sldId="278"/>
            <ac:spMk id="11" creationId="{D1BDED99-B35B-4FEE-A274-8E8DB6FEEECF}"/>
          </ac:spMkLst>
        </pc:spChg>
        <pc:picChg chg="add">
          <ac:chgData name="LUIFERNEY ORTIZ PARRA" userId="S::luiferneyortiz@ucundinamarca.edu.co::311f1f2d-e9a2-4bc8-96ab-a2f2d284c8a5" providerId="AD" clId="Web-{1DE515EC-31C2-44AD-F125-A0ED4CA66B6D}" dt="2026-04-04T04:42:34.799" v="355"/>
          <ac:picMkLst>
            <pc:docMk/>
            <pc:sldMk cId="270418697" sldId="278"/>
            <ac:picMk id="5" creationId="{8B3DAD08-2421-3E2C-6BD6-19E1EA0E5CDC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1DE515EC-31C2-44AD-F125-A0ED4CA66B6D}" dt="2026-04-04T04:42:47.706" v="357"/>
        <pc:sldMkLst>
          <pc:docMk/>
          <pc:sldMk cId="4225174217" sldId="279"/>
        </pc:sldMkLst>
        <pc:spChg chg="mod">
          <ac:chgData name="LUIFERNEY ORTIZ PARRA" userId="S::luiferneyortiz@ucundinamarca.edu.co::311f1f2d-e9a2-4bc8-96ab-a2f2d284c8a5" providerId="AD" clId="Web-{1DE515EC-31C2-44AD-F125-A0ED4CA66B6D}" dt="2026-04-04T04:42:47.706" v="357"/>
          <ac:spMkLst>
            <pc:docMk/>
            <pc:sldMk cId="4225174217" sldId="279"/>
            <ac:spMk id="2" creationId="{68AD87C2-D061-8945-F1F2-0E95D181FAA4}"/>
          </ac:spMkLst>
        </pc:spChg>
        <pc:spChg chg="del mod">
          <ac:chgData name="LUIFERNEY ORTIZ PARRA" userId="S::luiferneyortiz@ucundinamarca.edu.co::311f1f2d-e9a2-4bc8-96ab-a2f2d284c8a5" providerId="AD" clId="Web-{1DE515EC-31C2-44AD-F125-A0ED4CA66B6D}" dt="2026-04-04T04:42:47.706" v="357"/>
          <ac:spMkLst>
            <pc:docMk/>
            <pc:sldMk cId="4225174217" sldId="279"/>
            <ac:spMk id="3" creationId="{4D21D5E6-97AB-2455-6D20-7A1624056B85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42:47.706" v="357"/>
          <ac:spMkLst>
            <pc:docMk/>
            <pc:sldMk cId="4225174217" sldId="279"/>
            <ac:spMk id="9" creationId="{35DB3719-6FDC-4E5D-891D-FF40B7300F64}"/>
          </ac:spMkLst>
        </pc:spChg>
        <pc:spChg chg="add">
          <ac:chgData name="LUIFERNEY ORTIZ PARRA" userId="S::luiferneyortiz@ucundinamarca.edu.co::311f1f2d-e9a2-4bc8-96ab-a2f2d284c8a5" providerId="AD" clId="Web-{1DE515EC-31C2-44AD-F125-A0ED4CA66B6D}" dt="2026-04-04T04:42:47.706" v="357"/>
          <ac:spMkLst>
            <pc:docMk/>
            <pc:sldMk cId="4225174217" sldId="279"/>
            <ac:spMk id="11" creationId="{E0CBAC23-2E3F-4A90-BA59-F8299F6A5439}"/>
          </ac:spMkLst>
        </pc:spChg>
        <pc:graphicFrameChg chg="add">
          <ac:chgData name="LUIFERNEY ORTIZ PARRA" userId="S::luiferneyortiz@ucundinamarca.edu.co::311f1f2d-e9a2-4bc8-96ab-a2f2d284c8a5" providerId="AD" clId="Web-{1DE515EC-31C2-44AD-F125-A0ED4CA66B6D}" dt="2026-04-04T04:42:47.706" v="357"/>
          <ac:graphicFrameMkLst>
            <pc:docMk/>
            <pc:sldMk cId="4225174217" sldId="279"/>
            <ac:graphicFrameMk id="5" creationId="{36D469B1-36BB-6D73-202C-E63EB63AAB60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F2DB46-99CF-4CF5-8867-7FF0DD91B1B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EF73EE2C-0628-4C92-973C-035765E59B08}">
      <dgm:prSet/>
      <dgm:spPr/>
      <dgm:t>
        <a:bodyPr/>
        <a:lstStyle/>
        <a:p>
          <a:pPr>
            <a:defRPr cap="all"/>
          </a:pPr>
          <a:r>
            <a:rPr lang="es-ES"/>
            <a:t>Crear Dockerfile </a:t>
          </a:r>
          <a:endParaRPr lang="en-US"/>
        </a:p>
      </dgm:t>
    </dgm:pt>
    <dgm:pt modelId="{110CD2CB-46AA-465F-91AA-E2F93EA9CDD8}" type="parTrans" cxnId="{28A3F801-6396-4158-AEA5-5CE8CE7BF140}">
      <dgm:prSet/>
      <dgm:spPr/>
      <dgm:t>
        <a:bodyPr/>
        <a:lstStyle/>
        <a:p>
          <a:endParaRPr lang="en-US"/>
        </a:p>
      </dgm:t>
    </dgm:pt>
    <dgm:pt modelId="{12783FBF-7D8F-4F90-9F1B-AF1B9803F7E4}" type="sibTrans" cxnId="{28A3F801-6396-4158-AEA5-5CE8CE7BF140}">
      <dgm:prSet/>
      <dgm:spPr/>
      <dgm:t>
        <a:bodyPr/>
        <a:lstStyle/>
        <a:p>
          <a:endParaRPr lang="en-US"/>
        </a:p>
      </dgm:t>
    </dgm:pt>
    <dgm:pt modelId="{0E44C9DB-CA67-4A90-ABEF-E7B56A5D0A6B}">
      <dgm:prSet/>
      <dgm:spPr/>
      <dgm:t>
        <a:bodyPr/>
        <a:lstStyle/>
        <a:p>
          <a:pPr>
            <a:defRPr cap="all"/>
          </a:pPr>
          <a:r>
            <a:rPr lang="es-ES"/>
            <a:t>Construir imagen </a:t>
          </a:r>
          <a:endParaRPr lang="en-US"/>
        </a:p>
      </dgm:t>
    </dgm:pt>
    <dgm:pt modelId="{27965A05-BC01-44E8-AEEB-571CE160299D}" type="parTrans" cxnId="{70B68245-7301-4FBC-B018-B6D7CE52A2BF}">
      <dgm:prSet/>
      <dgm:spPr/>
      <dgm:t>
        <a:bodyPr/>
        <a:lstStyle/>
        <a:p>
          <a:endParaRPr lang="en-US"/>
        </a:p>
      </dgm:t>
    </dgm:pt>
    <dgm:pt modelId="{6841F09C-1A86-4506-9BD4-EE33823C96F9}" type="sibTrans" cxnId="{70B68245-7301-4FBC-B018-B6D7CE52A2BF}">
      <dgm:prSet/>
      <dgm:spPr/>
      <dgm:t>
        <a:bodyPr/>
        <a:lstStyle/>
        <a:p>
          <a:endParaRPr lang="en-US"/>
        </a:p>
      </dgm:t>
    </dgm:pt>
    <dgm:pt modelId="{C13BD242-1122-40BE-8AED-BA4681A2AF65}">
      <dgm:prSet/>
      <dgm:spPr/>
      <dgm:t>
        <a:bodyPr/>
        <a:lstStyle/>
        <a:p>
          <a:pPr>
            <a:defRPr cap="all"/>
          </a:pPr>
          <a:r>
            <a:rPr lang="es-ES"/>
            <a:t>Ejecutar contenedo</a:t>
          </a:r>
          <a:endParaRPr lang="en-US"/>
        </a:p>
      </dgm:t>
    </dgm:pt>
    <dgm:pt modelId="{CD740F55-DC2F-46F5-9F0F-9A0CFBCD4D9C}" type="parTrans" cxnId="{B2CD5DC2-54F9-4DD6-AF74-FFF3E326ADC1}">
      <dgm:prSet/>
      <dgm:spPr/>
      <dgm:t>
        <a:bodyPr/>
        <a:lstStyle/>
        <a:p>
          <a:endParaRPr lang="en-US"/>
        </a:p>
      </dgm:t>
    </dgm:pt>
    <dgm:pt modelId="{F34CD07B-2A42-47F1-9E11-29EA493E5525}" type="sibTrans" cxnId="{B2CD5DC2-54F9-4DD6-AF74-FFF3E326ADC1}">
      <dgm:prSet/>
      <dgm:spPr/>
      <dgm:t>
        <a:bodyPr/>
        <a:lstStyle/>
        <a:p>
          <a:endParaRPr lang="en-US"/>
        </a:p>
      </dgm:t>
    </dgm:pt>
    <dgm:pt modelId="{A295B6B4-1F84-42E6-8FBA-FC57B2A715BC}" type="pres">
      <dgm:prSet presAssocID="{D0F2DB46-99CF-4CF5-8867-7FF0DD91B1B1}" presName="root" presStyleCnt="0">
        <dgm:presLayoutVars>
          <dgm:dir/>
          <dgm:resizeHandles val="exact"/>
        </dgm:presLayoutVars>
      </dgm:prSet>
      <dgm:spPr/>
    </dgm:pt>
    <dgm:pt modelId="{E048A481-32E4-4CAF-BE97-16ABBEE8D0AA}" type="pres">
      <dgm:prSet presAssocID="{EF73EE2C-0628-4C92-973C-035765E59B08}" presName="compNode" presStyleCnt="0"/>
      <dgm:spPr/>
    </dgm:pt>
    <dgm:pt modelId="{463578E2-2619-4568-BE50-93FD1EB5CE01}" type="pres">
      <dgm:prSet presAssocID="{EF73EE2C-0628-4C92-973C-035765E59B08}" presName="iconBgRect" presStyleLbl="bgShp" presStyleIdx="0" presStyleCnt="3"/>
      <dgm:spPr/>
    </dgm:pt>
    <dgm:pt modelId="{4A4FAFB6-9899-4E9D-A7C5-6348BC6E8186}" type="pres">
      <dgm:prSet presAssocID="{EF73EE2C-0628-4C92-973C-035765E59B0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ápiz"/>
        </a:ext>
      </dgm:extLst>
    </dgm:pt>
    <dgm:pt modelId="{6AD460EE-CB92-4A62-AF9B-A113FF7F0CD7}" type="pres">
      <dgm:prSet presAssocID="{EF73EE2C-0628-4C92-973C-035765E59B08}" presName="spaceRect" presStyleCnt="0"/>
      <dgm:spPr/>
    </dgm:pt>
    <dgm:pt modelId="{FC4282B2-E373-44A3-8D05-FD75F5F6FA38}" type="pres">
      <dgm:prSet presAssocID="{EF73EE2C-0628-4C92-973C-035765E59B08}" presName="textRect" presStyleLbl="revTx" presStyleIdx="0" presStyleCnt="3">
        <dgm:presLayoutVars>
          <dgm:chMax val="1"/>
          <dgm:chPref val="1"/>
        </dgm:presLayoutVars>
      </dgm:prSet>
      <dgm:spPr/>
    </dgm:pt>
    <dgm:pt modelId="{041BD445-79DD-4302-8CA2-9D476B34E0F8}" type="pres">
      <dgm:prSet presAssocID="{12783FBF-7D8F-4F90-9F1B-AF1B9803F7E4}" presName="sibTrans" presStyleCnt="0"/>
      <dgm:spPr/>
    </dgm:pt>
    <dgm:pt modelId="{C72C7618-9DAD-462D-ACCD-B12442F5C913}" type="pres">
      <dgm:prSet presAssocID="{0E44C9DB-CA67-4A90-ABEF-E7B56A5D0A6B}" presName="compNode" presStyleCnt="0"/>
      <dgm:spPr/>
    </dgm:pt>
    <dgm:pt modelId="{8E4C3B30-6BD3-4C93-BA3D-FEE90847E97F}" type="pres">
      <dgm:prSet presAssocID="{0E44C9DB-CA67-4A90-ABEF-E7B56A5D0A6B}" presName="iconBgRect" presStyleLbl="bgShp" presStyleIdx="1" presStyleCnt="3"/>
      <dgm:spPr/>
    </dgm:pt>
    <dgm:pt modelId="{94C43F85-298F-4110-87D7-D4DBEF43A256}" type="pres">
      <dgm:prSet presAssocID="{0E44C9DB-CA67-4A90-ABEF-E7B56A5D0A6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E823C695-E206-4DEC-B310-04884DF59924}" type="pres">
      <dgm:prSet presAssocID="{0E44C9DB-CA67-4A90-ABEF-E7B56A5D0A6B}" presName="spaceRect" presStyleCnt="0"/>
      <dgm:spPr/>
    </dgm:pt>
    <dgm:pt modelId="{99A4D6D5-88DA-4EEA-A6EB-5E5D45E04E56}" type="pres">
      <dgm:prSet presAssocID="{0E44C9DB-CA67-4A90-ABEF-E7B56A5D0A6B}" presName="textRect" presStyleLbl="revTx" presStyleIdx="1" presStyleCnt="3">
        <dgm:presLayoutVars>
          <dgm:chMax val="1"/>
          <dgm:chPref val="1"/>
        </dgm:presLayoutVars>
      </dgm:prSet>
      <dgm:spPr/>
    </dgm:pt>
    <dgm:pt modelId="{0284BDCB-ECF8-473B-852A-76B8A973C921}" type="pres">
      <dgm:prSet presAssocID="{6841F09C-1A86-4506-9BD4-EE33823C96F9}" presName="sibTrans" presStyleCnt="0"/>
      <dgm:spPr/>
    </dgm:pt>
    <dgm:pt modelId="{72722080-2044-4F0A-80D7-492113A1ABC3}" type="pres">
      <dgm:prSet presAssocID="{C13BD242-1122-40BE-8AED-BA4681A2AF65}" presName="compNode" presStyleCnt="0"/>
      <dgm:spPr/>
    </dgm:pt>
    <dgm:pt modelId="{918F9009-C538-4525-8CAA-209153CEDCB4}" type="pres">
      <dgm:prSet presAssocID="{C13BD242-1122-40BE-8AED-BA4681A2AF65}" presName="iconBgRect" presStyleLbl="bgShp" presStyleIdx="2" presStyleCnt="3"/>
      <dgm:spPr/>
    </dgm:pt>
    <dgm:pt modelId="{ECA31D82-BAEB-4A45-A2F5-13A2CBC84857}" type="pres">
      <dgm:prSet presAssocID="{C13BD242-1122-40BE-8AED-BA4681A2AF6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jecutar"/>
        </a:ext>
      </dgm:extLst>
    </dgm:pt>
    <dgm:pt modelId="{634CF5D4-096A-452D-BCC8-DFE353D789AD}" type="pres">
      <dgm:prSet presAssocID="{C13BD242-1122-40BE-8AED-BA4681A2AF65}" presName="spaceRect" presStyleCnt="0"/>
      <dgm:spPr/>
    </dgm:pt>
    <dgm:pt modelId="{7AAEFA3E-047F-4881-B68A-2D8B2E946FA3}" type="pres">
      <dgm:prSet presAssocID="{C13BD242-1122-40BE-8AED-BA4681A2AF6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8A3F801-6396-4158-AEA5-5CE8CE7BF140}" srcId="{D0F2DB46-99CF-4CF5-8867-7FF0DD91B1B1}" destId="{EF73EE2C-0628-4C92-973C-035765E59B08}" srcOrd="0" destOrd="0" parTransId="{110CD2CB-46AA-465F-91AA-E2F93EA9CDD8}" sibTransId="{12783FBF-7D8F-4F90-9F1B-AF1B9803F7E4}"/>
    <dgm:cxn modelId="{C610562E-546C-459A-8107-41B97EA3D50B}" type="presOf" srcId="{0E44C9DB-CA67-4A90-ABEF-E7B56A5D0A6B}" destId="{99A4D6D5-88DA-4EEA-A6EB-5E5D45E04E56}" srcOrd="0" destOrd="0" presId="urn:microsoft.com/office/officeart/2018/5/layout/IconCircleLabelList"/>
    <dgm:cxn modelId="{70B68245-7301-4FBC-B018-B6D7CE52A2BF}" srcId="{D0F2DB46-99CF-4CF5-8867-7FF0DD91B1B1}" destId="{0E44C9DB-CA67-4A90-ABEF-E7B56A5D0A6B}" srcOrd="1" destOrd="0" parTransId="{27965A05-BC01-44E8-AEEB-571CE160299D}" sibTransId="{6841F09C-1A86-4506-9BD4-EE33823C96F9}"/>
    <dgm:cxn modelId="{5773AF96-F16E-474C-A040-2E49FCEC8BCF}" type="presOf" srcId="{D0F2DB46-99CF-4CF5-8867-7FF0DD91B1B1}" destId="{A295B6B4-1F84-42E6-8FBA-FC57B2A715BC}" srcOrd="0" destOrd="0" presId="urn:microsoft.com/office/officeart/2018/5/layout/IconCircleLabelList"/>
    <dgm:cxn modelId="{54EBA5A1-547F-4CF3-BC00-94EB0FE66257}" type="presOf" srcId="{C13BD242-1122-40BE-8AED-BA4681A2AF65}" destId="{7AAEFA3E-047F-4881-B68A-2D8B2E946FA3}" srcOrd="0" destOrd="0" presId="urn:microsoft.com/office/officeart/2018/5/layout/IconCircleLabelList"/>
    <dgm:cxn modelId="{B2CD5DC2-54F9-4DD6-AF74-FFF3E326ADC1}" srcId="{D0F2DB46-99CF-4CF5-8867-7FF0DD91B1B1}" destId="{C13BD242-1122-40BE-8AED-BA4681A2AF65}" srcOrd="2" destOrd="0" parTransId="{CD740F55-DC2F-46F5-9F0F-9A0CFBCD4D9C}" sibTransId="{F34CD07B-2A42-47F1-9E11-29EA493E5525}"/>
    <dgm:cxn modelId="{220692FE-7527-4119-93E3-88428F4CC70A}" type="presOf" srcId="{EF73EE2C-0628-4C92-973C-035765E59B08}" destId="{FC4282B2-E373-44A3-8D05-FD75F5F6FA38}" srcOrd="0" destOrd="0" presId="urn:microsoft.com/office/officeart/2018/5/layout/IconCircleLabelList"/>
    <dgm:cxn modelId="{B7FB417C-556A-4362-BC7E-A9079FB39A22}" type="presParOf" srcId="{A295B6B4-1F84-42E6-8FBA-FC57B2A715BC}" destId="{E048A481-32E4-4CAF-BE97-16ABBEE8D0AA}" srcOrd="0" destOrd="0" presId="urn:microsoft.com/office/officeart/2018/5/layout/IconCircleLabelList"/>
    <dgm:cxn modelId="{E5185586-5AD5-4733-B1E9-087136800B13}" type="presParOf" srcId="{E048A481-32E4-4CAF-BE97-16ABBEE8D0AA}" destId="{463578E2-2619-4568-BE50-93FD1EB5CE01}" srcOrd="0" destOrd="0" presId="urn:microsoft.com/office/officeart/2018/5/layout/IconCircleLabelList"/>
    <dgm:cxn modelId="{26685193-0813-49FF-896F-ADF09EC3B4F9}" type="presParOf" srcId="{E048A481-32E4-4CAF-BE97-16ABBEE8D0AA}" destId="{4A4FAFB6-9899-4E9D-A7C5-6348BC6E8186}" srcOrd="1" destOrd="0" presId="urn:microsoft.com/office/officeart/2018/5/layout/IconCircleLabelList"/>
    <dgm:cxn modelId="{D4CF0594-7837-4E24-90A0-864C7B58887B}" type="presParOf" srcId="{E048A481-32E4-4CAF-BE97-16ABBEE8D0AA}" destId="{6AD460EE-CB92-4A62-AF9B-A113FF7F0CD7}" srcOrd="2" destOrd="0" presId="urn:microsoft.com/office/officeart/2018/5/layout/IconCircleLabelList"/>
    <dgm:cxn modelId="{F5DD4644-6B63-4AA6-BF99-9F6A01118DD8}" type="presParOf" srcId="{E048A481-32E4-4CAF-BE97-16ABBEE8D0AA}" destId="{FC4282B2-E373-44A3-8D05-FD75F5F6FA38}" srcOrd="3" destOrd="0" presId="urn:microsoft.com/office/officeart/2018/5/layout/IconCircleLabelList"/>
    <dgm:cxn modelId="{39D891AB-CD54-4D8D-9BF8-C53463D5C50F}" type="presParOf" srcId="{A295B6B4-1F84-42E6-8FBA-FC57B2A715BC}" destId="{041BD445-79DD-4302-8CA2-9D476B34E0F8}" srcOrd="1" destOrd="0" presId="urn:microsoft.com/office/officeart/2018/5/layout/IconCircleLabelList"/>
    <dgm:cxn modelId="{3B69DD00-D661-4A08-BD71-F88232C7411F}" type="presParOf" srcId="{A295B6B4-1F84-42E6-8FBA-FC57B2A715BC}" destId="{C72C7618-9DAD-462D-ACCD-B12442F5C913}" srcOrd="2" destOrd="0" presId="urn:microsoft.com/office/officeart/2018/5/layout/IconCircleLabelList"/>
    <dgm:cxn modelId="{DD2B78CB-02B8-4A70-AEB1-F09AA86A2C3D}" type="presParOf" srcId="{C72C7618-9DAD-462D-ACCD-B12442F5C913}" destId="{8E4C3B30-6BD3-4C93-BA3D-FEE90847E97F}" srcOrd="0" destOrd="0" presId="urn:microsoft.com/office/officeart/2018/5/layout/IconCircleLabelList"/>
    <dgm:cxn modelId="{9826B4D0-EC26-4867-98BC-8C7A0D08781A}" type="presParOf" srcId="{C72C7618-9DAD-462D-ACCD-B12442F5C913}" destId="{94C43F85-298F-4110-87D7-D4DBEF43A256}" srcOrd="1" destOrd="0" presId="urn:microsoft.com/office/officeart/2018/5/layout/IconCircleLabelList"/>
    <dgm:cxn modelId="{35422738-F34C-4D71-9683-381DD542DC85}" type="presParOf" srcId="{C72C7618-9DAD-462D-ACCD-B12442F5C913}" destId="{E823C695-E206-4DEC-B310-04884DF59924}" srcOrd="2" destOrd="0" presId="urn:microsoft.com/office/officeart/2018/5/layout/IconCircleLabelList"/>
    <dgm:cxn modelId="{A48FB3CE-B954-46BB-A43C-511732400B67}" type="presParOf" srcId="{C72C7618-9DAD-462D-ACCD-B12442F5C913}" destId="{99A4D6D5-88DA-4EEA-A6EB-5E5D45E04E56}" srcOrd="3" destOrd="0" presId="urn:microsoft.com/office/officeart/2018/5/layout/IconCircleLabelList"/>
    <dgm:cxn modelId="{31305309-E25C-4883-A77E-AD5930426DD3}" type="presParOf" srcId="{A295B6B4-1F84-42E6-8FBA-FC57B2A715BC}" destId="{0284BDCB-ECF8-473B-852A-76B8A973C921}" srcOrd="3" destOrd="0" presId="urn:microsoft.com/office/officeart/2018/5/layout/IconCircleLabelList"/>
    <dgm:cxn modelId="{13A9C827-2EFC-4089-BFB0-0C2069C19534}" type="presParOf" srcId="{A295B6B4-1F84-42E6-8FBA-FC57B2A715BC}" destId="{72722080-2044-4F0A-80D7-492113A1ABC3}" srcOrd="4" destOrd="0" presId="urn:microsoft.com/office/officeart/2018/5/layout/IconCircleLabelList"/>
    <dgm:cxn modelId="{0F0FD719-841C-4D80-B119-C3CC77EC3E60}" type="presParOf" srcId="{72722080-2044-4F0A-80D7-492113A1ABC3}" destId="{918F9009-C538-4525-8CAA-209153CEDCB4}" srcOrd="0" destOrd="0" presId="urn:microsoft.com/office/officeart/2018/5/layout/IconCircleLabelList"/>
    <dgm:cxn modelId="{43DDD423-029C-40D8-BBA1-D1C3702F32CE}" type="presParOf" srcId="{72722080-2044-4F0A-80D7-492113A1ABC3}" destId="{ECA31D82-BAEB-4A45-A2F5-13A2CBC84857}" srcOrd="1" destOrd="0" presId="urn:microsoft.com/office/officeart/2018/5/layout/IconCircleLabelList"/>
    <dgm:cxn modelId="{2B502D63-D416-4463-B8A8-9D50E1FED2C7}" type="presParOf" srcId="{72722080-2044-4F0A-80D7-492113A1ABC3}" destId="{634CF5D4-096A-452D-BCC8-DFE353D789AD}" srcOrd="2" destOrd="0" presId="urn:microsoft.com/office/officeart/2018/5/layout/IconCircleLabelList"/>
    <dgm:cxn modelId="{781AB161-F6A1-493A-B2FF-B51EF85F92A0}" type="presParOf" srcId="{72722080-2044-4F0A-80D7-492113A1ABC3}" destId="{7AAEFA3E-047F-4881-B68A-2D8B2E946FA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727113-2BEB-47A4-AA9F-EFAE7A28F2C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C6B3381-EE5E-4E2C-8CFB-B0275452C902}">
      <dgm:prSet/>
      <dgm:spPr/>
      <dgm:t>
        <a:bodyPr/>
        <a:lstStyle/>
        <a:p>
          <a:pPr>
            <a:defRPr cap="all"/>
          </a:pPr>
          <a:r>
            <a:rPr lang="es-ES"/>
            <a:t>Consistencia </a:t>
          </a:r>
          <a:endParaRPr lang="en-US"/>
        </a:p>
      </dgm:t>
    </dgm:pt>
    <dgm:pt modelId="{74FDF389-536E-4D48-A36A-86BAEADE9031}" type="parTrans" cxnId="{CAF9D469-F8C0-44FF-A1A7-08008DEA21FE}">
      <dgm:prSet/>
      <dgm:spPr/>
      <dgm:t>
        <a:bodyPr/>
        <a:lstStyle/>
        <a:p>
          <a:endParaRPr lang="en-US"/>
        </a:p>
      </dgm:t>
    </dgm:pt>
    <dgm:pt modelId="{4340F0AF-341D-492C-9A9B-F15C9942362B}" type="sibTrans" cxnId="{CAF9D469-F8C0-44FF-A1A7-08008DEA21FE}">
      <dgm:prSet/>
      <dgm:spPr/>
      <dgm:t>
        <a:bodyPr/>
        <a:lstStyle/>
        <a:p>
          <a:endParaRPr lang="en-US"/>
        </a:p>
      </dgm:t>
    </dgm:pt>
    <dgm:pt modelId="{BD65837B-B32A-46E8-842C-4B5C12D8B3C3}">
      <dgm:prSet/>
      <dgm:spPr/>
      <dgm:t>
        <a:bodyPr/>
        <a:lstStyle/>
        <a:p>
          <a:pPr>
            <a:defRPr cap="all"/>
          </a:pPr>
          <a:r>
            <a:rPr lang="es-ES"/>
            <a:t>Portabilidad </a:t>
          </a:r>
          <a:endParaRPr lang="en-US"/>
        </a:p>
      </dgm:t>
    </dgm:pt>
    <dgm:pt modelId="{6D3B765D-2F68-4FD7-9AFD-69F236E4F5EA}" type="parTrans" cxnId="{A2D206A7-7FE1-4D8E-8178-9BFA0C5BD51E}">
      <dgm:prSet/>
      <dgm:spPr/>
      <dgm:t>
        <a:bodyPr/>
        <a:lstStyle/>
        <a:p>
          <a:endParaRPr lang="en-US"/>
        </a:p>
      </dgm:t>
    </dgm:pt>
    <dgm:pt modelId="{75B32A34-23F8-410A-A546-9D1AD96B3658}" type="sibTrans" cxnId="{A2D206A7-7FE1-4D8E-8178-9BFA0C5BD51E}">
      <dgm:prSet/>
      <dgm:spPr/>
      <dgm:t>
        <a:bodyPr/>
        <a:lstStyle/>
        <a:p>
          <a:endParaRPr lang="en-US"/>
        </a:p>
      </dgm:t>
    </dgm:pt>
    <dgm:pt modelId="{0EDABF2C-D704-437A-9414-FA4EE260CCAB}">
      <dgm:prSet/>
      <dgm:spPr/>
      <dgm:t>
        <a:bodyPr/>
        <a:lstStyle/>
        <a:p>
          <a:pPr>
            <a:defRPr cap="all"/>
          </a:pPr>
          <a:r>
            <a:rPr lang="es-ES"/>
            <a:t>Rapidez </a:t>
          </a:r>
          <a:endParaRPr lang="en-US"/>
        </a:p>
      </dgm:t>
    </dgm:pt>
    <dgm:pt modelId="{49902899-DCA8-4C2A-ABCD-35DFC85451A1}" type="parTrans" cxnId="{E4B96C63-3189-4D8A-8D29-CD4C9A5133D8}">
      <dgm:prSet/>
      <dgm:spPr/>
      <dgm:t>
        <a:bodyPr/>
        <a:lstStyle/>
        <a:p>
          <a:endParaRPr lang="en-US"/>
        </a:p>
      </dgm:t>
    </dgm:pt>
    <dgm:pt modelId="{BB9A8F30-DD59-43BF-89FF-0FE57A17B75B}" type="sibTrans" cxnId="{E4B96C63-3189-4D8A-8D29-CD4C9A5133D8}">
      <dgm:prSet/>
      <dgm:spPr/>
      <dgm:t>
        <a:bodyPr/>
        <a:lstStyle/>
        <a:p>
          <a:endParaRPr lang="en-US"/>
        </a:p>
      </dgm:t>
    </dgm:pt>
    <dgm:pt modelId="{43002436-9F45-4A4C-8F72-F9D93B4F01FE}">
      <dgm:prSet/>
      <dgm:spPr/>
      <dgm:t>
        <a:bodyPr/>
        <a:lstStyle/>
        <a:p>
          <a:pPr>
            <a:defRPr cap="all"/>
          </a:pPr>
          <a:r>
            <a:rPr lang="es-ES"/>
            <a:t>Aislamiento </a:t>
          </a:r>
          <a:endParaRPr lang="en-US"/>
        </a:p>
      </dgm:t>
    </dgm:pt>
    <dgm:pt modelId="{33CAAC88-3803-4A52-9AB8-CE68C6510475}" type="parTrans" cxnId="{4C20CA93-810B-48DC-8456-E1A91CF39BF9}">
      <dgm:prSet/>
      <dgm:spPr/>
      <dgm:t>
        <a:bodyPr/>
        <a:lstStyle/>
        <a:p>
          <a:endParaRPr lang="en-US"/>
        </a:p>
      </dgm:t>
    </dgm:pt>
    <dgm:pt modelId="{CF1598A1-5C56-4623-A4EC-F720241B65B2}" type="sibTrans" cxnId="{4C20CA93-810B-48DC-8456-E1A91CF39BF9}">
      <dgm:prSet/>
      <dgm:spPr/>
      <dgm:t>
        <a:bodyPr/>
        <a:lstStyle/>
        <a:p>
          <a:endParaRPr lang="en-US"/>
        </a:p>
      </dgm:t>
    </dgm:pt>
    <dgm:pt modelId="{072F5D2D-4294-4795-B576-3A9FD3F04D53}">
      <dgm:prSet/>
      <dgm:spPr/>
      <dgm:t>
        <a:bodyPr/>
        <a:lstStyle/>
        <a:p>
          <a:pPr>
            <a:defRPr cap="all"/>
          </a:pPr>
          <a:r>
            <a:rPr lang="es-ES"/>
            <a:t>Escalabilidad</a:t>
          </a:r>
          <a:endParaRPr lang="en-US"/>
        </a:p>
      </dgm:t>
    </dgm:pt>
    <dgm:pt modelId="{28F83857-162D-488A-BBF2-BAFB40F314F5}" type="parTrans" cxnId="{843B5653-FD55-4032-81BA-51C0D9E0C062}">
      <dgm:prSet/>
      <dgm:spPr/>
      <dgm:t>
        <a:bodyPr/>
        <a:lstStyle/>
        <a:p>
          <a:endParaRPr lang="en-US"/>
        </a:p>
      </dgm:t>
    </dgm:pt>
    <dgm:pt modelId="{F4BFE56F-6D00-44C4-B685-4746F5E27745}" type="sibTrans" cxnId="{843B5653-FD55-4032-81BA-51C0D9E0C062}">
      <dgm:prSet/>
      <dgm:spPr/>
      <dgm:t>
        <a:bodyPr/>
        <a:lstStyle/>
        <a:p>
          <a:endParaRPr lang="en-US"/>
        </a:p>
      </dgm:t>
    </dgm:pt>
    <dgm:pt modelId="{7651AFBD-F55B-47F5-A03E-2F30A3B72B0D}" type="pres">
      <dgm:prSet presAssocID="{F2727113-2BEB-47A4-AA9F-EFAE7A28F2C3}" presName="root" presStyleCnt="0">
        <dgm:presLayoutVars>
          <dgm:dir/>
          <dgm:resizeHandles val="exact"/>
        </dgm:presLayoutVars>
      </dgm:prSet>
      <dgm:spPr/>
    </dgm:pt>
    <dgm:pt modelId="{0DDEF070-B509-4276-B47D-A2C7E62BDEC8}" type="pres">
      <dgm:prSet presAssocID="{AC6B3381-EE5E-4E2C-8CFB-B0275452C902}" presName="compNode" presStyleCnt="0"/>
      <dgm:spPr/>
    </dgm:pt>
    <dgm:pt modelId="{2B37E02A-F2EA-4C3E-8497-8235F056DCA5}" type="pres">
      <dgm:prSet presAssocID="{AC6B3381-EE5E-4E2C-8CFB-B0275452C902}" presName="iconBgRect" presStyleLbl="bgShp" presStyleIdx="0" presStyleCnt="5"/>
      <dgm:spPr/>
    </dgm:pt>
    <dgm:pt modelId="{50D63E5C-A711-49C3-957D-111F2C86A30B}" type="pres">
      <dgm:prSet presAssocID="{AC6B3381-EE5E-4E2C-8CFB-B0275452C90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28E9ED2A-A3FE-476D-B7C8-005E455F071F}" type="pres">
      <dgm:prSet presAssocID="{AC6B3381-EE5E-4E2C-8CFB-B0275452C902}" presName="spaceRect" presStyleCnt="0"/>
      <dgm:spPr/>
    </dgm:pt>
    <dgm:pt modelId="{18289DC8-99E4-441A-A31D-F079EB74EF8A}" type="pres">
      <dgm:prSet presAssocID="{AC6B3381-EE5E-4E2C-8CFB-B0275452C902}" presName="textRect" presStyleLbl="revTx" presStyleIdx="0" presStyleCnt="5">
        <dgm:presLayoutVars>
          <dgm:chMax val="1"/>
          <dgm:chPref val="1"/>
        </dgm:presLayoutVars>
      </dgm:prSet>
      <dgm:spPr/>
    </dgm:pt>
    <dgm:pt modelId="{8FBB49FD-2D2F-4D7D-9ED1-D92B121F5C59}" type="pres">
      <dgm:prSet presAssocID="{4340F0AF-341D-492C-9A9B-F15C9942362B}" presName="sibTrans" presStyleCnt="0"/>
      <dgm:spPr/>
    </dgm:pt>
    <dgm:pt modelId="{133F6C74-C15F-462D-8018-2D29E27E7AB7}" type="pres">
      <dgm:prSet presAssocID="{BD65837B-B32A-46E8-842C-4B5C12D8B3C3}" presName="compNode" presStyleCnt="0"/>
      <dgm:spPr/>
    </dgm:pt>
    <dgm:pt modelId="{14082C8D-98B4-4290-A771-087E35472E48}" type="pres">
      <dgm:prSet presAssocID="{BD65837B-B32A-46E8-842C-4B5C12D8B3C3}" presName="iconBgRect" presStyleLbl="bgShp" presStyleIdx="1" presStyleCnt="5"/>
      <dgm:spPr/>
    </dgm:pt>
    <dgm:pt modelId="{10ACE52B-7C79-4160-A5BE-0F3A0EB22749}" type="pres">
      <dgm:prSet presAssocID="{BD65837B-B32A-46E8-842C-4B5C12D8B3C3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cla"/>
        </a:ext>
      </dgm:extLst>
    </dgm:pt>
    <dgm:pt modelId="{10E390C6-5A60-48B7-A933-1686C2534CCA}" type="pres">
      <dgm:prSet presAssocID="{BD65837B-B32A-46E8-842C-4B5C12D8B3C3}" presName="spaceRect" presStyleCnt="0"/>
      <dgm:spPr/>
    </dgm:pt>
    <dgm:pt modelId="{3A1FE2A2-D9B4-4C3C-AC13-95FD822DA02C}" type="pres">
      <dgm:prSet presAssocID="{BD65837B-B32A-46E8-842C-4B5C12D8B3C3}" presName="textRect" presStyleLbl="revTx" presStyleIdx="1" presStyleCnt="5">
        <dgm:presLayoutVars>
          <dgm:chMax val="1"/>
          <dgm:chPref val="1"/>
        </dgm:presLayoutVars>
      </dgm:prSet>
      <dgm:spPr/>
    </dgm:pt>
    <dgm:pt modelId="{F46E9285-AD01-45BC-8022-DC714402AA0F}" type="pres">
      <dgm:prSet presAssocID="{75B32A34-23F8-410A-A546-9D1AD96B3658}" presName="sibTrans" presStyleCnt="0"/>
      <dgm:spPr/>
    </dgm:pt>
    <dgm:pt modelId="{EAB2395E-3984-4DCF-AB73-975DE3BB9078}" type="pres">
      <dgm:prSet presAssocID="{0EDABF2C-D704-437A-9414-FA4EE260CCAB}" presName="compNode" presStyleCnt="0"/>
      <dgm:spPr/>
    </dgm:pt>
    <dgm:pt modelId="{9969272A-3890-4A68-988C-4C474E4D0111}" type="pres">
      <dgm:prSet presAssocID="{0EDABF2C-D704-437A-9414-FA4EE260CCAB}" presName="iconBgRect" presStyleLbl="bgShp" presStyleIdx="2" presStyleCnt="5"/>
      <dgm:spPr/>
    </dgm:pt>
    <dgm:pt modelId="{4B2E56C3-70EF-4FAA-B807-AF16254EC97C}" type="pres">
      <dgm:prSet presAssocID="{0EDABF2C-D704-437A-9414-FA4EE260CCA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jecutar"/>
        </a:ext>
      </dgm:extLst>
    </dgm:pt>
    <dgm:pt modelId="{E0DA3ABB-2F08-4F0C-80D2-252D59C4BD1C}" type="pres">
      <dgm:prSet presAssocID="{0EDABF2C-D704-437A-9414-FA4EE260CCAB}" presName="spaceRect" presStyleCnt="0"/>
      <dgm:spPr/>
    </dgm:pt>
    <dgm:pt modelId="{A89822B7-F8FD-4DE5-9FBB-0F4AF16B8A70}" type="pres">
      <dgm:prSet presAssocID="{0EDABF2C-D704-437A-9414-FA4EE260CCAB}" presName="textRect" presStyleLbl="revTx" presStyleIdx="2" presStyleCnt="5">
        <dgm:presLayoutVars>
          <dgm:chMax val="1"/>
          <dgm:chPref val="1"/>
        </dgm:presLayoutVars>
      </dgm:prSet>
      <dgm:spPr/>
    </dgm:pt>
    <dgm:pt modelId="{C0C5138E-0393-41D2-A6E4-43C4F2C0FF14}" type="pres">
      <dgm:prSet presAssocID="{BB9A8F30-DD59-43BF-89FF-0FE57A17B75B}" presName="sibTrans" presStyleCnt="0"/>
      <dgm:spPr/>
    </dgm:pt>
    <dgm:pt modelId="{ED95F9D5-B002-410A-A360-C466E1FE07A9}" type="pres">
      <dgm:prSet presAssocID="{43002436-9F45-4A4C-8F72-F9D93B4F01FE}" presName="compNode" presStyleCnt="0"/>
      <dgm:spPr/>
    </dgm:pt>
    <dgm:pt modelId="{F453ABB4-2B1A-4CE4-86B0-4FB24901B3D8}" type="pres">
      <dgm:prSet presAssocID="{43002436-9F45-4A4C-8F72-F9D93B4F01FE}" presName="iconBgRect" presStyleLbl="bgShp" presStyleIdx="3" presStyleCnt="5"/>
      <dgm:spPr/>
    </dgm:pt>
    <dgm:pt modelId="{8F027F9F-7232-41DE-8C94-B3A85BBF27DB}" type="pres">
      <dgm:prSet presAssocID="{43002436-9F45-4A4C-8F72-F9D93B4F01F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sa"/>
        </a:ext>
      </dgm:extLst>
    </dgm:pt>
    <dgm:pt modelId="{0124991C-3A7D-4213-A23A-3EF710728ED4}" type="pres">
      <dgm:prSet presAssocID="{43002436-9F45-4A4C-8F72-F9D93B4F01FE}" presName="spaceRect" presStyleCnt="0"/>
      <dgm:spPr/>
    </dgm:pt>
    <dgm:pt modelId="{DA5D7C2E-72C1-42F8-B93E-C8110AB196A6}" type="pres">
      <dgm:prSet presAssocID="{43002436-9F45-4A4C-8F72-F9D93B4F01FE}" presName="textRect" presStyleLbl="revTx" presStyleIdx="3" presStyleCnt="5">
        <dgm:presLayoutVars>
          <dgm:chMax val="1"/>
          <dgm:chPref val="1"/>
        </dgm:presLayoutVars>
      </dgm:prSet>
      <dgm:spPr/>
    </dgm:pt>
    <dgm:pt modelId="{C3009467-A5FE-4788-BB93-0B7375FD8787}" type="pres">
      <dgm:prSet presAssocID="{CF1598A1-5C56-4623-A4EC-F720241B65B2}" presName="sibTrans" presStyleCnt="0"/>
      <dgm:spPr/>
    </dgm:pt>
    <dgm:pt modelId="{14C32E07-D994-4ACD-9172-4E8F96D3D425}" type="pres">
      <dgm:prSet presAssocID="{072F5D2D-4294-4795-B576-3A9FD3F04D53}" presName="compNode" presStyleCnt="0"/>
      <dgm:spPr/>
    </dgm:pt>
    <dgm:pt modelId="{B066A8BD-7F14-4A67-A1D2-EB6AD8C32FE6}" type="pres">
      <dgm:prSet presAssocID="{072F5D2D-4294-4795-B576-3A9FD3F04D53}" presName="iconBgRect" presStyleLbl="bgShp" presStyleIdx="4" presStyleCnt="5"/>
      <dgm:spPr/>
    </dgm:pt>
    <dgm:pt modelId="{8E564FF7-9B0D-4818-ADBC-A54BA966009B}" type="pres">
      <dgm:prSet presAssocID="{072F5D2D-4294-4795-B576-3A9FD3F04D5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6662EB69-3DE0-4E55-9210-4D21BF375016}" type="pres">
      <dgm:prSet presAssocID="{072F5D2D-4294-4795-B576-3A9FD3F04D53}" presName="spaceRect" presStyleCnt="0"/>
      <dgm:spPr/>
    </dgm:pt>
    <dgm:pt modelId="{8C9E2B0E-32D6-4FD7-B01D-3D613DDCFD89}" type="pres">
      <dgm:prSet presAssocID="{072F5D2D-4294-4795-B576-3A9FD3F04D5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4B6EA0F-1440-4B99-A985-A69BA4DC4CE6}" type="presOf" srcId="{43002436-9F45-4A4C-8F72-F9D93B4F01FE}" destId="{DA5D7C2E-72C1-42F8-B93E-C8110AB196A6}" srcOrd="0" destOrd="0" presId="urn:microsoft.com/office/officeart/2018/5/layout/IconCircleLabelList"/>
    <dgm:cxn modelId="{60983661-E143-4DE2-B663-CD71626099CB}" type="presOf" srcId="{AC6B3381-EE5E-4E2C-8CFB-B0275452C902}" destId="{18289DC8-99E4-441A-A31D-F079EB74EF8A}" srcOrd="0" destOrd="0" presId="urn:microsoft.com/office/officeart/2018/5/layout/IconCircleLabelList"/>
    <dgm:cxn modelId="{E4B96C63-3189-4D8A-8D29-CD4C9A5133D8}" srcId="{F2727113-2BEB-47A4-AA9F-EFAE7A28F2C3}" destId="{0EDABF2C-D704-437A-9414-FA4EE260CCAB}" srcOrd="2" destOrd="0" parTransId="{49902899-DCA8-4C2A-ABCD-35DFC85451A1}" sibTransId="{BB9A8F30-DD59-43BF-89FF-0FE57A17B75B}"/>
    <dgm:cxn modelId="{39119C43-60A4-4E53-A456-EA4B205A3D95}" type="presOf" srcId="{BD65837B-B32A-46E8-842C-4B5C12D8B3C3}" destId="{3A1FE2A2-D9B4-4C3C-AC13-95FD822DA02C}" srcOrd="0" destOrd="0" presId="urn:microsoft.com/office/officeart/2018/5/layout/IconCircleLabelList"/>
    <dgm:cxn modelId="{CAF9D469-F8C0-44FF-A1A7-08008DEA21FE}" srcId="{F2727113-2BEB-47A4-AA9F-EFAE7A28F2C3}" destId="{AC6B3381-EE5E-4E2C-8CFB-B0275452C902}" srcOrd="0" destOrd="0" parTransId="{74FDF389-536E-4D48-A36A-86BAEADE9031}" sibTransId="{4340F0AF-341D-492C-9A9B-F15C9942362B}"/>
    <dgm:cxn modelId="{843B5653-FD55-4032-81BA-51C0D9E0C062}" srcId="{F2727113-2BEB-47A4-AA9F-EFAE7A28F2C3}" destId="{072F5D2D-4294-4795-B576-3A9FD3F04D53}" srcOrd="4" destOrd="0" parTransId="{28F83857-162D-488A-BBF2-BAFB40F314F5}" sibTransId="{F4BFE56F-6D00-44C4-B685-4746F5E27745}"/>
    <dgm:cxn modelId="{4C20CA93-810B-48DC-8456-E1A91CF39BF9}" srcId="{F2727113-2BEB-47A4-AA9F-EFAE7A28F2C3}" destId="{43002436-9F45-4A4C-8F72-F9D93B4F01FE}" srcOrd="3" destOrd="0" parTransId="{33CAAC88-3803-4A52-9AB8-CE68C6510475}" sibTransId="{CF1598A1-5C56-4623-A4EC-F720241B65B2}"/>
    <dgm:cxn modelId="{A2D206A7-7FE1-4D8E-8178-9BFA0C5BD51E}" srcId="{F2727113-2BEB-47A4-AA9F-EFAE7A28F2C3}" destId="{BD65837B-B32A-46E8-842C-4B5C12D8B3C3}" srcOrd="1" destOrd="0" parTransId="{6D3B765D-2F68-4FD7-9AFD-69F236E4F5EA}" sibTransId="{75B32A34-23F8-410A-A546-9D1AD96B3658}"/>
    <dgm:cxn modelId="{24EA5BEB-8B46-4B06-A263-5E824D85E435}" type="presOf" srcId="{0EDABF2C-D704-437A-9414-FA4EE260CCAB}" destId="{A89822B7-F8FD-4DE5-9FBB-0F4AF16B8A70}" srcOrd="0" destOrd="0" presId="urn:microsoft.com/office/officeart/2018/5/layout/IconCircleLabelList"/>
    <dgm:cxn modelId="{2FFB9DF0-0602-4814-AC4B-69D6BBA091F8}" type="presOf" srcId="{F2727113-2BEB-47A4-AA9F-EFAE7A28F2C3}" destId="{7651AFBD-F55B-47F5-A03E-2F30A3B72B0D}" srcOrd="0" destOrd="0" presId="urn:microsoft.com/office/officeart/2018/5/layout/IconCircleLabelList"/>
    <dgm:cxn modelId="{324B4CF4-B6BE-4FF2-80B4-638C1F05C70E}" type="presOf" srcId="{072F5D2D-4294-4795-B576-3A9FD3F04D53}" destId="{8C9E2B0E-32D6-4FD7-B01D-3D613DDCFD89}" srcOrd="0" destOrd="0" presId="urn:microsoft.com/office/officeart/2018/5/layout/IconCircleLabelList"/>
    <dgm:cxn modelId="{B0E943EB-F03A-42F1-9632-F2B5BEF65E64}" type="presParOf" srcId="{7651AFBD-F55B-47F5-A03E-2F30A3B72B0D}" destId="{0DDEF070-B509-4276-B47D-A2C7E62BDEC8}" srcOrd="0" destOrd="0" presId="urn:microsoft.com/office/officeart/2018/5/layout/IconCircleLabelList"/>
    <dgm:cxn modelId="{FD2A97A7-D8C7-4FDA-ABBE-363AD17956DE}" type="presParOf" srcId="{0DDEF070-B509-4276-B47D-A2C7E62BDEC8}" destId="{2B37E02A-F2EA-4C3E-8497-8235F056DCA5}" srcOrd="0" destOrd="0" presId="urn:microsoft.com/office/officeart/2018/5/layout/IconCircleLabelList"/>
    <dgm:cxn modelId="{C90867AE-69B0-43CE-829F-A2C45516B208}" type="presParOf" srcId="{0DDEF070-B509-4276-B47D-A2C7E62BDEC8}" destId="{50D63E5C-A711-49C3-957D-111F2C86A30B}" srcOrd="1" destOrd="0" presId="urn:microsoft.com/office/officeart/2018/5/layout/IconCircleLabelList"/>
    <dgm:cxn modelId="{58958416-7C08-4D50-BF76-EA210FCBADF3}" type="presParOf" srcId="{0DDEF070-B509-4276-B47D-A2C7E62BDEC8}" destId="{28E9ED2A-A3FE-476D-B7C8-005E455F071F}" srcOrd="2" destOrd="0" presId="urn:microsoft.com/office/officeart/2018/5/layout/IconCircleLabelList"/>
    <dgm:cxn modelId="{BE3C4552-6077-41DE-8C54-60E042831759}" type="presParOf" srcId="{0DDEF070-B509-4276-B47D-A2C7E62BDEC8}" destId="{18289DC8-99E4-441A-A31D-F079EB74EF8A}" srcOrd="3" destOrd="0" presId="urn:microsoft.com/office/officeart/2018/5/layout/IconCircleLabelList"/>
    <dgm:cxn modelId="{A514F9F6-1A40-4159-A12B-371D4F1A1C1C}" type="presParOf" srcId="{7651AFBD-F55B-47F5-A03E-2F30A3B72B0D}" destId="{8FBB49FD-2D2F-4D7D-9ED1-D92B121F5C59}" srcOrd="1" destOrd="0" presId="urn:microsoft.com/office/officeart/2018/5/layout/IconCircleLabelList"/>
    <dgm:cxn modelId="{12ECFE58-99D9-498D-BD03-EC6A328636CA}" type="presParOf" srcId="{7651AFBD-F55B-47F5-A03E-2F30A3B72B0D}" destId="{133F6C74-C15F-462D-8018-2D29E27E7AB7}" srcOrd="2" destOrd="0" presId="urn:microsoft.com/office/officeart/2018/5/layout/IconCircleLabelList"/>
    <dgm:cxn modelId="{AFBE0B72-2D9F-4A88-8243-B5505B537EA7}" type="presParOf" srcId="{133F6C74-C15F-462D-8018-2D29E27E7AB7}" destId="{14082C8D-98B4-4290-A771-087E35472E48}" srcOrd="0" destOrd="0" presId="urn:microsoft.com/office/officeart/2018/5/layout/IconCircleLabelList"/>
    <dgm:cxn modelId="{5AF52352-09FD-4236-9533-4E8F7F2A30D5}" type="presParOf" srcId="{133F6C74-C15F-462D-8018-2D29E27E7AB7}" destId="{10ACE52B-7C79-4160-A5BE-0F3A0EB22749}" srcOrd="1" destOrd="0" presId="urn:microsoft.com/office/officeart/2018/5/layout/IconCircleLabelList"/>
    <dgm:cxn modelId="{D8D5FB4F-1A8D-4A0A-9682-449B571DC1C2}" type="presParOf" srcId="{133F6C74-C15F-462D-8018-2D29E27E7AB7}" destId="{10E390C6-5A60-48B7-A933-1686C2534CCA}" srcOrd="2" destOrd="0" presId="urn:microsoft.com/office/officeart/2018/5/layout/IconCircleLabelList"/>
    <dgm:cxn modelId="{CB841834-3817-4A09-8451-D6444FDFE967}" type="presParOf" srcId="{133F6C74-C15F-462D-8018-2D29E27E7AB7}" destId="{3A1FE2A2-D9B4-4C3C-AC13-95FD822DA02C}" srcOrd="3" destOrd="0" presId="urn:microsoft.com/office/officeart/2018/5/layout/IconCircleLabelList"/>
    <dgm:cxn modelId="{64555CEE-53F8-4BC0-94FE-D2C6926E41CB}" type="presParOf" srcId="{7651AFBD-F55B-47F5-A03E-2F30A3B72B0D}" destId="{F46E9285-AD01-45BC-8022-DC714402AA0F}" srcOrd="3" destOrd="0" presId="urn:microsoft.com/office/officeart/2018/5/layout/IconCircleLabelList"/>
    <dgm:cxn modelId="{DA70EA6F-673B-4864-9E09-2A74C4B46218}" type="presParOf" srcId="{7651AFBD-F55B-47F5-A03E-2F30A3B72B0D}" destId="{EAB2395E-3984-4DCF-AB73-975DE3BB9078}" srcOrd="4" destOrd="0" presId="urn:microsoft.com/office/officeart/2018/5/layout/IconCircleLabelList"/>
    <dgm:cxn modelId="{F3CCE19D-BE70-42FD-BE23-5398F9A7A5AE}" type="presParOf" srcId="{EAB2395E-3984-4DCF-AB73-975DE3BB9078}" destId="{9969272A-3890-4A68-988C-4C474E4D0111}" srcOrd="0" destOrd="0" presId="urn:microsoft.com/office/officeart/2018/5/layout/IconCircleLabelList"/>
    <dgm:cxn modelId="{CEB3E686-2A78-4C63-9C7D-54D8A2569FE8}" type="presParOf" srcId="{EAB2395E-3984-4DCF-AB73-975DE3BB9078}" destId="{4B2E56C3-70EF-4FAA-B807-AF16254EC97C}" srcOrd="1" destOrd="0" presId="urn:microsoft.com/office/officeart/2018/5/layout/IconCircleLabelList"/>
    <dgm:cxn modelId="{73350C34-8B4F-4BA8-B3DD-B030FD79B636}" type="presParOf" srcId="{EAB2395E-3984-4DCF-AB73-975DE3BB9078}" destId="{E0DA3ABB-2F08-4F0C-80D2-252D59C4BD1C}" srcOrd="2" destOrd="0" presId="urn:microsoft.com/office/officeart/2018/5/layout/IconCircleLabelList"/>
    <dgm:cxn modelId="{BA5225B7-615C-45DB-8ABA-6F5B7B867BF1}" type="presParOf" srcId="{EAB2395E-3984-4DCF-AB73-975DE3BB9078}" destId="{A89822B7-F8FD-4DE5-9FBB-0F4AF16B8A70}" srcOrd="3" destOrd="0" presId="urn:microsoft.com/office/officeart/2018/5/layout/IconCircleLabelList"/>
    <dgm:cxn modelId="{E19BE236-D0F4-4F5A-B6D1-EC216C17E514}" type="presParOf" srcId="{7651AFBD-F55B-47F5-A03E-2F30A3B72B0D}" destId="{C0C5138E-0393-41D2-A6E4-43C4F2C0FF14}" srcOrd="5" destOrd="0" presId="urn:microsoft.com/office/officeart/2018/5/layout/IconCircleLabelList"/>
    <dgm:cxn modelId="{50DE224C-E399-4DE1-97F6-D23940D5459E}" type="presParOf" srcId="{7651AFBD-F55B-47F5-A03E-2F30A3B72B0D}" destId="{ED95F9D5-B002-410A-A360-C466E1FE07A9}" srcOrd="6" destOrd="0" presId="urn:microsoft.com/office/officeart/2018/5/layout/IconCircleLabelList"/>
    <dgm:cxn modelId="{5BD09069-F84E-4330-A257-A040DED88F4D}" type="presParOf" srcId="{ED95F9D5-B002-410A-A360-C466E1FE07A9}" destId="{F453ABB4-2B1A-4CE4-86B0-4FB24901B3D8}" srcOrd="0" destOrd="0" presId="urn:microsoft.com/office/officeart/2018/5/layout/IconCircleLabelList"/>
    <dgm:cxn modelId="{F5965029-303B-4459-AE48-400A3B724EC9}" type="presParOf" srcId="{ED95F9D5-B002-410A-A360-C466E1FE07A9}" destId="{8F027F9F-7232-41DE-8C94-B3A85BBF27DB}" srcOrd="1" destOrd="0" presId="urn:microsoft.com/office/officeart/2018/5/layout/IconCircleLabelList"/>
    <dgm:cxn modelId="{23F69792-C52C-4A2B-8213-91F234605525}" type="presParOf" srcId="{ED95F9D5-B002-410A-A360-C466E1FE07A9}" destId="{0124991C-3A7D-4213-A23A-3EF710728ED4}" srcOrd="2" destOrd="0" presId="urn:microsoft.com/office/officeart/2018/5/layout/IconCircleLabelList"/>
    <dgm:cxn modelId="{0728591F-22E7-4E17-A3E6-7C0300132ED7}" type="presParOf" srcId="{ED95F9D5-B002-410A-A360-C466E1FE07A9}" destId="{DA5D7C2E-72C1-42F8-B93E-C8110AB196A6}" srcOrd="3" destOrd="0" presId="urn:microsoft.com/office/officeart/2018/5/layout/IconCircleLabelList"/>
    <dgm:cxn modelId="{CD415A51-BE5D-417B-9A3D-A0E2380A4B93}" type="presParOf" srcId="{7651AFBD-F55B-47F5-A03E-2F30A3B72B0D}" destId="{C3009467-A5FE-4788-BB93-0B7375FD8787}" srcOrd="7" destOrd="0" presId="urn:microsoft.com/office/officeart/2018/5/layout/IconCircleLabelList"/>
    <dgm:cxn modelId="{62DDF20A-0AB9-4303-91D3-CFF0B8FB7238}" type="presParOf" srcId="{7651AFBD-F55B-47F5-A03E-2F30A3B72B0D}" destId="{14C32E07-D994-4ACD-9172-4E8F96D3D425}" srcOrd="8" destOrd="0" presId="urn:microsoft.com/office/officeart/2018/5/layout/IconCircleLabelList"/>
    <dgm:cxn modelId="{B86683D2-6830-4DEE-A2AE-1A8C93115316}" type="presParOf" srcId="{14C32E07-D994-4ACD-9172-4E8F96D3D425}" destId="{B066A8BD-7F14-4A67-A1D2-EB6AD8C32FE6}" srcOrd="0" destOrd="0" presId="urn:microsoft.com/office/officeart/2018/5/layout/IconCircleLabelList"/>
    <dgm:cxn modelId="{C3E39DB4-62FA-46E4-A80B-85D5EE701A79}" type="presParOf" srcId="{14C32E07-D994-4ACD-9172-4E8F96D3D425}" destId="{8E564FF7-9B0D-4818-ADBC-A54BA966009B}" srcOrd="1" destOrd="0" presId="urn:microsoft.com/office/officeart/2018/5/layout/IconCircleLabelList"/>
    <dgm:cxn modelId="{248E2705-E03D-4F15-8D79-4C5EEC5072D2}" type="presParOf" srcId="{14C32E07-D994-4ACD-9172-4E8F96D3D425}" destId="{6662EB69-3DE0-4E55-9210-4D21BF375016}" srcOrd="2" destOrd="0" presId="urn:microsoft.com/office/officeart/2018/5/layout/IconCircleLabelList"/>
    <dgm:cxn modelId="{5CF6AB18-8A77-4DBF-8EA1-AED71F105F93}" type="presParOf" srcId="{14C32E07-D994-4ACD-9172-4E8F96D3D425}" destId="{8C9E2B0E-32D6-4FD7-B01D-3D613DDCFD8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416E287-3F08-4A63-9079-2CEF326910A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088647A-8E9E-4D22-837A-02416196CF3C}">
      <dgm:prSet/>
      <dgm:spPr/>
      <dgm:t>
        <a:bodyPr/>
        <a:lstStyle/>
        <a:p>
          <a:r>
            <a:rPr lang="es-ES"/>
            <a:t>“El problema no es ejecutar código…</a:t>
          </a:r>
          <a:br>
            <a:rPr lang="es-ES"/>
          </a:br>
          <a:r>
            <a:rPr lang="es-ES"/>
            <a:t> es ejecutar el mismo sistema en cualquier lugar.”</a:t>
          </a:r>
          <a:endParaRPr lang="en-US"/>
        </a:p>
      </dgm:t>
    </dgm:pt>
    <dgm:pt modelId="{8F82EA4C-291F-4645-9EAF-A558D612E215}" type="parTrans" cxnId="{E0486C91-1452-45B7-9692-95DEEE0EA352}">
      <dgm:prSet/>
      <dgm:spPr/>
      <dgm:t>
        <a:bodyPr/>
        <a:lstStyle/>
        <a:p>
          <a:endParaRPr lang="en-US"/>
        </a:p>
      </dgm:t>
    </dgm:pt>
    <dgm:pt modelId="{05921CBC-E1FE-472C-9EBF-86F7EFBA444B}" type="sibTrans" cxnId="{E0486C91-1452-45B7-9692-95DEEE0EA352}">
      <dgm:prSet/>
      <dgm:spPr/>
      <dgm:t>
        <a:bodyPr/>
        <a:lstStyle/>
        <a:p>
          <a:endParaRPr lang="en-US"/>
        </a:p>
      </dgm:t>
    </dgm:pt>
    <dgm:pt modelId="{1E00ECAC-BF32-47E4-B0C3-F4750CE95310}">
      <dgm:prSet/>
      <dgm:spPr/>
      <dgm:t>
        <a:bodyPr/>
        <a:lstStyle/>
        <a:p>
          <a:r>
            <a:rPr lang="es-ES"/>
            <a:t>“El software deja de pertenecer a tu máquina…</a:t>
          </a:r>
          <a:br>
            <a:rPr lang="es-ES"/>
          </a:br>
          <a:r>
            <a:rPr lang="es-ES"/>
            <a:t> cuando puede ejecutarse en cualquier lugar.”</a:t>
          </a:r>
          <a:endParaRPr lang="en-US"/>
        </a:p>
      </dgm:t>
    </dgm:pt>
    <dgm:pt modelId="{4046EAF4-BD6E-4882-9DD0-C64E9AA26245}" type="parTrans" cxnId="{EF79D047-C68D-46A6-A77D-A141F06DE35C}">
      <dgm:prSet/>
      <dgm:spPr/>
      <dgm:t>
        <a:bodyPr/>
        <a:lstStyle/>
        <a:p>
          <a:endParaRPr lang="en-US"/>
        </a:p>
      </dgm:t>
    </dgm:pt>
    <dgm:pt modelId="{CB0AB68B-9E46-4D6E-BF15-C48B5EE9697C}" type="sibTrans" cxnId="{EF79D047-C68D-46A6-A77D-A141F06DE35C}">
      <dgm:prSet/>
      <dgm:spPr/>
      <dgm:t>
        <a:bodyPr/>
        <a:lstStyle/>
        <a:p>
          <a:endParaRPr lang="en-US"/>
        </a:p>
      </dgm:t>
    </dgm:pt>
    <dgm:pt modelId="{15286A5E-2F58-416B-BC74-100B7FF6C437}" type="pres">
      <dgm:prSet presAssocID="{0416E287-3F08-4A63-9079-2CEF326910AA}" presName="root" presStyleCnt="0">
        <dgm:presLayoutVars>
          <dgm:dir/>
          <dgm:resizeHandles val="exact"/>
        </dgm:presLayoutVars>
      </dgm:prSet>
      <dgm:spPr/>
    </dgm:pt>
    <dgm:pt modelId="{9430AE98-6B63-4751-A1CD-C54155973563}" type="pres">
      <dgm:prSet presAssocID="{E088647A-8E9E-4D22-837A-02416196CF3C}" presName="compNode" presStyleCnt="0"/>
      <dgm:spPr/>
    </dgm:pt>
    <dgm:pt modelId="{58C79A1F-7689-471A-9BD7-143CB6175E3E}" type="pres">
      <dgm:prSet presAssocID="{E088647A-8E9E-4D22-837A-02416196CF3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4A57ADF4-22ED-475D-8597-C66F949BF040}" type="pres">
      <dgm:prSet presAssocID="{E088647A-8E9E-4D22-837A-02416196CF3C}" presName="spaceRect" presStyleCnt="0"/>
      <dgm:spPr/>
    </dgm:pt>
    <dgm:pt modelId="{67ED8BC3-8DBF-43E5-BFBF-240A098C8F1A}" type="pres">
      <dgm:prSet presAssocID="{E088647A-8E9E-4D22-837A-02416196CF3C}" presName="textRect" presStyleLbl="revTx" presStyleIdx="0" presStyleCnt="2">
        <dgm:presLayoutVars>
          <dgm:chMax val="1"/>
          <dgm:chPref val="1"/>
        </dgm:presLayoutVars>
      </dgm:prSet>
      <dgm:spPr/>
    </dgm:pt>
    <dgm:pt modelId="{27D1C1D3-FA28-4448-A2EF-B62472DA1E36}" type="pres">
      <dgm:prSet presAssocID="{05921CBC-E1FE-472C-9EBF-86F7EFBA444B}" presName="sibTrans" presStyleCnt="0"/>
      <dgm:spPr/>
    </dgm:pt>
    <dgm:pt modelId="{68362F43-91BC-40F2-8B5D-6D77005BF7F2}" type="pres">
      <dgm:prSet presAssocID="{1E00ECAC-BF32-47E4-B0C3-F4750CE95310}" presName="compNode" presStyleCnt="0"/>
      <dgm:spPr/>
    </dgm:pt>
    <dgm:pt modelId="{9C1EFC77-46F3-43FD-B799-5C7EA09FA07A}" type="pres">
      <dgm:prSet presAssocID="{1E00ECAC-BF32-47E4-B0C3-F4750CE9531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8F1D5EE6-F34B-4437-8F68-8339B09CC5C5}" type="pres">
      <dgm:prSet presAssocID="{1E00ECAC-BF32-47E4-B0C3-F4750CE95310}" presName="spaceRect" presStyleCnt="0"/>
      <dgm:spPr/>
    </dgm:pt>
    <dgm:pt modelId="{B3419CAA-D924-4C48-9786-CED67B0F90AF}" type="pres">
      <dgm:prSet presAssocID="{1E00ECAC-BF32-47E4-B0C3-F4750CE9531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F79D047-C68D-46A6-A77D-A141F06DE35C}" srcId="{0416E287-3F08-4A63-9079-2CEF326910AA}" destId="{1E00ECAC-BF32-47E4-B0C3-F4750CE95310}" srcOrd="1" destOrd="0" parTransId="{4046EAF4-BD6E-4882-9DD0-C64E9AA26245}" sibTransId="{CB0AB68B-9E46-4D6E-BF15-C48B5EE9697C}"/>
    <dgm:cxn modelId="{E0486C91-1452-45B7-9692-95DEEE0EA352}" srcId="{0416E287-3F08-4A63-9079-2CEF326910AA}" destId="{E088647A-8E9E-4D22-837A-02416196CF3C}" srcOrd="0" destOrd="0" parTransId="{8F82EA4C-291F-4645-9EAF-A558D612E215}" sibTransId="{05921CBC-E1FE-472C-9EBF-86F7EFBA444B}"/>
    <dgm:cxn modelId="{AA9881D4-3F57-438E-9AAB-D6D4BECF81E6}" type="presOf" srcId="{0416E287-3F08-4A63-9079-2CEF326910AA}" destId="{15286A5E-2F58-416B-BC74-100B7FF6C437}" srcOrd="0" destOrd="0" presId="urn:microsoft.com/office/officeart/2018/2/layout/IconLabelList"/>
    <dgm:cxn modelId="{F011E4DC-8898-4943-A9C6-EE71E390F930}" type="presOf" srcId="{1E00ECAC-BF32-47E4-B0C3-F4750CE95310}" destId="{B3419CAA-D924-4C48-9786-CED67B0F90AF}" srcOrd="0" destOrd="0" presId="urn:microsoft.com/office/officeart/2018/2/layout/IconLabelList"/>
    <dgm:cxn modelId="{ED1CA9E8-0109-4F38-8483-CBABDC9F8B95}" type="presOf" srcId="{E088647A-8E9E-4D22-837A-02416196CF3C}" destId="{67ED8BC3-8DBF-43E5-BFBF-240A098C8F1A}" srcOrd="0" destOrd="0" presId="urn:microsoft.com/office/officeart/2018/2/layout/IconLabelList"/>
    <dgm:cxn modelId="{61E6AE32-E1EF-4CE5-BF6A-EF238E9DCA02}" type="presParOf" srcId="{15286A5E-2F58-416B-BC74-100B7FF6C437}" destId="{9430AE98-6B63-4751-A1CD-C54155973563}" srcOrd="0" destOrd="0" presId="urn:microsoft.com/office/officeart/2018/2/layout/IconLabelList"/>
    <dgm:cxn modelId="{785F950F-C62D-4125-8A2A-EC6C2B6534C7}" type="presParOf" srcId="{9430AE98-6B63-4751-A1CD-C54155973563}" destId="{58C79A1F-7689-471A-9BD7-143CB6175E3E}" srcOrd="0" destOrd="0" presId="urn:microsoft.com/office/officeart/2018/2/layout/IconLabelList"/>
    <dgm:cxn modelId="{9AA69C25-CF40-442C-9F82-3F3AAD871795}" type="presParOf" srcId="{9430AE98-6B63-4751-A1CD-C54155973563}" destId="{4A57ADF4-22ED-475D-8597-C66F949BF040}" srcOrd="1" destOrd="0" presId="urn:microsoft.com/office/officeart/2018/2/layout/IconLabelList"/>
    <dgm:cxn modelId="{58A81628-87BB-4B49-BCFC-48672500BE2F}" type="presParOf" srcId="{9430AE98-6B63-4751-A1CD-C54155973563}" destId="{67ED8BC3-8DBF-43E5-BFBF-240A098C8F1A}" srcOrd="2" destOrd="0" presId="urn:microsoft.com/office/officeart/2018/2/layout/IconLabelList"/>
    <dgm:cxn modelId="{B64B43A4-777C-4661-BD0E-F913F5FC4993}" type="presParOf" srcId="{15286A5E-2F58-416B-BC74-100B7FF6C437}" destId="{27D1C1D3-FA28-4448-A2EF-B62472DA1E36}" srcOrd="1" destOrd="0" presId="urn:microsoft.com/office/officeart/2018/2/layout/IconLabelList"/>
    <dgm:cxn modelId="{1674590A-D1BA-46FB-8A55-FE0C2A8DFF17}" type="presParOf" srcId="{15286A5E-2F58-416B-BC74-100B7FF6C437}" destId="{68362F43-91BC-40F2-8B5D-6D77005BF7F2}" srcOrd="2" destOrd="0" presId="urn:microsoft.com/office/officeart/2018/2/layout/IconLabelList"/>
    <dgm:cxn modelId="{2F85BB53-0B4F-485F-B8DD-B978E9DE6325}" type="presParOf" srcId="{68362F43-91BC-40F2-8B5D-6D77005BF7F2}" destId="{9C1EFC77-46F3-43FD-B799-5C7EA09FA07A}" srcOrd="0" destOrd="0" presId="urn:microsoft.com/office/officeart/2018/2/layout/IconLabelList"/>
    <dgm:cxn modelId="{6E726DBB-A47C-4427-A09B-B90A7FC049FF}" type="presParOf" srcId="{68362F43-91BC-40F2-8B5D-6D77005BF7F2}" destId="{8F1D5EE6-F34B-4437-8F68-8339B09CC5C5}" srcOrd="1" destOrd="0" presId="urn:microsoft.com/office/officeart/2018/2/layout/IconLabelList"/>
    <dgm:cxn modelId="{AF58B60A-28EB-4FB9-8BBE-127E3F3A772C}" type="presParOf" srcId="{68362F43-91BC-40F2-8B5D-6D77005BF7F2}" destId="{B3419CAA-D924-4C48-9786-CED67B0F90A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3578E2-2619-4568-BE50-93FD1EB5CE01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4FAFB6-9899-4E9D-A7C5-6348BC6E8186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282B2-E373-44A3-8D05-FD75F5F6FA38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500" kern="1200"/>
            <a:t>Crear Dockerfile </a:t>
          </a:r>
          <a:endParaRPr lang="en-US" sz="2500" kern="1200"/>
        </a:p>
      </dsp:txBody>
      <dsp:txXfrm>
        <a:off x="93445" y="3018902"/>
        <a:ext cx="3206250" cy="720000"/>
      </dsp:txXfrm>
    </dsp:sp>
    <dsp:sp modelId="{8E4C3B30-6BD3-4C93-BA3D-FEE90847E97F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C43F85-298F-4110-87D7-D4DBEF43A256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A4D6D5-88DA-4EEA-A6EB-5E5D45E04E56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500" kern="1200"/>
            <a:t>Construir imagen </a:t>
          </a:r>
          <a:endParaRPr lang="en-US" sz="2500" kern="1200"/>
        </a:p>
      </dsp:txBody>
      <dsp:txXfrm>
        <a:off x="3860789" y="3018902"/>
        <a:ext cx="3206250" cy="720000"/>
      </dsp:txXfrm>
    </dsp:sp>
    <dsp:sp modelId="{918F9009-C538-4525-8CAA-209153CEDCB4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A31D82-BAEB-4A45-A2F5-13A2CBC84857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AEFA3E-047F-4881-B68A-2D8B2E946FA3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500" kern="1200"/>
            <a:t>Ejecutar contenedo</a:t>
          </a:r>
          <a:endParaRPr lang="en-US" sz="2500" kern="1200"/>
        </a:p>
      </dsp:txBody>
      <dsp:txXfrm>
        <a:off x="7628133" y="3018902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37E02A-F2EA-4C3E-8497-8235F056DCA5}">
      <dsp:nvSpPr>
        <dsp:cNvPr id="0" name=""/>
        <dsp:cNvSpPr/>
      </dsp:nvSpPr>
      <dsp:spPr>
        <a:xfrm>
          <a:off x="350684" y="718900"/>
          <a:ext cx="1081916" cy="108191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D63E5C-A711-49C3-957D-111F2C86A30B}">
      <dsp:nvSpPr>
        <dsp:cNvPr id="0" name=""/>
        <dsp:cNvSpPr/>
      </dsp:nvSpPr>
      <dsp:spPr>
        <a:xfrm>
          <a:off x="581257" y="949472"/>
          <a:ext cx="620771" cy="6207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89DC8-99E4-441A-A31D-F079EB74EF8A}">
      <dsp:nvSpPr>
        <dsp:cNvPr id="0" name=""/>
        <dsp:cNvSpPr/>
      </dsp:nvSpPr>
      <dsp:spPr>
        <a:xfrm>
          <a:off x="4826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900" kern="1200"/>
            <a:t>Consistencia </a:t>
          </a:r>
          <a:endParaRPr lang="en-US" sz="1900" kern="1200"/>
        </a:p>
      </dsp:txBody>
      <dsp:txXfrm>
        <a:off x="4826" y="2137806"/>
        <a:ext cx="1773632" cy="709453"/>
      </dsp:txXfrm>
    </dsp:sp>
    <dsp:sp modelId="{14082C8D-98B4-4290-A771-087E35472E48}">
      <dsp:nvSpPr>
        <dsp:cNvPr id="0" name=""/>
        <dsp:cNvSpPr/>
      </dsp:nvSpPr>
      <dsp:spPr>
        <a:xfrm>
          <a:off x="2434703" y="718900"/>
          <a:ext cx="1081916" cy="108191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ACE52B-7C79-4160-A5BE-0F3A0EB22749}">
      <dsp:nvSpPr>
        <dsp:cNvPr id="0" name=""/>
        <dsp:cNvSpPr/>
      </dsp:nvSpPr>
      <dsp:spPr>
        <a:xfrm>
          <a:off x="2665275" y="949472"/>
          <a:ext cx="620771" cy="6207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1FE2A2-D9B4-4C3C-AC13-95FD822DA02C}">
      <dsp:nvSpPr>
        <dsp:cNvPr id="0" name=""/>
        <dsp:cNvSpPr/>
      </dsp:nvSpPr>
      <dsp:spPr>
        <a:xfrm>
          <a:off x="2088845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900" kern="1200"/>
            <a:t>Portabilidad </a:t>
          </a:r>
          <a:endParaRPr lang="en-US" sz="1900" kern="1200"/>
        </a:p>
      </dsp:txBody>
      <dsp:txXfrm>
        <a:off x="2088845" y="2137806"/>
        <a:ext cx="1773632" cy="709453"/>
      </dsp:txXfrm>
    </dsp:sp>
    <dsp:sp modelId="{9969272A-3890-4A68-988C-4C474E4D0111}">
      <dsp:nvSpPr>
        <dsp:cNvPr id="0" name=""/>
        <dsp:cNvSpPr/>
      </dsp:nvSpPr>
      <dsp:spPr>
        <a:xfrm>
          <a:off x="4518721" y="718900"/>
          <a:ext cx="1081916" cy="108191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2E56C3-70EF-4FAA-B807-AF16254EC97C}">
      <dsp:nvSpPr>
        <dsp:cNvPr id="0" name=""/>
        <dsp:cNvSpPr/>
      </dsp:nvSpPr>
      <dsp:spPr>
        <a:xfrm>
          <a:off x="4749294" y="949472"/>
          <a:ext cx="620771" cy="6207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9822B7-F8FD-4DE5-9FBB-0F4AF16B8A70}">
      <dsp:nvSpPr>
        <dsp:cNvPr id="0" name=""/>
        <dsp:cNvSpPr/>
      </dsp:nvSpPr>
      <dsp:spPr>
        <a:xfrm>
          <a:off x="4172863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900" kern="1200"/>
            <a:t>Rapidez </a:t>
          </a:r>
          <a:endParaRPr lang="en-US" sz="1900" kern="1200"/>
        </a:p>
      </dsp:txBody>
      <dsp:txXfrm>
        <a:off x="4172863" y="2137806"/>
        <a:ext cx="1773632" cy="709453"/>
      </dsp:txXfrm>
    </dsp:sp>
    <dsp:sp modelId="{F453ABB4-2B1A-4CE4-86B0-4FB24901B3D8}">
      <dsp:nvSpPr>
        <dsp:cNvPr id="0" name=""/>
        <dsp:cNvSpPr/>
      </dsp:nvSpPr>
      <dsp:spPr>
        <a:xfrm>
          <a:off x="6602740" y="718900"/>
          <a:ext cx="1081916" cy="108191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027F9F-7232-41DE-8C94-B3A85BBF27DB}">
      <dsp:nvSpPr>
        <dsp:cNvPr id="0" name=""/>
        <dsp:cNvSpPr/>
      </dsp:nvSpPr>
      <dsp:spPr>
        <a:xfrm>
          <a:off x="6833312" y="949472"/>
          <a:ext cx="620771" cy="6207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D7C2E-72C1-42F8-B93E-C8110AB196A6}">
      <dsp:nvSpPr>
        <dsp:cNvPr id="0" name=""/>
        <dsp:cNvSpPr/>
      </dsp:nvSpPr>
      <dsp:spPr>
        <a:xfrm>
          <a:off x="6256882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900" kern="1200"/>
            <a:t>Aislamiento </a:t>
          </a:r>
          <a:endParaRPr lang="en-US" sz="1900" kern="1200"/>
        </a:p>
      </dsp:txBody>
      <dsp:txXfrm>
        <a:off x="6256882" y="2137806"/>
        <a:ext cx="1773632" cy="709453"/>
      </dsp:txXfrm>
    </dsp:sp>
    <dsp:sp modelId="{B066A8BD-7F14-4A67-A1D2-EB6AD8C32FE6}">
      <dsp:nvSpPr>
        <dsp:cNvPr id="0" name=""/>
        <dsp:cNvSpPr/>
      </dsp:nvSpPr>
      <dsp:spPr>
        <a:xfrm>
          <a:off x="8686759" y="718900"/>
          <a:ext cx="1081916" cy="108191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564FF7-9B0D-4818-ADBC-A54BA966009B}">
      <dsp:nvSpPr>
        <dsp:cNvPr id="0" name=""/>
        <dsp:cNvSpPr/>
      </dsp:nvSpPr>
      <dsp:spPr>
        <a:xfrm>
          <a:off x="8917331" y="949472"/>
          <a:ext cx="620771" cy="6207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9E2B0E-32D6-4FD7-B01D-3D613DDCFD89}">
      <dsp:nvSpPr>
        <dsp:cNvPr id="0" name=""/>
        <dsp:cNvSpPr/>
      </dsp:nvSpPr>
      <dsp:spPr>
        <a:xfrm>
          <a:off x="8340900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900" kern="1200"/>
            <a:t>Escalabilidad</a:t>
          </a:r>
          <a:endParaRPr lang="en-US" sz="1900" kern="1200"/>
        </a:p>
      </dsp:txBody>
      <dsp:txXfrm>
        <a:off x="8340900" y="2137806"/>
        <a:ext cx="1773632" cy="7094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79A1F-7689-471A-9BD7-143CB6175E3E}">
      <dsp:nvSpPr>
        <dsp:cNvPr id="0" name=""/>
        <dsp:cNvSpPr/>
      </dsp:nvSpPr>
      <dsp:spPr>
        <a:xfrm>
          <a:off x="1747800" y="407356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ED8BC3-8DBF-43E5-BFBF-240A098C8F1A}">
      <dsp:nvSpPr>
        <dsp:cNvPr id="0" name=""/>
        <dsp:cNvSpPr/>
      </dsp:nvSpPr>
      <dsp:spPr>
        <a:xfrm>
          <a:off x="559800" y="282151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“El problema no es ejecutar código…</a:t>
          </a:r>
          <a:br>
            <a:rPr lang="es-ES" sz="1700" kern="1200"/>
          </a:br>
          <a:r>
            <a:rPr lang="es-ES" sz="1700" kern="1200"/>
            <a:t> es ejecutar el mismo sistema en cualquier lugar.”</a:t>
          </a:r>
          <a:endParaRPr lang="en-US" sz="1700" kern="1200"/>
        </a:p>
      </dsp:txBody>
      <dsp:txXfrm>
        <a:off x="559800" y="2821519"/>
        <a:ext cx="4320000" cy="720000"/>
      </dsp:txXfrm>
    </dsp:sp>
    <dsp:sp modelId="{9C1EFC77-46F3-43FD-B799-5C7EA09FA07A}">
      <dsp:nvSpPr>
        <dsp:cNvPr id="0" name=""/>
        <dsp:cNvSpPr/>
      </dsp:nvSpPr>
      <dsp:spPr>
        <a:xfrm>
          <a:off x="6823800" y="407356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419CAA-D924-4C48-9786-CED67B0F90AF}">
      <dsp:nvSpPr>
        <dsp:cNvPr id="0" name=""/>
        <dsp:cNvSpPr/>
      </dsp:nvSpPr>
      <dsp:spPr>
        <a:xfrm>
          <a:off x="5635800" y="282151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“El software deja de pertenecer a tu máquina…</a:t>
          </a:r>
          <a:br>
            <a:rPr lang="es-ES" sz="1700" kern="1200"/>
          </a:br>
          <a:r>
            <a:rPr lang="es-ES" sz="1700" kern="1200"/>
            <a:t> cuando puede ejecutarse en cualquier lugar.”</a:t>
          </a:r>
          <a:endParaRPr lang="en-US" sz="1700" kern="1200"/>
        </a:p>
      </dsp:txBody>
      <dsp:txXfrm>
        <a:off x="5635800" y="2821519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03/04/2026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03/04/2026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03/04/2026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03/04/2026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En qué puedes trabajar como ingeniero de sistemas? - Blog">
            <a:extLst>
              <a:ext uri="{FF2B5EF4-FFF2-40B4-BE49-F238E27FC236}">
                <a16:creationId xmlns:a16="http://schemas.microsoft.com/office/drawing/2014/main" id="{24DCB1C3-34DB-17AF-FE14-3D0513D00B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29" r="-1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935402" y="743447"/>
            <a:ext cx="344576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s-ES" sz="5200"/>
              <a:t>Ingeniería de Software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s-ES" sz="2200">
                <a:ea typeface="+mn-lt"/>
                <a:cs typeface="+mn-lt"/>
              </a:rPr>
              <a:t>DevOps + Introducción a Docker (Nivel Profesional)</a:t>
            </a:r>
          </a:p>
          <a:p>
            <a:pPr algn="l"/>
            <a:r>
              <a:rPr lang="es-ES" sz="2200"/>
              <a:t>Ingeniero </a:t>
            </a:r>
            <a:r>
              <a:rPr lang="es-ES" sz="2200" err="1"/>
              <a:t>Luiferney</a:t>
            </a:r>
            <a:r>
              <a:rPr lang="es-ES" sz="2200"/>
              <a:t> Ortiz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11D9F7-6BE3-3B45-B8F6-261761710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s-ES" sz="7200">
                <a:ea typeface="+mj-lt"/>
                <a:cs typeface="+mj-lt"/>
              </a:rPr>
              <a:t>Objetivo general</a:t>
            </a:r>
            <a:endParaRPr lang="es-ES" sz="72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F8AC07-ED71-A233-B830-3D58F36E0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2400">
                <a:ea typeface="+mn-lt"/>
                <a:cs typeface="+mn-lt"/>
              </a:rPr>
              <a:t>Comprender cómo DevOps y Docker resuelven problemas reales de despliegue, consistencia y operación en sistemas modernos.</a:t>
            </a:r>
            <a:endParaRPr lang="es-ES" sz="2400"/>
          </a:p>
        </p:txBody>
      </p:sp>
    </p:spTree>
    <p:extLst>
      <p:ext uri="{BB962C8B-B14F-4D97-AF65-F5344CB8AC3E}">
        <p14:creationId xmlns:p14="http://schemas.microsoft.com/office/powerpoint/2010/main" val="1942678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106774-B628-871E-E074-77E12BE99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s-ES" sz="6800">
                <a:solidFill>
                  <a:srgbClr val="FFFFFF"/>
                </a:solidFill>
                <a:ea typeface="+mj-lt"/>
                <a:cs typeface="+mj-lt"/>
              </a:rPr>
              <a:t>Realidad del desarrollo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C4D36C-83EB-3812-E74F-BA954A2EB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“Funciona en mi máquina… pero no en producción”</a:t>
            </a:r>
          </a:p>
          <a:p>
            <a:pPr>
              <a:buNone/>
            </a:pPr>
            <a:r>
              <a:rPr lang="es-E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Esto ocurre por:</a:t>
            </a:r>
          </a:p>
          <a:p>
            <a:pPr>
              <a:buFont typeface="Arial"/>
              <a:buChar char="•"/>
            </a:pPr>
            <a:r>
              <a:rPr lang="es-E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Diferencias de sistema operativo </a:t>
            </a:r>
          </a:p>
          <a:p>
            <a:pPr>
              <a:buFont typeface="Arial"/>
              <a:buChar char="•"/>
            </a:pPr>
            <a:r>
              <a:rPr lang="es-E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Versiones de runtime (Java, Node) </a:t>
            </a:r>
          </a:p>
          <a:p>
            <a:pPr>
              <a:buFont typeface="Arial"/>
              <a:buChar char="•"/>
            </a:pPr>
            <a:r>
              <a:rPr lang="es-E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Variables de entorno </a:t>
            </a:r>
          </a:p>
          <a:p>
            <a:pPr>
              <a:buFont typeface="Arial"/>
              <a:buChar char="•"/>
            </a:pPr>
            <a:r>
              <a:rPr lang="es-E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Dependencias no documentadas </a:t>
            </a:r>
          </a:p>
          <a:p>
            <a:pPr marL="0" indent="0">
              <a:buNone/>
            </a:pPr>
            <a:r>
              <a:rPr lang="es-E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Resultado:</a:t>
            </a:r>
            <a:endParaRPr lang="es-ES" sz="2000">
              <a:solidFill>
                <a:schemeClr val="tx1">
                  <a:alpha val="80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s-E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Fallos en despliegue </a:t>
            </a:r>
          </a:p>
          <a:p>
            <a:pPr>
              <a:buFont typeface="Arial"/>
              <a:buChar char="•"/>
            </a:pPr>
            <a:r>
              <a:rPr lang="es-E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Retrasos </a:t>
            </a:r>
          </a:p>
          <a:p>
            <a:pPr>
              <a:buFont typeface="Arial"/>
              <a:buChar char="•"/>
            </a:pPr>
            <a:r>
              <a:rPr lang="es-E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Incertidumbre</a:t>
            </a:r>
          </a:p>
          <a:p>
            <a:pPr marL="0" indent="0">
              <a:buNone/>
            </a:pPr>
            <a:endParaRPr lang="es-ES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47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EF73F7-A729-C75B-2D99-CF42C9CCE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  <a:ea typeface="+mj-lt"/>
                <a:cs typeface="+mj-lt"/>
              </a:rPr>
              <a:t>Problema estructural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B8AB44-2B59-20FE-DE61-F2C2B104D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>
                <a:ea typeface="+mn-lt"/>
                <a:cs typeface="+mn-lt"/>
              </a:rPr>
              <a:t>El problema NO es el código…</a:t>
            </a:r>
            <a:endParaRPr lang="es-ES"/>
          </a:p>
          <a:p>
            <a:pPr>
              <a:buNone/>
            </a:pPr>
            <a:r>
              <a:rPr lang="es-ES">
                <a:ea typeface="+mn-lt"/>
                <a:cs typeface="+mn-lt"/>
              </a:rPr>
              <a:t>Es el </a:t>
            </a:r>
            <a:r>
              <a:rPr lang="es-ES" b="1">
                <a:ea typeface="+mn-lt"/>
                <a:cs typeface="+mn-lt"/>
              </a:rPr>
              <a:t>entorno de ejecución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Código correcto entorno incorrecto → falla 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Código correcto entorno controlado → funciona</a:t>
            </a:r>
            <a:endParaRPr lang="es-ES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91339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79EBF2-B4C6-9C32-31DB-E1171434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>
                <a:ea typeface="+mj-lt"/>
                <a:cs typeface="+mj-lt"/>
              </a:rPr>
              <a:t>Qué buscan las empresas</a:t>
            </a:r>
            <a:endParaRPr lang="es-ES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067556-128B-93E6-63EA-E9BDD57B6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Reproducibilidad 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Automatización 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Despliegues confiables 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Escalabilidad </a:t>
            </a:r>
            <a:endParaRPr lang="es-ES" sz="2400"/>
          </a:p>
          <a:p>
            <a:pPr indent="0">
              <a:buNone/>
            </a:pPr>
            <a:endParaRPr lang="es-ES" sz="2400">
              <a:ea typeface="+mn-lt"/>
              <a:cs typeface="+mn-lt"/>
            </a:endParaRPr>
          </a:p>
          <a:p>
            <a:pPr indent="0">
              <a:buNone/>
            </a:pPr>
            <a:r>
              <a:rPr lang="es-ES" sz="2400">
                <a:ea typeface="+mn-lt"/>
                <a:cs typeface="+mn-lt"/>
              </a:rPr>
              <a:t>Aquí nace DevOps</a:t>
            </a:r>
            <a:endParaRPr lang="es-ES" sz="2400"/>
          </a:p>
          <a:p>
            <a:pPr marL="0" indent="0">
              <a:buNone/>
            </a:pPr>
            <a:endParaRPr lang="es-ES" sz="2400">
              <a:ea typeface="+mn-lt"/>
              <a:cs typeface="+mn-lt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500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B707C1-C112-C927-0FD5-99BE12198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¿Qué es DevOps realmente?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AEF42A-2331-7D39-F507-F22EB6A8D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>
                <a:ea typeface="+mn-lt"/>
                <a:cs typeface="+mn-lt"/>
              </a:rPr>
              <a:t>No es una herramienta…</a:t>
            </a:r>
            <a:endParaRPr lang="es-ES"/>
          </a:p>
          <a:p>
            <a:pPr>
              <a:buNone/>
            </a:pPr>
            <a:r>
              <a:rPr lang="es-ES">
                <a:ea typeface="+mn-lt"/>
                <a:cs typeface="+mn-lt"/>
              </a:rPr>
              <a:t>Es una </a:t>
            </a:r>
            <a:r>
              <a:rPr lang="es-ES" b="1">
                <a:ea typeface="+mn-lt"/>
                <a:cs typeface="+mn-lt"/>
              </a:rPr>
              <a:t>forma de trabajar</a:t>
            </a:r>
            <a:r>
              <a:rPr lang="es-ES">
                <a:ea typeface="+mn-lt"/>
                <a:cs typeface="+mn-lt"/>
              </a:rPr>
              <a:t>: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Integración continua 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Entrega continua 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Automatización 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Cultura colaborativa</a:t>
            </a:r>
            <a:endParaRPr lang="es-ES"/>
          </a:p>
          <a:p>
            <a:pPr marL="0" indent="0">
              <a:buNone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344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E73DC6E-D7E5-5EDE-40A9-41549EB68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chemeClr val="tx2"/>
                </a:solidFill>
                <a:ea typeface="+mj-lt"/>
                <a:cs typeface="+mj-lt"/>
              </a:rPr>
              <a:t>Dev vs Ops (ANTES)</a:t>
            </a:r>
            <a:endParaRPr lang="es-ES" sz="3600">
              <a:solidFill>
                <a:schemeClr val="tx2"/>
              </a:solidFill>
            </a:endParaRPr>
          </a:p>
        </p:txBody>
      </p:sp>
      <p:pic>
        <p:nvPicPr>
          <p:cNvPr id="7" name="Graphic 6" descr="Informar de piratería">
            <a:extLst>
              <a:ext uri="{FF2B5EF4-FFF2-40B4-BE49-F238E27FC236}">
                <a16:creationId xmlns:a16="http://schemas.microsoft.com/office/drawing/2014/main" id="{96918FB4-E148-102C-8770-B5EA23799E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40A289-3AFC-6FF6-FDD8-9AD66D38C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Dev:</a:t>
            </a:r>
            <a:endParaRPr lang="es-E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Escribe código </a:t>
            </a:r>
            <a:endParaRPr lang="es-E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No se preocupa por producción </a:t>
            </a:r>
            <a:endParaRPr lang="es-ES" sz="1800">
              <a:solidFill>
                <a:schemeClr val="tx2"/>
              </a:solidFill>
            </a:endParaRPr>
          </a:p>
          <a:p>
            <a:pPr indent="0">
              <a:buNone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Ops:</a:t>
            </a:r>
            <a:endParaRPr lang="es-E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Mantiene servidores </a:t>
            </a:r>
            <a:endParaRPr lang="es-E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Recibe errores </a:t>
            </a:r>
            <a:endParaRPr lang="es-ES" sz="1800">
              <a:solidFill>
                <a:schemeClr val="tx2"/>
              </a:solidFill>
            </a:endParaRPr>
          </a:p>
          <a:p>
            <a:pPr indent="0">
              <a:buNone/>
            </a:pPr>
            <a:endParaRPr lang="es-ES" sz="1800">
              <a:solidFill>
                <a:schemeClr val="tx2"/>
              </a:solidFill>
              <a:ea typeface="+mn-lt"/>
              <a:cs typeface="+mn-lt"/>
            </a:endParaRPr>
          </a:p>
          <a:p>
            <a:pPr indent="0">
              <a:buNone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Resultado: conflicto</a:t>
            </a:r>
            <a:endParaRPr lang="es-E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s-E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95046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90F9ED-F3AB-2BA7-845A-C74E72AE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DevOps (AHORA)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668D41-4ED2-60CE-8272-7B4066562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s-ES" sz="3200">
                <a:ea typeface="+mn-lt"/>
                <a:cs typeface="+mn-lt"/>
              </a:rPr>
              <a:t>Dev + Ops trabajan juntos </a:t>
            </a:r>
            <a:endParaRPr lang="es-ES" sz="3200"/>
          </a:p>
          <a:p>
            <a:pPr>
              <a:buFont typeface="Arial"/>
              <a:buChar char="•"/>
            </a:pPr>
            <a:r>
              <a:rPr lang="es-ES" sz="3200">
                <a:ea typeface="+mn-lt"/>
                <a:cs typeface="+mn-lt"/>
              </a:rPr>
              <a:t>El código se piensa para producción </a:t>
            </a:r>
            <a:endParaRPr lang="es-ES" sz="3200"/>
          </a:p>
          <a:p>
            <a:pPr>
              <a:buFont typeface="Arial"/>
              <a:buChar char="•"/>
            </a:pPr>
            <a:r>
              <a:rPr lang="es-ES" sz="3200">
                <a:ea typeface="+mn-lt"/>
                <a:cs typeface="+mn-lt"/>
              </a:rPr>
              <a:t>Automatización desde el inicio </a:t>
            </a:r>
            <a:endParaRPr lang="es-ES" sz="3200"/>
          </a:p>
          <a:p>
            <a:pPr indent="0">
              <a:buNone/>
            </a:pPr>
            <a:endParaRPr lang="es-ES" sz="3200">
              <a:ea typeface="+mn-lt"/>
              <a:cs typeface="+mn-lt"/>
            </a:endParaRPr>
          </a:p>
          <a:p>
            <a:pPr indent="0">
              <a:buNone/>
            </a:pPr>
            <a:r>
              <a:rPr lang="es-ES" sz="3200">
                <a:ea typeface="+mn-lt"/>
                <a:cs typeface="+mn-lt"/>
              </a:rPr>
              <a:t>“You build it, you run it”</a:t>
            </a:r>
            <a:endParaRPr lang="es-ES" sz="3200"/>
          </a:p>
          <a:p>
            <a:pPr marL="0" indent="0">
              <a:buNone/>
            </a:pPr>
            <a:endParaRPr lang="es-ES" sz="3200"/>
          </a:p>
        </p:txBody>
      </p:sp>
    </p:spTree>
    <p:extLst>
      <p:ext uri="{BB962C8B-B14F-4D97-AF65-F5344CB8AC3E}">
        <p14:creationId xmlns:p14="http://schemas.microsoft.com/office/powerpoint/2010/main" val="3164154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DF3787-21D6-EF96-B934-F4F5D89DA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s-ES" sz="5400">
                <a:ea typeface="+mj-lt"/>
                <a:cs typeface="+mj-lt"/>
              </a:rPr>
              <a:t>Ciclo DevOps</a:t>
            </a:r>
            <a:endParaRPr lang="es-E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065B88-A5E3-3F6A-1E69-D3A1141A7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Code 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Build 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Test 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Deploy 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Monitor </a:t>
            </a:r>
            <a:endParaRPr lang="es-ES" sz="2200"/>
          </a:p>
          <a:p>
            <a:pPr marL="0" indent="0">
              <a:buNone/>
            </a:pPr>
            <a:endParaRPr lang="es-ES" sz="2200">
              <a:ea typeface="+mn-lt"/>
              <a:cs typeface="+mn-lt"/>
            </a:endParaRPr>
          </a:p>
          <a:p>
            <a:pPr indent="0">
              <a:buNone/>
            </a:pPr>
            <a:r>
              <a:rPr lang="es-ES" sz="2200">
                <a:ea typeface="+mn-lt"/>
                <a:cs typeface="+mn-lt"/>
              </a:rPr>
              <a:t>🔁 Ciclo continuo</a:t>
            </a:r>
            <a:endParaRPr lang="es-ES" sz="2200"/>
          </a:p>
          <a:p>
            <a:pPr marL="0" indent="0">
              <a:buNone/>
            </a:pPr>
            <a:endParaRPr lang="es-ES" sz="2200"/>
          </a:p>
        </p:txBody>
      </p:sp>
      <p:pic>
        <p:nvPicPr>
          <p:cNvPr id="4" name="Imagen 3" descr="Qué es DevOps y que debes saber para convertirte en ello?">
            <a:extLst>
              <a:ext uri="{FF2B5EF4-FFF2-40B4-BE49-F238E27FC236}">
                <a16:creationId xmlns:a16="http://schemas.microsoft.com/office/drawing/2014/main" id="{94184DE7-E6B2-D9B3-7400-4D23B7465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56366"/>
            <a:ext cx="6903720" cy="374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55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986976-A5C1-2F67-DE32-8CC2068F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s-ES" sz="4000">
                <a:solidFill>
                  <a:schemeClr val="bg1"/>
                </a:solidFill>
                <a:ea typeface="+mj-lt"/>
                <a:cs typeface="+mj-lt"/>
              </a:rPr>
              <a:t>Problema clave que resuelve Docker</a:t>
            </a:r>
            <a:endParaRPr lang="es-E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079B19-9EEC-18DE-D8FA-2998FC47B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2400">
                <a:ea typeface="+mn-lt"/>
                <a:cs typeface="+mn-lt"/>
              </a:rPr>
              <a:t>Portabilidad</a:t>
            </a:r>
            <a:endParaRPr lang="es-ES" sz="2400"/>
          </a:p>
          <a:p>
            <a:pPr>
              <a:buNone/>
            </a:pPr>
            <a:r>
              <a:rPr lang="es-ES" sz="2400">
                <a:ea typeface="+mn-lt"/>
                <a:cs typeface="+mn-lt"/>
              </a:rPr>
              <a:t>“Que el software corra igual en cualquier lugar”</a:t>
            </a:r>
            <a:endParaRPr lang="es-ES" sz="2400"/>
          </a:p>
          <a:p>
            <a:pPr marL="0" indent="0">
              <a:buNone/>
            </a:pPr>
            <a:endParaRPr lang="es-ES" sz="2400"/>
          </a:p>
        </p:txBody>
      </p:sp>
    </p:spTree>
    <p:extLst>
      <p:ext uri="{BB962C8B-B14F-4D97-AF65-F5344CB8AC3E}">
        <p14:creationId xmlns:p14="http://schemas.microsoft.com/office/powerpoint/2010/main" val="1315707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FD0126-2005-0763-C096-F0F598987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9978" y="741391"/>
            <a:ext cx="3369234" cy="1616203"/>
          </a:xfrm>
        </p:spPr>
        <p:txBody>
          <a:bodyPr anchor="b">
            <a:normAutofit/>
          </a:bodyPr>
          <a:lstStyle/>
          <a:p>
            <a:r>
              <a:rPr lang="es-ES" sz="3200">
                <a:ea typeface="+mj-lt"/>
                <a:cs typeface="+mj-lt"/>
              </a:rPr>
              <a:t>¿Qué es Docker?</a:t>
            </a:r>
          </a:p>
        </p:txBody>
      </p:sp>
      <p:pic>
        <p:nvPicPr>
          <p:cNvPr id="5" name="Picture 4" descr="Montacargas levantando un contenedor en el jardín">
            <a:extLst>
              <a:ext uri="{FF2B5EF4-FFF2-40B4-BE49-F238E27FC236}">
                <a16:creationId xmlns:a16="http://schemas.microsoft.com/office/drawing/2014/main" id="{D4DB28C0-79A9-4EB1-45EC-2665F10EB4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28" r="23347" b="-3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6D4907-45C6-490E-C318-48C0BB2EB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9978" y="2533476"/>
            <a:ext cx="336923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Plataforma que permite: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Empaquetar aplicación + dependencias + entorno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En un </a:t>
            </a:r>
            <a:r>
              <a:rPr lang="es-ES" sz="2000" b="1">
                <a:ea typeface="+mn-lt"/>
                <a:cs typeface="+mn-lt"/>
              </a:rPr>
              <a:t>contenedor ejecutable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3017984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083A0F-F6A0-5933-0840-759876820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Contenedor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DD3181-953F-EB53-B293-8F0BAAC4C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Un contenedor es: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Un proceso aislado 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Con su propio entorno 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Reproducible </a:t>
            </a:r>
            <a:endParaRPr lang="es-ES" sz="2000"/>
          </a:p>
          <a:p>
            <a:pPr indent="0">
              <a:buNone/>
            </a:pPr>
            <a:endParaRPr lang="es-ES" sz="2000">
              <a:ea typeface="+mn-lt"/>
              <a:cs typeface="+mn-lt"/>
            </a:endParaRPr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No es una máquina virtual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Contenedor de transporte amarillo con el cielo como fondo">
            <a:extLst>
              <a:ext uri="{FF2B5EF4-FFF2-40B4-BE49-F238E27FC236}">
                <a16:creationId xmlns:a16="http://schemas.microsoft.com/office/drawing/2014/main" id="{DE4415BC-8B04-9E80-AFBA-63C997983D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42" r="22928" b="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1412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582D58-1036-8318-D810-36719BF41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Contenedor vs Máquina Virtual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B85140-B70C-732A-7D78-7E6891761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None/>
            </a:pPr>
            <a:r>
              <a:rPr lang="es-ES">
                <a:ea typeface="+mn-lt"/>
                <a:cs typeface="+mn-lt"/>
              </a:rPr>
              <a:t>Contenedor: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Ligero 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Rápido 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Comparte kernel </a:t>
            </a:r>
            <a:endParaRPr lang="es-ES"/>
          </a:p>
          <a:p>
            <a:pPr indent="0">
              <a:buNone/>
            </a:pPr>
            <a:r>
              <a:rPr lang="es-ES">
                <a:ea typeface="+mn-lt"/>
                <a:cs typeface="+mn-lt"/>
              </a:rPr>
              <a:t>VM: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Pesada 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Lenta 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Sistema completo</a:t>
            </a:r>
            <a:endParaRPr lang="es-ES"/>
          </a:p>
          <a:p>
            <a:pPr marL="0" indent="0">
              <a:buNone/>
            </a:pPr>
            <a:endParaRPr lang="es-ES"/>
          </a:p>
        </p:txBody>
      </p:sp>
      <p:pic>
        <p:nvPicPr>
          <p:cNvPr id="5" name="Picture 4" descr="Contenedores apilados y un semirremolque en un puerto marítimo">
            <a:extLst>
              <a:ext uri="{FF2B5EF4-FFF2-40B4-BE49-F238E27FC236}">
                <a16:creationId xmlns:a16="http://schemas.microsoft.com/office/drawing/2014/main" id="{7640B18A-BE57-2D68-C374-D91B7292B7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95" r="9266" b="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36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618FE3-D55B-7BE7-D2E7-35AB7ED45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9978" y="741391"/>
            <a:ext cx="3369234" cy="1616203"/>
          </a:xfrm>
        </p:spPr>
        <p:txBody>
          <a:bodyPr anchor="b">
            <a:normAutofit/>
          </a:bodyPr>
          <a:lstStyle/>
          <a:p>
            <a:r>
              <a:rPr lang="es-ES" sz="3600">
                <a:ea typeface="+mj-lt"/>
                <a:cs typeface="+mj-lt"/>
              </a:rPr>
              <a:t>Conceptos clave Docker</a:t>
            </a:r>
          </a:p>
        </p:txBody>
      </p:sp>
      <p:pic>
        <p:nvPicPr>
          <p:cNvPr id="5" name="Picture 4" descr="Montacargas levantando un contenedor en el jardín">
            <a:extLst>
              <a:ext uri="{FF2B5EF4-FFF2-40B4-BE49-F238E27FC236}">
                <a16:creationId xmlns:a16="http://schemas.microsoft.com/office/drawing/2014/main" id="{B7723A27-B206-D2C7-E55A-812A2703EF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28" r="23347" b="-3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080CAF-FF9A-B2AE-72F5-EAB8E6B90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9978" y="2533476"/>
            <a:ext cx="336923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ea typeface="+mn-lt"/>
                <a:cs typeface="+mn-lt"/>
              </a:rPr>
              <a:t>Imagen → plantilla </a:t>
            </a:r>
          </a:p>
          <a:p>
            <a:r>
              <a:rPr lang="es-ES">
                <a:ea typeface="+mn-lt"/>
                <a:cs typeface="+mn-lt"/>
              </a:rPr>
              <a:t>Contenedor → instancia </a:t>
            </a:r>
          </a:p>
          <a:p>
            <a:r>
              <a:rPr lang="es-ES">
                <a:ea typeface="+mn-lt"/>
                <a:cs typeface="+mn-lt"/>
              </a:rPr>
              <a:t>Dockerfile → instrucciones </a:t>
            </a:r>
          </a:p>
          <a:p>
            <a:r>
              <a:rPr lang="es-ES">
                <a:ea typeface="+mn-lt"/>
                <a:cs typeface="+mn-lt"/>
              </a:rPr>
              <a:t>Registry → almacenamiento 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752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8C7568-68A0-5E91-44C3-D8AEB0836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Flujo real con Docker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EB1CB8B-0715-142E-5EB4-6127DEFD90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254648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6953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3005E-47AA-9DA2-C014-CB1635CE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s-ES" sz="3200">
                <a:ea typeface="+mj-lt"/>
                <a:cs typeface="+mj-lt"/>
              </a:rPr>
              <a:t>Ejemplo mental</a:t>
            </a:r>
            <a:endParaRPr lang="es-ES" sz="3200"/>
          </a:p>
        </p:txBody>
      </p:sp>
      <p:pic>
        <p:nvPicPr>
          <p:cNvPr id="5" name="Picture 4" descr="Montacargas levantando un contenedor en el jardín">
            <a:extLst>
              <a:ext uri="{FF2B5EF4-FFF2-40B4-BE49-F238E27FC236}">
                <a16:creationId xmlns:a16="http://schemas.microsoft.com/office/drawing/2014/main" id="{69536A65-5272-6CC9-2AD4-013AB633EC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17" r="29636" b="-3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304596-21D3-8E21-72BA-D9176FAA0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Antes: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Instalar Java 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Configurar variables 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Instalar dependencias </a:t>
            </a:r>
          </a:p>
          <a:p>
            <a:pPr marL="0" indent="0">
              <a:buNone/>
            </a:pPr>
            <a:r>
              <a:rPr lang="es-ES" sz="2000">
                <a:ea typeface="+mn-lt"/>
                <a:cs typeface="+mn-lt"/>
              </a:rPr>
              <a:t>Ahora: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Ejecutar contenedor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879087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ila de cajas de almacenamiento">
            <a:extLst>
              <a:ext uri="{FF2B5EF4-FFF2-40B4-BE49-F238E27FC236}">
                <a16:creationId xmlns:a16="http://schemas.microsoft.com/office/drawing/2014/main" id="{275EF18F-15AA-1CD8-67E8-2F10C2B825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00" r="31116" b="9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C5A3DE-EFB3-A1F2-2DE5-474868CE0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Ejemplo técnico (run)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CF61B0-3A4D-9A25-A819-3922E637C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latin typeface="Consolas"/>
              </a:rPr>
              <a:t>docker run -p 8080:8080 mi-app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Qué hace: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Ejecuta contenedor 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Expone puerto 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Levanta la app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3540387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117416-98A9-4AB7-89A2-787DBD917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Puertos (conexión con 12 Factors)</a:t>
            </a:r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73040B-392C-718E-950E-3B1C5D32F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s-ES" sz="3200">
                <a:ea typeface="+mn-lt"/>
                <a:cs typeface="+mn-lt"/>
              </a:rPr>
              <a:t>La app se expone por un puerto </a:t>
            </a:r>
          </a:p>
          <a:p>
            <a:pPr>
              <a:buFont typeface="Arial"/>
              <a:buChar char="•"/>
            </a:pPr>
            <a:r>
              <a:rPr lang="es-ES" sz="3200">
                <a:ea typeface="+mn-lt"/>
                <a:cs typeface="+mn-lt"/>
              </a:rPr>
              <a:t>Independiente del entorno </a:t>
            </a:r>
          </a:p>
          <a:p>
            <a:pPr indent="0">
              <a:buNone/>
            </a:pPr>
            <a:endParaRPr lang="es-ES" sz="3200">
              <a:ea typeface="+mn-lt"/>
              <a:cs typeface="+mn-lt"/>
            </a:endParaRPr>
          </a:p>
          <a:p>
            <a:pPr indent="0">
              <a:buNone/>
            </a:pPr>
            <a:r>
              <a:rPr lang="es-ES" sz="3200" dirty="0">
                <a:ea typeface="+mn-lt"/>
                <a:cs typeface="+mn-lt"/>
              </a:rPr>
              <a:t>Port </a:t>
            </a:r>
            <a:r>
              <a:rPr lang="es-ES" sz="3200" dirty="0" err="1">
                <a:ea typeface="+mn-lt"/>
                <a:cs typeface="+mn-lt"/>
              </a:rPr>
              <a:t>Binding</a:t>
            </a:r>
          </a:p>
          <a:p>
            <a:pPr marL="0" indent="0">
              <a:buNone/>
            </a:pPr>
            <a:endParaRPr lang="es-ES" sz="3200"/>
          </a:p>
        </p:txBody>
      </p:sp>
    </p:spTree>
    <p:extLst>
      <p:ext uri="{BB962C8B-B14F-4D97-AF65-F5344CB8AC3E}">
        <p14:creationId xmlns:p14="http://schemas.microsoft.com/office/powerpoint/2010/main" val="3531355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245CD2-9882-48C5-86CA-FFC620862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chemeClr val="tx2"/>
                </a:solidFill>
                <a:ea typeface="+mj-lt"/>
                <a:cs typeface="+mj-lt"/>
              </a:rPr>
              <a:t>Beneficios reales de Docker</a:t>
            </a:r>
            <a:endParaRPr lang="es-ES" sz="4000">
              <a:solidFill>
                <a:schemeClr val="tx2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D7017CB-E3BF-0270-0E97-3CF5C18734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125663"/>
              </p:ext>
            </p:extLst>
          </p:nvPr>
        </p:nvGraphicFramePr>
        <p:xfrm>
          <a:off x="1036320" y="2560320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5327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E973DE-D9F1-DF5F-C201-7711031EA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Problemas que soluciona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F8D6A7-CC80-44BB-B160-049966DF8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32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“No me funciona”</a:t>
            </a:r>
          </a:p>
          <a:p>
            <a:pPr>
              <a:buNone/>
            </a:pPr>
            <a:r>
              <a:rPr lang="es-ES" sz="32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“No tengo esa versión”</a:t>
            </a:r>
          </a:p>
          <a:p>
            <a:pPr>
              <a:buNone/>
            </a:pPr>
            <a:r>
              <a:rPr lang="es-ES" sz="32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“No sé cómo correrlo”</a:t>
            </a:r>
            <a:endParaRPr lang="es-ES" sz="3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None/>
            </a:pPr>
            <a:r>
              <a:rPr lang="es-ES" sz="32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✔ Docker lo estandariza</a:t>
            </a:r>
            <a:endParaRPr lang="es-ES" sz="3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s-ES" sz="32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16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ntenedores apilados y un semirremolque en un puerto marítimo">
            <a:extLst>
              <a:ext uri="{FF2B5EF4-FFF2-40B4-BE49-F238E27FC236}">
                <a16:creationId xmlns:a16="http://schemas.microsoft.com/office/drawing/2014/main" id="{6CEF8977-CBF0-3A8A-1DC6-B584EABCC1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69" r="19541" b="4"/>
          <a:stretch>
            <a:fillRect/>
          </a:stretch>
        </p:blipFill>
        <p:spPr>
          <a:xfrm>
            <a:off x="7968222" y="10"/>
            <a:ext cx="4223778" cy="6857990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9E6E2DE-75A6-26D5-3215-D1CC6644D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831188" cy="1322887"/>
          </a:xfrm>
        </p:spPr>
        <p:txBody>
          <a:bodyPr>
            <a:normAutofit/>
          </a:bodyPr>
          <a:lstStyle/>
          <a:p>
            <a:r>
              <a:rPr lang="es-ES" dirty="0">
                <a:ea typeface="+mj-lt"/>
                <a:cs typeface="+mj-lt"/>
              </a:rPr>
              <a:t>Relación con 12 </a:t>
            </a:r>
            <a:r>
              <a:rPr lang="es-ES" dirty="0" err="1">
                <a:ea typeface="+mj-lt"/>
                <a:cs typeface="+mj-lt"/>
              </a:rPr>
              <a:t>Factors</a:t>
            </a:r>
            <a:endParaRPr lang="es-ES" dirty="0" err="1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E7454F-EE4E-FE68-11CD-8642D026D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5" y="2194102"/>
            <a:ext cx="6516216" cy="390858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/>
              <a:buChar char="•"/>
            </a:pPr>
            <a:r>
              <a:rPr lang="es-ES" sz="3200" dirty="0" err="1">
                <a:ea typeface="+mn-lt"/>
                <a:cs typeface="+mn-lt"/>
              </a:rPr>
              <a:t>Processes</a:t>
            </a:r>
            <a:r>
              <a:rPr lang="es-ES" sz="3200" dirty="0">
                <a:ea typeface="+mn-lt"/>
                <a:cs typeface="+mn-lt"/>
              </a:rPr>
              <a:t> → contenedores </a:t>
            </a:r>
            <a:endParaRPr lang="es-ES" sz="3200" dirty="0"/>
          </a:p>
          <a:p>
            <a:pPr>
              <a:buFont typeface="Arial"/>
              <a:buChar char="•"/>
            </a:pPr>
            <a:r>
              <a:rPr lang="es-ES" sz="3200" dirty="0">
                <a:ea typeface="+mn-lt"/>
                <a:cs typeface="+mn-lt"/>
              </a:rPr>
              <a:t>Dev/</a:t>
            </a:r>
            <a:r>
              <a:rPr lang="es-ES" sz="3200" dirty="0" err="1">
                <a:ea typeface="+mn-lt"/>
                <a:cs typeface="+mn-lt"/>
              </a:rPr>
              <a:t>Prod</a:t>
            </a:r>
            <a:r>
              <a:rPr lang="es-ES" sz="3200" dirty="0">
                <a:ea typeface="+mn-lt"/>
                <a:cs typeface="+mn-lt"/>
              </a:rPr>
              <a:t> </a:t>
            </a:r>
            <a:r>
              <a:rPr lang="es-ES" sz="3200" dirty="0" err="1">
                <a:ea typeface="+mn-lt"/>
                <a:cs typeface="+mn-lt"/>
              </a:rPr>
              <a:t>parity</a:t>
            </a:r>
            <a:r>
              <a:rPr lang="es-ES" sz="3200" dirty="0">
                <a:ea typeface="+mn-lt"/>
                <a:cs typeface="+mn-lt"/>
              </a:rPr>
              <a:t> → mismo entorno </a:t>
            </a:r>
            <a:endParaRPr lang="es-ES" sz="3200" dirty="0"/>
          </a:p>
          <a:p>
            <a:pPr>
              <a:buFont typeface="Arial"/>
              <a:buChar char="•"/>
            </a:pPr>
            <a:r>
              <a:rPr lang="es-ES" sz="3200" dirty="0" err="1">
                <a:ea typeface="+mn-lt"/>
                <a:cs typeface="+mn-lt"/>
              </a:rPr>
              <a:t>Disposability</a:t>
            </a:r>
            <a:r>
              <a:rPr lang="es-ES" sz="3200" dirty="0">
                <a:ea typeface="+mn-lt"/>
                <a:cs typeface="+mn-lt"/>
              </a:rPr>
              <a:t> → levantar rápido </a:t>
            </a:r>
            <a:endParaRPr lang="es-ES" sz="3200" dirty="0"/>
          </a:p>
          <a:p>
            <a:pPr marL="0" indent="0">
              <a:buNone/>
            </a:pPr>
            <a:endParaRPr lang="es-ES" sz="3200"/>
          </a:p>
        </p:txBody>
      </p:sp>
    </p:spTree>
    <p:extLst>
      <p:ext uri="{BB962C8B-B14F-4D97-AF65-F5344CB8AC3E}">
        <p14:creationId xmlns:p14="http://schemas.microsoft.com/office/powerpoint/2010/main" val="1386445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76A1B86-DC99-46B9-B5AA-A7E928EA9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304FFE-74E9-4316-B822-F35A685E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F6774E-1DE6-77E4-B078-A77D63B0E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550" y="1562669"/>
            <a:ext cx="5636113" cy="24565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Riesgos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 malas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prácticas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7CB997-5BF9-12AD-6939-7289F55D6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9309" y="4298722"/>
            <a:ext cx="4678086" cy="11488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Contenedores gigantes</a:t>
            </a:r>
            <a:b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Hardcodear config</a:t>
            </a:r>
            <a:b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No usar variables de entorno</a:t>
            </a:r>
          </a:p>
        </p:txBody>
      </p:sp>
      <p:pic>
        <p:nvPicPr>
          <p:cNvPr id="5" name="Picture 4" descr="Contenedores apilados y un semirremolque en un puerto marítimo">
            <a:extLst>
              <a:ext uri="{FF2B5EF4-FFF2-40B4-BE49-F238E27FC236}">
                <a16:creationId xmlns:a16="http://schemas.microsoft.com/office/drawing/2014/main" id="{ECFDFF5A-51D0-3BA2-3C50-C11D0DB290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46" r="23117" b="4"/>
          <a:stretch>
            <a:fillRect/>
          </a:stretch>
        </p:blipFill>
        <p:spPr>
          <a:xfrm>
            <a:off x="-7266" y="10"/>
            <a:ext cx="3569616" cy="6857990"/>
          </a:xfrm>
          <a:custGeom>
            <a:avLst/>
            <a:gdLst/>
            <a:ahLst/>
            <a:cxnLst/>
            <a:rect l="l" t="t" r="r" b="b"/>
            <a:pathLst>
              <a:path w="3569616" h="6858000">
                <a:moveTo>
                  <a:pt x="0" y="0"/>
                </a:moveTo>
                <a:lnTo>
                  <a:pt x="3119345" y="0"/>
                </a:lnTo>
                <a:lnTo>
                  <a:pt x="3123529" y="17226"/>
                </a:lnTo>
                <a:cubicBezTo>
                  <a:pt x="3124924" y="23927"/>
                  <a:pt x="3126075" y="29690"/>
                  <a:pt x="3127926" y="35733"/>
                </a:cubicBezTo>
                <a:cubicBezTo>
                  <a:pt x="3135983" y="55162"/>
                  <a:pt x="3152761" y="75163"/>
                  <a:pt x="3158476" y="86830"/>
                </a:cubicBezTo>
                <a:lnTo>
                  <a:pt x="3162217" y="105744"/>
                </a:lnTo>
                <a:lnTo>
                  <a:pt x="3166997" y="104727"/>
                </a:lnTo>
                <a:lnTo>
                  <a:pt x="3167793" y="111793"/>
                </a:lnTo>
                <a:lnTo>
                  <a:pt x="3168896" y="127609"/>
                </a:lnTo>
                <a:cubicBezTo>
                  <a:pt x="3170241" y="137435"/>
                  <a:pt x="3170795" y="164972"/>
                  <a:pt x="3173185" y="174906"/>
                </a:cubicBezTo>
                <a:cubicBezTo>
                  <a:pt x="3178510" y="177461"/>
                  <a:pt x="3181593" y="181749"/>
                  <a:pt x="3183238" y="187215"/>
                </a:cubicBezTo>
                <a:lnTo>
                  <a:pt x="3184145" y="199435"/>
                </a:lnTo>
                <a:lnTo>
                  <a:pt x="3200957" y="269529"/>
                </a:lnTo>
                <a:lnTo>
                  <a:pt x="3202491" y="279219"/>
                </a:lnTo>
                <a:lnTo>
                  <a:pt x="3206975" y="284221"/>
                </a:lnTo>
                <a:cubicBezTo>
                  <a:pt x="3208056" y="288198"/>
                  <a:pt x="3208241" y="299815"/>
                  <a:pt x="3208979" y="303078"/>
                </a:cubicBezTo>
                <a:cubicBezTo>
                  <a:pt x="3209786" y="303316"/>
                  <a:pt x="3210593" y="303555"/>
                  <a:pt x="3211400" y="303794"/>
                </a:cubicBezTo>
                <a:cubicBezTo>
                  <a:pt x="3215834" y="314048"/>
                  <a:pt x="3230882" y="352723"/>
                  <a:pt x="3235583" y="364595"/>
                </a:cubicBezTo>
                <a:cubicBezTo>
                  <a:pt x="3232098" y="367263"/>
                  <a:pt x="3238178" y="372307"/>
                  <a:pt x="3239601" y="375020"/>
                </a:cubicBezTo>
                <a:cubicBezTo>
                  <a:pt x="3237179" y="375617"/>
                  <a:pt x="3236854" y="382439"/>
                  <a:pt x="3239157" y="384290"/>
                </a:cubicBezTo>
                <a:cubicBezTo>
                  <a:pt x="3254070" y="431093"/>
                  <a:pt x="3227895" y="408920"/>
                  <a:pt x="3245230" y="435044"/>
                </a:cubicBezTo>
                <a:cubicBezTo>
                  <a:pt x="3246565" y="439781"/>
                  <a:pt x="3245820" y="443743"/>
                  <a:pt x="3244204" y="447282"/>
                </a:cubicBezTo>
                <a:lnTo>
                  <a:pt x="3240762" y="452630"/>
                </a:lnTo>
                <a:lnTo>
                  <a:pt x="3249093" y="471880"/>
                </a:lnTo>
                <a:cubicBezTo>
                  <a:pt x="3252174" y="481431"/>
                  <a:pt x="3254453" y="491548"/>
                  <a:pt x="3255857" y="501992"/>
                </a:cubicBezTo>
                <a:cubicBezTo>
                  <a:pt x="3250999" y="504682"/>
                  <a:pt x="3258622" y="512442"/>
                  <a:pt x="3260271" y="516223"/>
                </a:cubicBezTo>
                <a:cubicBezTo>
                  <a:pt x="3257006" y="516482"/>
                  <a:pt x="3255973" y="525173"/>
                  <a:pt x="3258865" y="528038"/>
                </a:cubicBezTo>
                <a:cubicBezTo>
                  <a:pt x="3274535" y="591283"/>
                  <a:pt x="3241762" y="557303"/>
                  <a:pt x="3262462" y="594499"/>
                </a:cubicBezTo>
                <a:cubicBezTo>
                  <a:pt x="3263816" y="600863"/>
                  <a:pt x="3262479" y="605795"/>
                  <a:pt x="3260024" y="610000"/>
                </a:cubicBezTo>
                <a:lnTo>
                  <a:pt x="3253721" y="617692"/>
                </a:lnTo>
                <a:lnTo>
                  <a:pt x="3256482" y="623204"/>
                </a:lnTo>
                <a:cubicBezTo>
                  <a:pt x="3258005" y="644600"/>
                  <a:pt x="3251476" y="651376"/>
                  <a:pt x="3259225" y="663365"/>
                </a:cubicBezTo>
                <a:cubicBezTo>
                  <a:pt x="3245876" y="682744"/>
                  <a:pt x="3258539" y="675670"/>
                  <a:pt x="3261631" y="689522"/>
                </a:cubicBezTo>
                <a:cubicBezTo>
                  <a:pt x="3265207" y="700373"/>
                  <a:pt x="3269507" y="679723"/>
                  <a:pt x="3271002" y="690492"/>
                </a:cubicBezTo>
                <a:cubicBezTo>
                  <a:pt x="3267989" y="702455"/>
                  <a:pt x="3279578" y="701125"/>
                  <a:pt x="3275760" y="713609"/>
                </a:cubicBezTo>
                <a:cubicBezTo>
                  <a:pt x="3266819" y="711239"/>
                  <a:pt x="3278954" y="737528"/>
                  <a:pt x="3271356" y="738880"/>
                </a:cubicBezTo>
                <a:cubicBezTo>
                  <a:pt x="3282938" y="748490"/>
                  <a:pt x="3269788" y="754591"/>
                  <a:pt x="3274016" y="768139"/>
                </a:cubicBezTo>
                <a:cubicBezTo>
                  <a:pt x="3278559" y="774347"/>
                  <a:pt x="3279560" y="778980"/>
                  <a:pt x="3275507" y="785654"/>
                </a:cubicBezTo>
                <a:cubicBezTo>
                  <a:pt x="3297514" y="814181"/>
                  <a:pt x="3277534" y="803670"/>
                  <a:pt x="3287024" y="831111"/>
                </a:cubicBezTo>
                <a:cubicBezTo>
                  <a:pt x="3296672" y="854655"/>
                  <a:pt x="3303659" y="881610"/>
                  <a:pt x="3324562" y="903604"/>
                </a:cubicBezTo>
                <a:cubicBezTo>
                  <a:pt x="3330338" y="907511"/>
                  <a:pt x="3333079" y="917872"/>
                  <a:pt x="3330682" y="926744"/>
                </a:cubicBezTo>
                <a:cubicBezTo>
                  <a:pt x="3330269" y="928269"/>
                  <a:pt x="3329716" y="929694"/>
                  <a:pt x="3329041" y="930971"/>
                </a:cubicBezTo>
                <a:cubicBezTo>
                  <a:pt x="3333270" y="950914"/>
                  <a:pt x="3351150" y="1023696"/>
                  <a:pt x="3356062" y="1046405"/>
                </a:cubicBezTo>
                <a:cubicBezTo>
                  <a:pt x="3349099" y="1048737"/>
                  <a:pt x="3362597" y="1059482"/>
                  <a:pt x="3358521" y="1067217"/>
                </a:cubicBezTo>
                <a:cubicBezTo>
                  <a:pt x="3354869" y="1072807"/>
                  <a:pt x="3358113" y="1077371"/>
                  <a:pt x="3358773" y="1082909"/>
                </a:cubicBezTo>
                <a:cubicBezTo>
                  <a:pt x="3356098" y="1090444"/>
                  <a:pt x="3363241" y="1113953"/>
                  <a:pt x="3367682" y="1119909"/>
                </a:cubicBezTo>
                <a:cubicBezTo>
                  <a:pt x="3382703" y="1133847"/>
                  <a:pt x="3374343" y="1168367"/>
                  <a:pt x="3385911" y="1180009"/>
                </a:cubicBezTo>
                <a:cubicBezTo>
                  <a:pt x="3387774" y="1184389"/>
                  <a:pt x="3388688" y="1188737"/>
                  <a:pt x="3389010" y="1193041"/>
                </a:cubicBezTo>
                <a:lnTo>
                  <a:pt x="3388572" y="1205179"/>
                </a:lnTo>
                <a:lnTo>
                  <a:pt x="3385768" y="1208811"/>
                </a:lnTo>
                <a:lnTo>
                  <a:pt x="3386975" y="1216129"/>
                </a:lnTo>
                <a:lnTo>
                  <a:pt x="3386647" y="1218271"/>
                </a:lnTo>
                <a:cubicBezTo>
                  <a:pt x="3386007" y="1222365"/>
                  <a:pt x="3385480" y="1226399"/>
                  <a:pt x="3385420" y="1230360"/>
                </a:cubicBezTo>
                <a:cubicBezTo>
                  <a:pt x="3400233" y="1224163"/>
                  <a:pt x="3387342" y="1263034"/>
                  <a:pt x="3398902" y="1251303"/>
                </a:cubicBezTo>
                <a:cubicBezTo>
                  <a:pt x="3401143" y="1271991"/>
                  <a:pt x="3411558" y="1255397"/>
                  <a:pt x="3402244" y="1281071"/>
                </a:cubicBezTo>
                <a:cubicBezTo>
                  <a:pt x="3416627" y="1312459"/>
                  <a:pt x="3415183" y="1363554"/>
                  <a:pt x="3435533" y="1387530"/>
                </a:cubicBezTo>
                <a:cubicBezTo>
                  <a:pt x="3428168" y="1384876"/>
                  <a:pt x="3423452" y="1398828"/>
                  <a:pt x="3427595" y="1407995"/>
                </a:cubicBezTo>
                <a:cubicBezTo>
                  <a:pt x="3398778" y="1398886"/>
                  <a:pt x="3455260" y="1443485"/>
                  <a:pt x="3436580" y="1453051"/>
                </a:cubicBezTo>
                <a:cubicBezTo>
                  <a:pt x="3454427" y="1452263"/>
                  <a:pt x="3487273" y="1492392"/>
                  <a:pt x="3473886" y="1513215"/>
                </a:cubicBezTo>
                <a:cubicBezTo>
                  <a:pt x="3479337" y="1543203"/>
                  <a:pt x="3495403" y="1563620"/>
                  <a:pt x="3491486" y="1595707"/>
                </a:cubicBezTo>
                <a:cubicBezTo>
                  <a:pt x="3493932" y="1596530"/>
                  <a:pt x="3496028" y="1598008"/>
                  <a:pt x="3497869" y="1599939"/>
                </a:cubicBezTo>
                <a:lnTo>
                  <a:pt x="3502453" y="1606503"/>
                </a:lnTo>
                <a:lnTo>
                  <a:pt x="3502232" y="1607846"/>
                </a:lnTo>
                <a:cubicBezTo>
                  <a:pt x="3502503" y="1613048"/>
                  <a:pt x="3503673" y="1615641"/>
                  <a:pt x="3505239" y="1617081"/>
                </a:cubicBezTo>
                <a:cubicBezTo>
                  <a:pt x="3505979" y="1617395"/>
                  <a:pt x="3506719" y="1617710"/>
                  <a:pt x="3507459" y="1618024"/>
                </a:cubicBezTo>
                <a:lnTo>
                  <a:pt x="3510011" y="1624022"/>
                </a:lnTo>
                <a:lnTo>
                  <a:pt x="3516358" y="1634929"/>
                </a:lnTo>
                <a:lnTo>
                  <a:pt x="3516308" y="1637821"/>
                </a:lnTo>
                <a:lnTo>
                  <a:pt x="3523955" y="1655598"/>
                </a:lnTo>
                <a:lnTo>
                  <a:pt x="3523473" y="1656247"/>
                </a:lnTo>
                <a:cubicBezTo>
                  <a:pt x="3522567" y="1658107"/>
                  <a:pt x="3522227" y="1660249"/>
                  <a:pt x="3523061" y="1663024"/>
                </a:cubicBezTo>
                <a:cubicBezTo>
                  <a:pt x="3513175" y="1664689"/>
                  <a:pt x="3520280" y="1667013"/>
                  <a:pt x="3523616" y="1675054"/>
                </a:cubicBezTo>
                <a:cubicBezTo>
                  <a:pt x="3509006" y="1679436"/>
                  <a:pt x="3523682" y="1698702"/>
                  <a:pt x="3517630" y="1707801"/>
                </a:cubicBezTo>
                <a:cubicBezTo>
                  <a:pt x="3520410" y="1713612"/>
                  <a:pt x="3523083" y="1719836"/>
                  <a:pt x="3525537" y="1726380"/>
                </a:cubicBezTo>
                <a:lnTo>
                  <a:pt x="3529903" y="1779986"/>
                </a:lnTo>
                <a:lnTo>
                  <a:pt x="3521468" y="1836998"/>
                </a:lnTo>
                <a:cubicBezTo>
                  <a:pt x="3522502" y="1857808"/>
                  <a:pt x="3519191" y="1876110"/>
                  <a:pt x="3523412" y="1893497"/>
                </a:cubicBezTo>
                <a:cubicBezTo>
                  <a:pt x="3520411" y="1900876"/>
                  <a:pt x="3519436" y="1907708"/>
                  <a:pt x="3525004" y="1913894"/>
                </a:cubicBezTo>
                <a:cubicBezTo>
                  <a:pt x="3524490" y="1933413"/>
                  <a:pt x="3517414" y="1938604"/>
                  <a:pt x="3523928" y="1950514"/>
                </a:cubicBezTo>
                <a:cubicBezTo>
                  <a:pt x="3512685" y="1962215"/>
                  <a:pt x="3517275" y="1962555"/>
                  <a:pt x="3521008" y="1967449"/>
                </a:cubicBezTo>
                <a:lnTo>
                  <a:pt x="3521297" y="1968163"/>
                </a:lnTo>
                <a:lnTo>
                  <a:pt x="3519686" y="1969768"/>
                </a:lnTo>
                <a:lnTo>
                  <a:pt x="3519089" y="1972904"/>
                </a:lnTo>
                <a:lnTo>
                  <a:pt x="3520122" y="1981289"/>
                </a:lnTo>
                <a:lnTo>
                  <a:pt x="3520948" y="1984413"/>
                </a:lnTo>
                <a:cubicBezTo>
                  <a:pt x="3521356" y="1986575"/>
                  <a:pt x="3521416" y="1988026"/>
                  <a:pt x="3521226" y="1989046"/>
                </a:cubicBezTo>
                <a:lnTo>
                  <a:pt x="3521092" y="1989171"/>
                </a:lnTo>
                <a:lnTo>
                  <a:pt x="3521624" y="1993492"/>
                </a:lnTo>
                <a:cubicBezTo>
                  <a:pt x="3522844" y="2000762"/>
                  <a:pt x="3524332" y="2007819"/>
                  <a:pt x="3525996" y="2014518"/>
                </a:cubicBezTo>
                <a:cubicBezTo>
                  <a:pt x="3518529" y="2020777"/>
                  <a:pt x="3529333" y="2045218"/>
                  <a:pt x="3514412" y="2043465"/>
                </a:cubicBezTo>
                <a:cubicBezTo>
                  <a:pt x="3516219" y="2052531"/>
                  <a:pt x="3522688" y="2057653"/>
                  <a:pt x="3512822" y="2055222"/>
                </a:cubicBezTo>
                <a:cubicBezTo>
                  <a:pt x="3513140" y="2058224"/>
                  <a:pt x="3512432" y="2060136"/>
                  <a:pt x="3511227" y="2061550"/>
                </a:cubicBezTo>
                <a:lnTo>
                  <a:pt x="3510645" y="2061975"/>
                </a:lnTo>
                <a:lnTo>
                  <a:pt x="3514907" y="2082129"/>
                </a:lnTo>
                <a:lnTo>
                  <a:pt x="3514347" y="2084880"/>
                </a:lnTo>
                <a:lnTo>
                  <a:pt x="3518565" y="2097919"/>
                </a:lnTo>
                <a:lnTo>
                  <a:pt x="3519976" y="2104707"/>
                </a:lnTo>
                <a:lnTo>
                  <a:pt x="3521958" y="2106519"/>
                </a:lnTo>
                <a:cubicBezTo>
                  <a:pt x="3523219" y="2108534"/>
                  <a:pt x="3523895" y="2111498"/>
                  <a:pt x="3523237" y="2116590"/>
                </a:cubicBezTo>
                <a:lnTo>
                  <a:pt x="3522786" y="2117790"/>
                </a:lnTo>
                <a:lnTo>
                  <a:pt x="3526064" y="2125947"/>
                </a:lnTo>
                <a:cubicBezTo>
                  <a:pt x="3527505" y="2128548"/>
                  <a:pt x="3529274" y="2130818"/>
                  <a:pt x="3531495" y="2132603"/>
                </a:cubicBezTo>
                <a:cubicBezTo>
                  <a:pt x="3522034" y="2161762"/>
                  <a:pt x="3533978" y="2187874"/>
                  <a:pt x="3533955" y="2218836"/>
                </a:cubicBezTo>
                <a:cubicBezTo>
                  <a:pt x="3517312" y="2233337"/>
                  <a:pt x="3542024" y="2285180"/>
                  <a:pt x="3559442" y="2291697"/>
                </a:cubicBezTo>
                <a:cubicBezTo>
                  <a:pt x="3544608" y="2292866"/>
                  <a:pt x="3567228" y="2330146"/>
                  <a:pt x="3568373" y="2340076"/>
                </a:cubicBezTo>
                <a:cubicBezTo>
                  <a:pt x="3568755" y="2343387"/>
                  <a:pt x="3566751" y="2343658"/>
                  <a:pt x="3560178" y="2338540"/>
                </a:cubicBezTo>
                <a:cubicBezTo>
                  <a:pt x="3562571" y="2349015"/>
                  <a:pt x="3555536" y="2360463"/>
                  <a:pt x="3548875" y="2354921"/>
                </a:cubicBezTo>
                <a:cubicBezTo>
                  <a:pt x="3564342" y="2386191"/>
                  <a:pt x="3553912" y="2434573"/>
                  <a:pt x="3562290" y="2470516"/>
                </a:cubicBezTo>
                <a:cubicBezTo>
                  <a:pt x="3548732" y="2491328"/>
                  <a:pt x="3561750" y="2479665"/>
                  <a:pt x="3560263" y="2500409"/>
                </a:cubicBezTo>
                <a:cubicBezTo>
                  <a:pt x="3573531" y="2493872"/>
                  <a:pt x="3554177" y="2525877"/>
                  <a:pt x="3569616" y="2525972"/>
                </a:cubicBezTo>
                <a:cubicBezTo>
                  <a:pt x="3568857" y="2529744"/>
                  <a:pt x="3567635" y="2533395"/>
                  <a:pt x="3566291" y="2537057"/>
                </a:cubicBezTo>
                <a:lnTo>
                  <a:pt x="3565595" y="2538979"/>
                </a:lnTo>
                <a:lnTo>
                  <a:pt x="3565471" y="2546483"/>
                </a:lnTo>
                <a:lnTo>
                  <a:pt x="3562111" y="2548822"/>
                </a:lnTo>
                <a:lnTo>
                  <a:pt x="3559542" y="2560277"/>
                </a:lnTo>
                <a:cubicBezTo>
                  <a:pt x="3559093" y="2564534"/>
                  <a:pt x="3559212" y="2569074"/>
                  <a:pt x="3560240" y="2574030"/>
                </a:cubicBezTo>
                <a:cubicBezTo>
                  <a:pt x="3567097" y="2585933"/>
                  <a:pt x="3560828" y="2605604"/>
                  <a:pt x="3562359" y="2622912"/>
                </a:cubicBezTo>
                <a:lnTo>
                  <a:pt x="3564740" y="2630748"/>
                </a:lnTo>
                <a:lnTo>
                  <a:pt x="3563214" y="2656947"/>
                </a:lnTo>
                <a:cubicBezTo>
                  <a:pt x="3563065" y="2664385"/>
                  <a:pt x="3563222" y="2672085"/>
                  <a:pt x="3563949" y="2680153"/>
                </a:cubicBezTo>
                <a:lnTo>
                  <a:pt x="3566383" y="2695058"/>
                </a:lnTo>
                <a:lnTo>
                  <a:pt x="3565385" y="2699075"/>
                </a:lnTo>
                <a:cubicBezTo>
                  <a:pt x="3565951" y="2705917"/>
                  <a:pt x="3570892" y="2714690"/>
                  <a:pt x="3565525" y="2714239"/>
                </a:cubicBezTo>
                <a:lnTo>
                  <a:pt x="3567847" y="2721812"/>
                </a:lnTo>
                <a:lnTo>
                  <a:pt x="3564077" y="2729693"/>
                </a:lnTo>
                <a:cubicBezTo>
                  <a:pt x="3563144" y="2730592"/>
                  <a:pt x="3562134" y="2731288"/>
                  <a:pt x="3561085" y="2731758"/>
                </a:cubicBezTo>
                <a:lnTo>
                  <a:pt x="3563149" y="2742418"/>
                </a:lnTo>
                <a:lnTo>
                  <a:pt x="3560661" y="2751437"/>
                </a:lnTo>
                <a:lnTo>
                  <a:pt x="3563126" y="2758989"/>
                </a:lnTo>
                <a:lnTo>
                  <a:pt x="3562876" y="2762207"/>
                </a:lnTo>
                <a:lnTo>
                  <a:pt x="3561866" y="2770236"/>
                </a:lnTo>
                <a:cubicBezTo>
                  <a:pt x="3561066" y="2774372"/>
                  <a:pt x="3560080" y="2779005"/>
                  <a:pt x="3559378" y="2784138"/>
                </a:cubicBezTo>
                <a:lnTo>
                  <a:pt x="3559178" y="2788436"/>
                </a:lnTo>
                <a:lnTo>
                  <a:pt x="3554648" y="2798068"/>
                </a:lnTo>
                <a:cubicBezTo>
                  <a:pt x="3551209" y="2805087"/>
                  <a:pt x="3548936" y="2810580"/>
                  <a:pt x="3551400" y="2816345"/>
                </a:cubicBezTo>
                <a:cubicBezTo>
                  <a:pt x="3547036" y="2826742"/>
                  <a:pt x="3533490" y="2834711"/>
                  <a:pt x="3538128" y="2849028"/>
                </a:cubicBezTo>
                <a:cubicBezTo>
                  <a:pt x="3531517" y="2845031"/>
                  <a:pt x="3538369" y="2865256"/>
                  <a:pt x="3532013" y="2868126"/>
                </a:cubicBezTo>
                <a:cubicBezTo>
                  <a:pt x="3526842" y="2869601"/>
                  <a:pt x="3527715" y="2876080"/>
                  <a:pt x="3526094" y="2881167"/>
                </a:cubicBezTo>
                <a:cubicBezTo>
                  <a:pt x="3520961" y="2885059"/>
                  <a:pt x="3517628" y="2910333"/>
                  <a:pt x="3518939" y="2918966"/>
                </a:cubicBezTo>
                <a:cubicBezTo>
                  <a:pt x="3525789" y="2943088"/>
                  <a:pt x="3505468" y="2964225"/>
                  <a:pt x="3510391" y="2983548"/>
                </a:cubicBezTo>
                <a:cubicBezTo>
                  <a:pt x="3510204" y="2988707"/>
                  <a:pt x="3509257" y="2993036"/>
                  <a:pt x="3507840" y="2996827"/>
                </a:cubicBezTo>
                <a:lnTo>
                  <a:pt x="3502741" y="3006379"/>
                </a:lnTo>
                <a:lnTo>
                  <a:pt x="3499028" y="3006971"/>
                </a:lnTo>
                <a:lnTo>
                  <a:pt x="3497157" y="3013976"/>
                </a:lnTo>
                <a:lnTo>
                  <a:pt x="3496053" y="3015450"/>
                </a:lnTo>
                <a:cubicBezTo>
                  <a:pt x="3493931" y="3018255"/>
                  <a:pt x="3491925" y="3021106"/>
                  <a:pt x="3490329" y="3024292"/>
                </a:cubicBezTo>
                <a:cubicBezTo>
                  <a:pt x="3504872" y="3031782"/>
                  <a:pt x="3479143" y="3052632"/>
                  <a:pt x="3493186" y="3052840"/>
                </a:cubicBezTo>
                <a:cubicBezTo>
                  <a:pt x="3486942" y="3071654"/>
                  <a:pt x="3501947" y="3066916"/>
                  <a:pt x="3484298" y="3080007"/>
                </a:cubicBezTo>
                <a:cubicBezTo>
                  <a:pt x="3483814" y="3117860"/>
                  <a:pt x="3462683" y="3158406"/>
                  <a:pt x="3469977" y="3195253"/>
                </a:cubicBezTo>
                <a:cubicBezTo>
                  <a:pt x="3464984" y="3186842"/>
                  <a:pt x="3455676" y="3194249"/>
                  <a:pt x="3455490" y="3205255"/>
                </a:cubicBezTo>
                <a:cubicBezTo>
                  <a:pt x="3435461" y="3173385"/>
                  <a:pt x="3464274" y="3257718"/>
                  <a:pt x="3445250" y="3249703"/>
                </a:cubicBezTo>
                <a:cubicBezTo>
                  <a:pt x="3460163" y="3264187"/>
                  <a:pt x="3471377" y="3324835"/>
                  <a:pt x="3452291" y="3330508"/>
                </a:cubicBezTo>
                <a:cubicBezTo>
                  <a:pt x="3445043" y="3359645"/>
                  <a:pt x="3450218" y="3389952"/>
                  <a:pt x="3434486" y="3412864"/>
                </a:cubicBezTo>
                <a:cubicBezTo>
                  <a:pt x="3436166" y="3415609"/>
                  <a:pt x="3437306" y="3418595"/>
                  <a:pt x="3438058" y="3421734"/>
                </a:cubicBezTo>
                <a:lnTo>
                  <a:pt x="3439245" y="3430986"/>
                </a:lnTo>
                <a:lnTo>
                  <a:pt x="3438541" y="3431897"/>
                </a:lnTo>
                <a:cubicBezTo>
                  <a:pt x="3436732" y="3436375"/>
                  <a:pt x="3436677" y="3439488"/>
                  <a:pt x="3437396" y="3441992"/>
                </a:cubicBezTo>
                <a:lnTo>
                  <a:pt x="3438843" y="3444647"/>
                </a:lnTo>
                <a:lnTo>
                  <a:pt x="3438591" y="3451712"/>
                </a:lnTo>
                <a:lnTo>
                  <a:pt x="3439527" y="3466008"/>
                </a:lnTo>
                <a:lnTo>
                  <a:pt x="3438357" y="3468331"/>
                </a:lnTo>
                <a:lnTo>
                  <a:pt x="3437674" y="3489343"/>
                </a:lnTo>
                <a:cubicBezTo>
                  <a:pt x="3437459" y="3489383"/>
                  <a:pt x="3437241" y="3489424"/>
                  <a:pt x="3437026" y="3489465"/>
                </a:cubicBezTo>
                <a:cubicBezTo>
                  <a:pt x="3435558" y="3490219"/>
                  <a:pt x="3434444" y="3491679"/>
                  <a:pt x="3434044" y="3494659"/>
                </a:cubicBezTo>
                <a:cubicBezTo>
                  <a:pt x="3425302" y="3487640"/>
                  <a:pt x="3430211" y="3495561"/>
                  <a:pt x="3429800" y="3504965"/>
                </a:cubicBezTo>
                <a:cubicBezTo>
                  <a:pt x="3416132" y="3496161"/>
                  <a:pt x="3420620" y="3524348"/>
                  <a:pt x="3412115" y="3526661"/>
                </a:cubicBezTo>
                <a:cubicBezTo>
                  <a:pt x="3412121" y="3533765"/>
                  <a:pt x="3411879" y="3541120"/>
                  <a:pt x="3411331" y="3548549"/>
                </a:cubicBezTo>
                <a:lnTo>
                  <a:pt x="3410824" y="3552872"/>
                </a:lnTo>
                <a:cubicBezTo>
                  <a:pt x="3410773" y="3552889"/>
                  <a:pt x="3410721" y="3552908"/>
                  <a:pt x="3410671" y="3552926"/>
                </a:cubicBezTo>
                <a:cubicBezTo>
                  <a:pt x="3410254" y="3553793"/>
                  <a:pt x="3409971" y="3555188"/>
                  <a:pt x="3409849" y="3557419"/>
                </a:cubicBezTo>
                <a:lnTo>
                  <a:pt x="3409902" y="3560756"/>
                </a:lnTo>
                <a:lnTo>
                  <a:pt x="3408918" y="3569144"/>
                </a:lnTo>
                <a:lnTo>
                  <a:pt x="3407623" y="3571810"/>
                </a:lnTo>
                <a:lnTo>
                  <a:pt x="3405729" y="3572549"/>
                </a:lnTo>
                <a:lnTo>
                  <a:pt x="3405835" y="3573359"/>
                </a:lnTo>
                <a:cubicBezTo>
                  <a:pt x="3408214" y="3579757"/>
                  <a:pt x="3412465" y="3582275"/>
                  <a:pt x="3399129" y="3587902"/>
                </a:cubicBezTo>
                <a:cubicBezTo>
                  <a:pt x="3402495" y="3602236"/>
                  <a:pt x="3394605" y="3603730"/>
                  <a:pt x="3389566" y="3621859"/>
                </a:cubicBezTo>
                <a:cubicBezTo>
                  <a:pt x="3393374" y="3630350"/>
                  <a:pt x="3390863" y="3636316"/>
                  <a:pt x="3386307" y="3641820"/>
                </a:cubicBezTo>
                <a:cubicBezTo>
                  <a:pt x="3386232" y="3660214"/>
                  <a:pt x="3378837" y="3675854"/>
                  <a:pt x="3374956" y="3695940"/>
                </a:cubicBezTo>
                <a:cubicBezTo>
                  <a:pt x="3378387" y="3718839"/>
                  <a:pt x="3365817" y="3728358"/>
                  <a:pt x="3361718" y="3749831"/>
                </a:cubicBezTo>
                <a:cubicBezTo>
                  <a:pt x="3370064" y="3770267"/>
                  <a:pt x="3350403" y="3763879"/>
                  <a:pt x="3344768" y="3774338"/>
                </a:cubicBezTo>
                <a:lnTo>
                  <a:pt x="3343985" y="3777418"/>
                </a:lnTo>
                <a:lnTo>
                  <a:pt x="3344520" y="3785849"/>
                </a:lnTo>
                <a:lnTo>
                  <a:pt x="3345162" y="3789023"/>
                </a:lnTo>
                <a:cubicBezTo>
                  <a:pt x="3345441" y="3791209"/>
                  <a:pt x="3345415" y="3792659"/>
                  <a:pt x="3345164" y="3793659"/>
                </a:cubicBezTo>
                <a:lnTo>
                  <a:pt x="3345024" y="3793774"/>
                </a:lnTo>
                <a:lnTo>
                  <a:pt x="3345300" y="3798119"/>
                </a:lnTo>
                <a:cubicBezTo>
                  <a:pt x="3346087" y="3805456"/>
                  <a:pt x="3347157" y="3812596"/>
                  <a:pt x="3348424" y="3819398"/>
                </a:cubicBezTo>
                <a:cubicBezTo>
                  <a:pt x="3340590" y="3825065"/>
                  <a:pt x="3349940" y="3850234"/>
                  <a:pt x="3335133" y="3847354"/>
                </a:cubicBezTo>
                <a:cubicBezTo>
                  <a:pt x="3336403" y="3856524"/>
                  <a:pt x="3342565" y="3862118"/>
                  <a:pt x="3332848" y="3858945"/>
                </a:cubicBezTo>
                <a:cubicBezTo>
                  <a:pt x="3332988" y="3861961"/>
                  <a:pt x="3332168" y="3863811"/>
                  <a:pt x="3330878" y="3865128"/>
                </a:cubicBezTo>
                <a:lnTo>
                  <a:pt x="3330273" y="3865510"/>
                </a:lnTo>
                <a:lnTo>
                  <a:pt x="3333337" y="3885908"/>
                </a:lnTo>
                <a:lnTo>
                  <a:pt x="3332616" y="3888608"/>
                </a:lnTo>
                <a:lnTo>
                  <a:pt x="3336057" y="3901916"/>
                </a:lnTo>
                <a:lnTo>
                  <a:pt x="3337066" y="3908785"/>
                </a:lnTo>
                <a:lnTo>
                  <a:pt x="3338940" y="3910739"/>
                </a:lnTo>
                <a:cubicBezTo>
                  <a:pt x="3340082" y="3912843"/>
                  <a:pt x="3340580" y="3915849"/>
                  <a:pt x="3339621" y="3920873"/>
                </a:cubicBezTo>
                <a:lnTo>
                  <a:pt x="3339102" y="3922032"/>
                </a:lnTo>
                <a:lnTo>
                  <a:pt x="3341891" y="3930408"/>
                </a:lnTo>
                <a:cubicBezTo>
                  <a:pt x="3343178" y="3933107"/>
                  <a:pt x="3344812" y="3935503"/>
                  <a:pt x="3346927" y="3937451"/>
                </a:cubicBezTo>
                <a:cubicBezTo>
                  <a:pt x="3335745" y="3965779"/>
                  <a:pt x="3346136" y="3992699"/>
                  <a:pt x="3344279" y="4023542"/>
                </a:cubicBezTo>
                <a:cubicBezTo>
                  <a:pt x="3347024" y="4058096"/>
                  <a:pt x="3350783" y="4081986"/>
                  <a:pt x="3351926" y="4104769"/>
                </a:cubicBezTo>
                <a:cubicBezTo>
                  <a:pt x="3353695" y="4115384"/>
                  <a:pt x="3359144" y="4193344"/>
                  <a:pt x="3352816" y="4187317"/>
                </a:cubicBezTo>
                <a:cubicBezTo>
                  <a:pt x="3366419" y="4219638"/>
                  <a:pt x="3351446" y="4239971"/>
                  <a:pt x="3357691" y="4276413"/>
                </a:cubicBezTo>
                <a:cubicBezTo>
                  <a:pt x="3342910" y="4296116"/>
                  <a:pt x="3356610" y="4285488"/>
                  <a:pt x="3353895" y="4306037"/>
                </a:cubicBezTo>
                <a:cubicBezTo>
                  <a:pt x="3367541" y="4300534"/>
                  <a:pt x="3346306" y="4330948"/>
                  <a:pt x="3361728" y="4332215"/>
                </a:cubicBezTo>
                <a:cubicBezTo>
                  <a:pt x="3360746" y="4335915"/>
                  <a:pt x="3359307" y="4339458"/>
                  <a:pt x="3357748" y="4343006"/>
                </a:cubicBezTo>
                <a:lnTo>
                  <a:pt x="3356941" y="4344866"/>
                </a:lnTo>
                <a:lnTo>
                  <a:pt x="3356370" y="4352332"/>
                </a:lnTo>
                <a:lnTo>
                  <a:pt x="3352876" y="4354407"/>
                </a:lnTo>
                <a:lnTo>
                  <a:pt x="3352683" y="4444689"/>
                </a:lnTo>
                <a:cubicBezTo>
                  <a:pt x="3355485" y="4452425"/>
                  <a:pt x="3356736" y="4477980"/>
                  <a:pt x="3352455" y="4483791"/>
                </a:cubicBezTo>
                <a:cubicBezTo>
                  <a:pt x="3351784" y="4489320"/>
                  <a:pt x="3353780" y="4495171"/>
                  <a:pt x="3349030" y="4498683"/>
                </a:cubicBezTo>
                <a:cubicBezTo>
                  <a:pt x="3346858" y="4510741"/>
                  <a:pt x="3341860" y="4538358"/>
                  <a:pt x="3339427" y="4556140"/>
                </a:cubicBezTo>
                <a:cubicBezTo>
                  <a:pt x="3342836" y="4560659"/>
                  <a:pt x="3341611" y="4566842"/>
                  <a:pt x="3339521" y="4574959"/>
                </a:cubicBezTo>
                <a:lnTo>
                  <a:pt x="3338246" y="4582576"/>
                </a:lnTo>
                <a:lnTo>
                  <a:pt x="3348539" y="4605460"/>
                </a:lnTo>
                <a:lnTo>
                  <a:pt x="3345760" y="4678575"/>
                </a:lnTo>
                <a:lnTo>
                  <a:pt x="3356250" y="4713574"/>
                </a:lnTo>
                <a:cubicBezTo>
                  <a:pt x="3358600" y="4727943"/>
                  <a:pt x="3359577" y="4741820"/>
                  <a:pt x="3361380" y="4755215"/>
                </a:cubicBezTo>
                <a:cubicBezTo>
                  <a:pt x="3363928" y="4785596"/>
                  <a:pt x="3347531" y="4766123"/>
                  <a:pt x="3361636" y="4803525"/>
                </a:cubicBezTo>
                <a:cubicBezTo>
                  <a:pt x="3356254" y="4807867"/>
                  <a:pt x="3356117" y="4812705"/>
                  <a:pt x="3358957" y="4820729"/>
                </a:cubicBezTo>
                <a:cubicBezTo>
                  <a:pt x="3359783" y="4835507"/>
                  <a:pt x="3345952" y="4834947"/>
                  <a:pt x="3354635" y="4849546"/>
                </a:cubicBezTo>
                <a:cubicBezTo>
                  <a:pt x="3350894" y="4848362"/>
                  <a:pt x="3350351" y="4855411"/>
                  <a:pt x="3349759" y="4861941"/>
                </a:cubicBezTo>
                <a:lnTo>
                  <a:pt x="3347368" y="4866228"/>
                </a:lnTo>
                <a:lnTo>
                  <a:pt x="3358408" y="4889535"/>
                </a:lnTo>
                <a:cubicBezTo>
                  <a:pt x="3373705" y="4931282"/>
                  <a:pt x="3382233" y="4982216"/>
                  <a:pt x="3393319" y="5017998"/>
                </a:cubicBezTo>
                <a:cubicBezTo>
                  <a:pt x="3368256" y="5040241"/>
                  <a:pt x="3392200" y="5029364"/>
                  <a:pt x="3389184" y="5055049"/>
                </a:cubicBezTo>
                <a:cubicBezTo>
                  <a:pt x="3413510" y="5050695"/>
                  <a:pt x="3377700" y="5085342"/>
                  <a:pt x="3405892" y="5089973"/>
                </a:cubicBezTo>
                <a:cubicBezTo>
                  <a:pt x="3404451" y="5094499"/>
                  <a:pt x="3402165" y="5098741"/>
                  <a:pt x="3399662" y="5102960"/>
                </a:cubicBezTo>
                <a:lnTo>
                  <a:pt x="3398363" y="5105176"/>
                </a:lnTo>
                <a:lnTo>
                  <a:pt x="3398026" y="5114590"/>
                </a:lnTo>
                <a:lnTo>
                  <a:pt x="3391859" y="5116550"/>
                </a:lnTo>
                <a:lnTo>
                  <a:pt x="3386999" y="5130226"/>
                </a:lnTo>
                <a:cubicBezTo>
                  <a:pt x="3386119" y="5135455"/>
                  <a:pt x="3386267" y="5141205"/>
                  <a:pt x="3388073" y="5147747"/>
                </a:cubicBezTo>
                <a:cubicBezTo>
                  <a:pt x="3400425" y="5164741"/>
                  <a:pt x="3388688" y="5187675"/>
                  <a:pt x="3391234" y="5209919"/>
                </a:cubicBezTo>
                <a:lnTo>
                  <a:pt x="3395469" y="5220481"/>
                </a:lnTo>
                <a:lnTo>
                  <a:pt x="3392518" y="5250830"/>
                </a:lnTo>
                <a:lnTo>
                  <a:pt x="3393800" y="5252877"/>
                </a:lnTo>
                <a:cubicBezTo>
                  <a:pt x="3393941" y="5258188"/>
                  <a:pt x="3392357" y="5268832"/>
                  <a:pt x="3393361" y="5282697"/>
                </a:cubicBezTo>
                <a:lnTo>
                  <a:pt x="3399825" y="5336059"/>
                </a:lnTo>
                <a:lnTo>
                  <a:pt x="3392824" y="5344884"/>
                </a:lnTo>
                <a:lnTo>
                  <a:pt x="3389277" y="5345998"/>
                </a:lnTo>
                <a:lnTo>
                  <a:pt x="3390946" y="5360636"/>
                </a:lnTo>
                <a:lnTo>
                  <a:pt x="3386366" y="5371486"/>
                </a:lnTo>
                <a:lnTo>
                  <a:pt x="3390662" y="5381496"/>
                </a:lnTo>
                <a:lnTo>
                  <a:pt x="3388199" y="5395290"/>
                </a:lnTo>
                <a:cubicBezTo>
                  <a:pt x="3386677" y="5400263"/>
                  <a:pt x="3384810" y="5405812"/>
                  <a:pt x="3383455" y="5412069"/>
                </a:cubicBezTo>
                <a:lnTo>
                  <a:pt x="3376345" y="5426008"/>
                </a:lnTo>
                <a:lnTo>
                  <a:pt x="3374012" y="5448470"/>
                </a:lnTo>
                <a:cubicBezTo>
                  <a:pt x="3372358" y="5465848"/>
                  <a:pt x="3370199" y="5482458"/>
                  <a:pt x="3365299" y="5498771"/>
                </a:cubicBezTo>
                <a:cubicBezTo>
                  <a:pt x="3368242" y="5512292"/>
                  <a:pt x="3368289" y="5524931"/>
                  <a:pt x="3358774" y="5536815"/>
                </a:cubicBezTo>
                <a:cubicBezTo>
                  <a:pt x="3355554" y="5573082"/>
                  <a:pt x="3364982" y="5582256"/>
                  <a:pt x="3352897" y="5604851"/>
                </a:cubicBezTo>
                <a:cubicBezTo>
                  <a:pt x="3357655" y="5611851"/>
                  <a:pt x="3360065" y="5616619"/>
                  <a:pt x="3360918" y="5620215"/>
                </a:cubicBezTo>
                <a:cubicBezTo>
                  <a:pt x="3363482" y="5631010"/>
                  <a:pt x="3352061" y="5631235"/>
                  <a:pt x="3348145" y="5649365"/>
                </a:cubicBezTo>
                <a:cubicBezTo>
                  <a:pt x="3342329" y="5668683"/>
                  <a:pt x="3336842" y="5635583"/>
                  <a:pt x="3334135" y="5654076"/>
                </a:cubicBezTo>
                <a:cubicBezTo>
                  <a:pt x="3338089" y="5673079"/>
                  <a:pt x="3320876" y="5674673"/>
                  <a:pt x="3326011" y="5694285"/>
                </a:cubicBezTo>
                <a:cubicBezTo>
                  <a:pt x="3339441" y="5687377"/>
                  <a:pt x="3320185" y="5735320"/>
                  <a:pt x="3331448" y="5735077"/>
                </a:cubicBezTo>
                <a:cubicBezTo>
                  <a:pt x="3313758" y="5754960"/>
                  <a:pt x="3333086" y="5760823"/>
                  <a:pt x="3326180" y="5784860"/>
                </a:cubicBezTo>
                <a:cubicBezTo>
                  <a:pt x="3319129" y="5796737"/>
                  <a:pt x="3317432" y="5804806"/>
                  <a:pt x="3323175" y="5814629"/>
                </a:cubicBezTo>
                <a:cubicBezTo>
                  <a:pt x="3289103" y="5869565"/>
                  <a:pt x="3319352" y="5845410"/>
                  <a:pt x="3303983" y="5894405"/>
                </a:cubicBezTo>
                <a:lnTo>
                  <a:pt x="3302615" y="5898375"/>
                </a:lnTo>
                <a:lnTo>
                  <a:pt x="3305988" y="5914019"/>
                </a:lnTo>
                <a:cubicBezTo>
                  <a:pt x="3306566" y="5914416"/>
                  <a:pt x="3307142" y="5914813"/>
                  <a:pt x="3307720" y="5915209"/>
                </a:cubicBezTo>
                <a:lnTo>
                  <a:pt x="3288942" y="5962966"/>
                </a:lnTo>
                <a:lnTo>
                  <a:pt x="3289995" y="5969791"/>
                </a:lnTo>
                <a:lnTo>
                  <a:pt x="3273219" y="6000303"/>
                </a:lnTo>
                <a:lnTo>
                  <a:pt x="3266971" y="6016394"/>
                </a:lnTo>
                <a:lnTo>
                  <a:pt x="3258268" y="6034498"/>
                </a:lnTo>
                <a:lnTo>
                  <a:pt x="3262376" y="6046147"/>
                </a:lnTo>
                <a:cubicBezTo>
                  <a:pt x="3269023" y="6073717"/>
                  <a:pt x="3250846" y="6118951"/>
                  <a:pt x="3274161" y="6127097"/>
                </a:cubicBezTo>
                <a:cubicBezTo>
                  <a:pt x="3261055" y="6140796"/>
                  <a:pt x="3284255" y="6151240"/>
                  <a:pt x="3287116" y="6165061"/>
                </a:cubicBezTo>
                <a:cubicBezTo>
                  <a:pt x="3278972" y="6176795"/>
                  <a:pt x="3286959" y="6181809"/>
                  <a:pt x="3289289" y="6191816"/>
                </a:cubicBezTo>
                <a:cubicBezTo>
                  <a:pt x="3284123" y="6196765"/>
                  <a:pt x="3284941" y="6205311"/>
                  <a:pt x="3291517" y="6207797"/>
                </a:cubicBezTo>
                <a:cubicBezTo>
                  <a:pt x="3306003" y="6202672"/>
                  <a:pt x="3300501" y="6232914"/>
                  <a:pt x="3310808" y="6234442"/>
                </a:cubicBezTo>
                <a:cubicBezTo>
                  <a:pt x="3314005" y="6251566"/>
                  <a:pt x="3305763" y="6327405"/>
                  <a:pt x="3322832" y="6339012"/>
                </a:cubicBezTo>
                <a:cubicBezTo>
                  <a:pt x="3332735" y="6373401"/>
                  <a:pt x="3309981" y="6425589"/>
                  <a:pt x="3311360" y="6440393"/>
                </a:cubicBezTo>
                <a:cubicBezTo>
                  <a:pt x="3282540" y="6457108"/>
                  <a:pt x="3365374" y="6523495"/>
                  <a:pt x="3370963" y="6586374"/>
                </a:cubicBezTo>
                <a:cubicBezTo>
                  <a:pt x="3368621" y="6595055"/>
                  <a:pt x="3368943" y="6599590"/>
                  <a:pt x="3375863" y="6601412"/>
                </a:cubicBezTo>
                <a:cubicBezTo>
                  <a:pt x="3380798" y="6617525"/>
                  <a:pt x="3389212" y="6649404"/>
                  <a:pt x="3400578" y="6683057"/>
                </a:cubicBezTo>
                <a:cubicBezTo>
                  <a:pt x="3408645" y="6705148"/>
                  <a:pt x="3410628" y="6805370"/>
                  <a:pt x="3417831" y="6852700"/>
                </a:cubicBezTo>
                <a:lnTo>
                  <a:pt x="3418926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37134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a viendo un teléfono vacío">
            <a:extLst>
              <a:ext uri="{FF2B5EF4-FFF2-40B4-BE49-F238E27FC236}">
                <a16:creationId xmlns:a16="http://schemas.microsoft.com/office/drawing/2014/main" id="{8B3DAD08-2421-3E2C-6BD6-19E1EA0E5C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66" r="12751" b="-10"/>
          <a:stretch>
            <a:fillRect/>
          </a:stretch>
        </p:blipFill>
        <p:spPr>
          <a:xfrm>
            <a:off x="7968222" y="10"/>
            <a:ext cx="4223778" cy="6857990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2072C4D-F475-586B-9784-218DF5D57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831188" cy="1322887"/>
          </a:xfrm>
        </p:spPr>
        <p:txBody>
          <a:bodyPr>
            <a:normAutofit/>
          </a:bodyPr>
          <a:lstStyle/>
          <a:p>
            <a:r>
              <a:rPr lang="es-ES">
                <a:ea typeface="+mj-lt"/>
                <a:cs typeface="+mj-lt"/>
              </a:rPr>
              <a:t>Conexión con el proyecto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AED1B5-7B58-36E5-DF64-E2E114B8C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5" y="2194102"/>
            <a:ext cx="6516216" cy="390858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>
                <a:ea typeface="+mn-lt"/>
                <a:cs typeface="+mn-lt"/>
              </a:rPr>
              <a:t>Preguntas: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¿Su app se puede dockerizar? 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¿Depende de su máquina? 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¿Qué necesitarían para correrla en otro equipo?</a:t>
            </a:r>
            <a:endParaRPr lang="es-ES"/>
          </a:p>
          <a:p>
            <a:pPr marL="0" indent="0">
              <a:buNone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418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AD87C2-D061-8945-F1F2-0E95D181F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/>
              <a:t>Mensaje de Hoy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36D469B1-36BB-6D73-202C-E63EB63AAB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070837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51742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24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Tema de Office</vt:lpstr>
      <vt:lpstr>Ingeniería de Software</vt:lpstr>
      <vt:lpstr>Objetivo general</vt:lpstr>
      <vt:lpstr>Realidad del desarrollo</vt:lpstr>
      <vt:lpstr>Problema estructural</vt:lpstr>
      <vt:lpstr>Qué buscan las empresas</vt:lpstr>
      <vt:lpstr>¿Qué es DevOps realmente?</vt:lpstr>
      <vt:lpstr>Dev vs Ops (ANTES)</vt:lpstr>
      <vt:lpstr>DevOps (AHORA)</vt:lpstr>
      <vt:lpstr>Ciclo DevOps</vt:lpstr>
      <vt:lpstr>Problema clave que resuelve Docker</vt:lpstr>
      <vt:lpstr>¿Qué es Docker?</vt:lpstr>
      <vt:lpstr>Contenedor</vt:lpstr>
      <vt:lpstr>Contenedor vs Máquina Virtual</vt:lpstr>
      <vt:lpstr>Conceptos clave Docker</vt:lpstr>
      <vt:lpstr>Flujo real con Docker</vt:lpstr>
      <vt:lpstr>Ejemplo mental</vt:lpstr>
      <vt:lpstr>Ejemplo técnico (run)</vt:lpstr>
      <vt:lpstr>Puertos (conexión con 12 Factors)</vt:lpstr>
      <vt:lpstr>Beneficios reales de Docker</vt:lpstr>
      <vt:lpstr>Problemas que soluciona</vt:lpstr>
      <vt:lpstr>Relación con 12 Factors</vt:lpstr>
      <vt:lpstr>Riesgos y malas prácticas</vt:lpstr>
      <vt:lpstr>Conexión con el proyecto</vt:lpstr>
      <vt:lpstr>Mensaje de Hoy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118</cp:revision>
  <dcterms:created xsi:type="dcterms:W3CDTF">2026-04-04T04:21:09Z</dcterms:created>
  <dcterms:modified xsi:type="dcterms:W3CDTF">2026-04-04T04:42:49Z</dcterms:modified>
</cp:coreProperties>
</file>