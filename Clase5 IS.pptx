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38272D-4FD3-4AA7-D055-B588D6D32901}" v="95" dt="2026-02-14T05:03:54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FERNEY ORTIZ PARRA" userId="S::luiferneyortiz@ucundinamarca.edu.co::311f1f2d-e9a2-4bc8-96ab-a2f2d284c8a5" providerId="AD" clId="Web-{1738272D-4FD3-4AA7-D055-B588D6D32901}"/>
    <pc:docChg chg="addSld modSld">
      <pc:chgData name="LUIFERNEY ORTIZ PARRA" userId="S::luiferneyortiz@ucundinamarca.edu.co::311f1f2d-e9a2-4bc8-96ab-a2f2d284c8a5" providerId="AD" clId="Web-{1738272D-4FD3-4AA7-D055-B588D6D32901}" dt="2026-02-14T05:03:54.389" v="116"/>
      <pc:docMkLst>
        <pc:docMk/>
      </pc:docMkLst>
      <pc:sldChg chg="addSp delSp modSp mod setBg">
        <pc:chgData name="LUIFERNEY ORTIZ PARRA" userId="S::luiferneyortiz@ucundinamarca.edu.co::311f1f2d-e9a2-4bc8-96ab-a2f2d284c8a5" providerId="AD" clId="Web-{1738272D-4FD3-4AA7-D055-B588D6D32901}" dt="2026-02-14T05:00:49.121" v="96"/>
        <pc:sldMkLst>
          <pc:docMk/>
          <pc:sldMk cId="2406273178" sldId="256"/>
        </pc:sldMkLst>
        <pc:spChg chg="mod">
          <ac:chgData name="LUIFERNEY ORTIZ PARRA" userId="S::luiferneyortiz@ucundinamarca.edu.co::311f1f2d-e9a2-4bc8-96ab-a2f2d284c8a5" providerId="AD" clId="Web-{1738272D-4FD3-4AA7-D055-B588D6D32901}" dt="2026-02-14T05:00:38.184" v="94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LUIFERNEY ORTIZ PARRA" userId="S::luiferneyortiz@ucundinamarca.edu.co::311f1f2d-e9a2-4bc8-96ab-a2f2d284c8a5" providerId="AD" clId="Web-{1738272D-4FD3-4AA7-D055-B588D6D32901}" dt="2026-02-14T05:00:49.121" v="96"/>
          <ac:spMkLst>
            <pc:docMk/>
            <pc:sldMk cId="2406273178" sldId="256"/>
            <ac:spMk id="3" creationId="{00000000-0000-0000-0000-000000000000}"/>
          </ac:spMkLst>
        </pc:spChg>
        <pc:spChg chg="add del">
          <ac:chgData name="LUIFERNEY ORTIZ PARRA" userId="S::luiferneyortiz@ucundinamarca.edu.co::311f1f2d-e9a2-4bc8-96ab-a2f2d284c8a5" providerId="AD" clId="Web-{1738272D-4FD3-4AA7-D055-B588D6D32901}" dt="2026-02-14T05:00:38.168" v="93"/>
          <ac:spMkLst>
            <pc:docMk/>
            <pc:sldMk cId="2406273178" sldId="256"/>
            <ac:spMk id="9" creationId="{4D4677D2-D5AC-4CF9-9EED-2B89D0A1C212}"/>
          </ac:spMkLst>
        </pc:spChg>
        <pc:spChg chg="add del">
          <ac:chgData name="LUIFERNEY ORTIZ PARRA" userId="S::luiferneyortiz@ucundinamarca.edu.co::311f1f2d-e9a2-4bc8-96ab-a2f2d284c8a5" providerId="AD" clId="Web-{1738272D-4FD3-4AA7-D055-B588D6D32901}" dt="2026-02-14T05:00:38.168" v="93"/>
          <ac:spMkLst>
            <pc:docMk/>
            <pc:sldMk cId="2406273178" sldId="256"/>
            <ac:spMk id="11" creationId="{C6D54F7E-825A-4BBA-815F-35CCA8B97786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0:38.184" v="94"/>
          <ac:spMkLst>
            <pc:docMk/>
            <pc:sldMk cId="2406273178" sldId="256"/>
            <ac:spMk id="13" creationId="{D2548F45-5164-4ABB-8212-7F293FDED8D4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0:38.184" v="94"/>
          <ac:spMkLst>
            <pc:docMk/>
            <pc:sldMk cId="2406273178" sldId="256"/>
            <ac:spMk id="14" creationId="{9203DE33-2CD4-4CA8-9AF3-37C3B65133B0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0:38.184" v="94"/>
          <ac:spMkLst>
            <pc:docMk/>
            <pc:sldMk cId="2406273178" sldId="256"/>
            <ac:spMk id="15" creationId="{5E81CCFB-7BEF-4186-86FB-D09450B4D02D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0:38.184" v="94"/>
          <ac:spMkLst>
            <pc:docMk/>
            <pc:sldMk cId="2406273178" sldId="256"/>
            <ac:spMk id="16" creationId="{0AF57B88-1D4C-41FA-A761-EC1DD10C35CB}"/>
          </ac:spMkLst>
        </pc:spChg>
        <pc:picChg chg="add mod ord">
          <ac:chgData name="LUIFERNEY ORTIZ PARRA" userId="S::luiferneyortiz@ucundinamarca.edu.co::311f1f2d-e9a2-4bc8-96ab-a2f2d284c8a5" providerId="AD" clId="Web-{1738272D-4FD3-4AA7-D055-B588D6D32901}" dt="2026-02-14T05:00:38.184" v="94"/>
          <ac:picMkLst>
            <pc:docMk/>
            <pc:sldMk cId="2406273178" sldId="256"/>
            <ac:picMk id="4" creationId="{921C9575-033B-EFBA-7EAA-D91E4A64B46E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738272D-4FD3-4AA7-D055-B588D6D32901}" dt="2026-02-14T05:01:27.419" v="97"/>
        <pc:sldMkLst>
          <pc:docMk/>
          <pc:sldMk cId="997774089" sldId="257"/>
        </pc:sldMkLst>
        <pc:spChg chg="mod">
          <ac:chgData name="LUIFERNEY ORTIZ PARRA" userId="S::luiferneyortiz@ucundinamarca.edu.co::311f1f2d-e9a2-4bc8-96ab-a2f2d284c8a5" providerId="AD" clId="Web-{1738272D-4FD3-4AA7-D055-B588D6D32901}" dt="2026-02-14T05:01:27.419" v="97"/>
          <ac:spMkLst>
            <pc:docMk/>
            <pc:sldMk cId="997774089" sldId="257"/>
            <ac:spMk id="2" creationId="{CEFF5DF7-BF46-10D8-A742-183810A271BB}"/>
          </ac:spMkLst>
        </pc:spChg>
        <pc:spChg chg="mod">
          <ac:chgData name="LUIFERNEY ORTIZ PARRA" userId="S::luiferneyortiz@ucundinamarca.edu.co::311f1f2d-e9a2-4bc8-96ab-a2f2d284c8a5" providerId="AD" clId="Web-{1738272D-4FD3-4AA7-D055-B588D6D32901}" dt="2026-02-14T05:01:27.419" v="97"/>
          <ac:spMkLst>
            <pc:docMk/>
            <pc:sldMk cId="997774089" sldId="257"/>
            <ac:spMk id="3" creationId="{229BAC11-81F1-AADE-9A3B-9874E02CBCC6}"/>
          </ac:spMkLst>
        </pc:spChg>
        <pc:grpChg chg="add">
          <ac:chgData name="LUIFERNEY ORTIZ PARRA" userId="S::luiferneyortiz@ucundinamarca.edu.co::311f1f2d-e9a2-4bc8-96ab-a2f2d284c8a5" providerId="AD" clId="Web-{1738272D-4FD3-4AA7-D055-B588D6D32901}" dt="2026-02-14T05:01:27.419" v="97"/>
          <ac:grpSpMkLst>
            <pc:docMk/>
            <pc:sldMk cId="997774089" sldId="257"/>
            <ac:grpSpMk id="9" creationId="{5EFBDE31-BB3E-6CFC-23CD-B5976DA38438}"/>
          </ac:grpSpMkLst>
        </pc:grpChg>
        <pc:picChg chg="add">
          <ac:chgData name="LUIFERNEY ORTIZ PARRA" userId="S::luiferneyortiz@ucundinamarca.edu.co::311f1f2d-e9a2-4bc8-96ab-a2f2d284c8a5" providerId="AD" clId="Web-{1738272D-4FD3-4AA7-D055-B588D6D32901}" dt="2026-02-14T05:01:27.419" v="97"/>
          <ac:picMkLst>
            <pc:docMk/>
            <pc:sldMk cId="997774089" sldId="257"/>
            <ac:picMk id="5" creationId="{21309163-AD5B-5AAD-18E5-B31B76A84D4B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738272D-4FD3-4AA7-D055-B588D6D32901}" dt="2026-02-14T05:01:33.638" v="98"/>
        <pc:sldMkLst>
          <pc:docMk/>
          <pc:sldMk cId="3111197108" sldId="258"/>
        </pc:sldMkLst>
        <pc:spChg chg="mod">
          <ac:chgData name="LUIFERNEY ORTIZ PARRA" userId="S::luiferneyortiz@ucundinamarca.edu.co::311f1f2d-e9a2-4bc8-96ab-a2f2d284c8a5" providerId="AD" clId="Web-{1738272D-4FD3-4AA7-D055-B588D6D32901}" dt="2026-02-14T05:01:33.638" v="98"/>
          <ac:spMkLst>
            <pc:docMk/>
            <pc:sldMk cId="3111197108" sldId="258"/>
            <ac:spMk id="2" creationId="{AC229BE2-E035-2ACD-0C51-175D1A7E0622}"/>
          </ac:spMkLst>
        </pc:spChg>
        <pc:spChg chg="mod">
          <ac:chgData name="LUIFERNEY ORTIZ PARRA" userId="S::luiferneyortiz@ucundinamarca.edu.co::311f1f2d-e9a2-4bc8-96ab-a2f2d284c8a5" providerId="AD" clId="Web-{1738272D-4FD3-4AA7-D055-B588D6D32901}" dt="2026-02-14T05:01:33.638" v="98"/>
          <ac:spMkLst>
            <pc:docMk/>
            <pc:sldMk cId="3111197108" sldId="258"/>
            <ac:spMk id="3" creationId="{5516F0F1-19B8-4539-11B4-8D4E7AFCBE3F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1:33.638" v="98"/>
          <ac:spMkLst>
            <pc:docMk/>
            <pc:sldMk cId="3111197108" sldId="258"/>
            <ac:spMk id="9" creationId="{9F7D5CDA-D291-4307-BF55-1381FED29634}"/>
          </ac:spMkLst>
        </pc:spChg>
        <pc:picChg chg="add">
          <ac:chgData name="LUIFERNEY ORTIZ PARRA" userId="S::luiferneyortiz@ucundinamarca.edu.co::311f1f2d-e9a2-4bc8-96ab-a2f2d284c8a5" providerId="AD" clId="Web-{1738272D-4FD3-4AA7-D055-B588D6D32901}" dt="2026-02-14T05:01:33.638" v="98"/>
          <ac:picMkLst>
            <pc:docMk/>
            <pc:sldMk cId="3111197108" sldId="258"/>
            <ac:picMk id="5" creationId="{F1BE2DC3-C9CB-C3BE-CA33-5256C61EC37B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1738272D-4FD3-4AA7-D055-B588D6D32901}" dt="2026-02-14T05:01:55.919" v="101"/>
        <pc:sldMkLst>
          <pc:docMk/>
          <pc:sldMk cId="1677305418" sldId="259"/>
        </pc:sldMkLst>
        <pc:spChg chg="mod">
          <ac:chgData name="LUIFERNEY ORTIZ PARRA" userId="S::luiferneyortiz@ucundinamarca.edu.co::311f1f2d-e9a2-4bc8-96ab-a2f2d284c8a5" providerId="AD" clId="Web-{1738272D-4FD3-4AA7-D055-B588D6D32901}" dt="2026-02-14T05:01:55.919" v="101"/>
          <ac:spMkLst>
            <pc:docMk/>
            <pc:sldMk cId="1677305418" sldId="259"/>
            <ac:spMk id="2" creationId="{ECAB4337-C67C-9C4E-2E09-C9E22C8B1B83}"/>
          </ac:spMkLst>
        </pc:spChg>
        <pc:spChg chg="add del mod">
          <ac:chgData name="LUIFERNEY ORTIZ PARRA" userId="S::luiferneyortiz@ucundinamarca.edu.co::311f1f2d-e9a2-4bc8-96ab-a2f2d284c8a5" providerId="AD" clId="Web-{1738272D-4FD3-4AA7-D055-B588D6D32901}" dt="2026-02-14T05:01:55.919" v="101"/>
          <ac:spMkLst>
            <pc:docMk/>
            <pc:sldMk cId="1677305418" sldId="259"/>
            <ac:spMk id="3" creationId="{FD08B84D-737F-D041-2057-606C945206A2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1:55.919" v="101"/>
          <ac:spMkLst>
            <pc:docMk/>
            <pc:sldMk cId="1677305418" sldId="259"/>
            <ac:spMk id="8" creationId="{09588DA8-065E-4F6F-8EFD-43104AB2E0CF}"/>
          </ac:spMkLst>
        </pc:spChg>
        <pc:spChg chg="add del">
          <ac:chgData name="LUIFERNEY ORTIZ PARRA" userId="S::luiferneyortiz@ucundinamarca.edu.co::311f1f2d-e9a2-4bc8-96ab-a2f2d284c8a5" providerId="AD" clId="Web-{1738272D-4FD3-4AA7-D055-B588D6D32901}" dt="2026-02-14T05:01:55.904" v="100"/>
          <ac:spMkLst>
            <pc:docMk/>
            <pc:sldMk cId="1677305418" sldId="259"/>
            <ac:spMk id="10" creationId="{70DFA0FD-AB28-4B25-B870-4D2BBC35BA1D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1:55.919" v="101"/>
          <ac:spMkLst>
            <pc:docMk/>
            <pc:sldMk cId="1677305418" sldId="259"/>
            <ac:spMk id="14" creationId="{4300840D-0A0B-4512-BACA-B439D5B9C57C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1:55.919" v="101"/>
          <ac:spMkLst>
            <pc:docMk/>
            <pc:sldMk cId="1677305418" sldId="259"/>
            <ac:spMk id="16" creationId="{D2B78728-A580-49A7-84F9-6EF6F583ADE0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1:55.919" v="101"/>
          <ac:spMkLst>
            <pc:docMk/>
            <pc:sldMk cId="1677305418" sldId="259"/>
            <ac:spMk id="18" creationId="{38FAA1A1-D861-433F-88FA-1E9D6FD31D11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1:55.919" v="101"/>
          <ac:spMkLst>
            <pc:docMk/>
            <pc:sldMk cId="1677305418" sldId="259"/>
            <ac:spMk id="19" creationId="{C4285719-470E-454C-AF62-8323075F1F5B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1:55.919" v="101"/>
          <ac:spMkLst>
            <pc:docMk/>
            <pc:sldMk cId="1677305418" sldId="259"/>
            <ac:spMk id="20" creationId="{8D71EDA1-87BF-4D5D-AB79-F346FD19278A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1:55.919" v="101"/>
          <ac:spMkLst>
            <pc:docMk/>
            <pc:sldMk cId="1677305418" sldId="259"/>
            <ac:spMk id="21" creationId="{CD9FE4EF-C4D8-49A0-B2FF-81D8DB7D8A24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1:55.919" v="101"/>
          <ac:spMkLst>
            <pc:docMk/>
            <pc:sldMk cId="1677305418" sldId="259"/>
            <ac:spMk id="22" creationId="{FD08B84D-737F-D041-2057-606C945206A2}"/>
          </ac:spMkLst>
        </pc:spChg>
        <pc:grpChg chg="add del">
          <ac:chgData name="LUIFERNEY ORTIZ PARRA" userId="S::luiferneyortiz@ucundinamarca.edu.co::311f1f2d-e9a2-4bc8-96ab-a2f2d284c8a5" providerId="AD" clId="Web-{1738272D-4FD3-4AA7-D055-B588D6D32901}" dt="2026-02-14T05:01:55.904" v="100"/>
          <ac:grpSpMkLst>
            <pc:docMk/>
            <pc:sldMk cId="1677305418" sldId="259"/>
            <ac:grpSpMk id="12" creationId="{0D628DFB-9CD1-4E2B-8B44-9FDF7E80F6D9}"/>
          </ac:grpSpMkLst>
        </pc:grpChg>
        <pc:graphicFrameChg chg="add del">
          <ac:chgData name="LUIFERNEY ORTIZ PARRA" userId="S::luiferneyortiz@ucundinamarca.edu.co::311f1f2d-e9a2-4bc8-96ab-a2f2d284c8a5" providerId="AD" clId="Web-{1738272D-4FD3-4AA7-D055-B588D6D32901}" dt="2026-02-14T05:01:55.904" v="100"/>
          <ac:graphicFrameMkLst>
            <pc:docMk/>
            <pc:sldMk cId="1677305418" sldId="259"/>
            <ac:graphicFrameMk id="5" creationId="{823E218F-7172-92BE-9FF0-234F5B421E0D}"/>
          </ac:graphicFrameMkLst>
        </pc:graphicFrameChg>
        <pc:picChg chg="add del">
          <ac:chgData name="LUIFERNEY ORTIZ PARRA" userId="S::luiferneyortiz@ucundinamarca.edu.co::311f1f2d-e9a2-4bc8-96ab-a2f2d284c8a5" providerId="AD" clId="Web-{1738272D-4FD3-4AA7-D055-B588D6D32901}" dt="2026-02-14T05:01:55.904" v="100"/>
          <ac:picMkLst>
            <pc:docMk/>
            <pc:sldMk cId="1677305418" sldId="259"/>
            <ac:picMk id="6" creationId="{0B936024-CCD5-FA99-982F-4ADDA0ED47F9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1738272D-4FD3-4AA7-D055-B588D6D32901}" dt="2026-02-14T05:02:05.826" v="104"/>
        <pc:sldMkLst>
          <pc:docMk/>
          <pc:sldMk cId="1187826461" sldId="260"/>
        </pc:sldMkLst>
        <pc:spChg chg="mod">
          <ac:chgData name="LUIFERNEY ORTIZ PARRA" userId="S::luiferneyortiz@ucundinamarca.edu.co::311f1f2d-e9a2-4bc8-96ab-a2f2d284c8a5" providerId="AD" clId="Web-{1738272D-4FD3-4AA7-D055-B588D6D32901}" dt="2026-02-14T05:02:05.826" v="104"/>
          <ac:spMkLst>
            <pc:docMk/>
            <pc:sldMk cId="1187826461" sldId="260"/>
            <ac:spMk id="2" creationId="{0372EF8D-0D54-E3C1-A45C-F172F5980F5D}"/>
          </ac:spMkLst>
        </pc:spChg>
        <pc:spChg chg="mod">
          <ac:chgData name="LUIFERNEY ORTIZ PARRA" userId="S::luiferneyortiz@ucundinamarca.edu.co::311f1f2d-e9a2-4bc8-96ab-a2f2d284c8a5" providerId="AD" clId="Web-{1738272D-4FD3-4AA7-D055-B588D6D32901}" dt="2026-02-14T05:02:05.826" v="104"/>
          <ac:spMkLst>
            <pc:docMk/>
            <pc:sldMk cId="1187826461" sldId="260"/>
            <ac:spMk id="3" creationId="{6F62EB57-54AF-7D4C-EE61-C4F7747A4C3A}"/>
          </ac:spMkLst>
        </pc:spChg>
        <pc:spChg chg="add del">
          <ac:chgData name="LUIFERNEY ORTIZ PARRA" userId="S::luiferneyortiz@ucundinamarca.edu.co::311f1f2d-e9a2-4bc8-96ab-a2f2d284c8a5" providerId="AD" clId="Web-{1738272D-4FD3-4AA7-D055-B588D6D32901}" dt="2026-02-14T05:02:05.810" v="103"/>
          <ac:spMkLst>
            <pc:docMk/>
            <pc:sldMk cId="1187826461" sldId="260"/>
            <ac:spMk id="9" creationId="{70DFA0FD-AB28-4B25-B870-4D2BBC35BA1D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05.826" v="104"/>
          <ac:spMkLst>
            <pc:docMk/>
            <pc:sldMk cId="1187826461" sldId="260"/>
            <ac:spMk id="18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05.826" v="104"/>
          <ac:spMkLst>
            <pc:docMk/>
            <pc:sldMk cId="1187826461" sldId="260"/>
            <ac:spMk id="19" creationId="{E81BF4F6-F2CF-4984-9D14-D6966D92F99F}"/>
          </ac:spMkLst>
        </pc:spChg>
        <pc:grpChg chg="add del">
          <ac:chgData name="LUIFERNEY ORTIZ PARRA" userId="S::luiferneyortiz@ucundinamarca.edu.co::311f1f2d-e9a2-4bc8-96ab-a2f2d284c8a5" providerId="AD" clId="Web-{1738272D-4FD3-4AA7-D055-B588D6D32901}" dt="2026-02-14T05:02:05.810" v="103"/>
          <ac:grpSpMkLst>
            <pc:docMk/>
            <pc:sldMk cId="1187826461" sldId="260"/>
            <ac:grpSpMk id="11" creationId="{0D628DFB-9CD1-4E2B-8B44-9FDF7E80F6D9}"/>
          </ac:grpSpMkLst>
        </pc:grpChg>
        <pc:picChg chg="add del">
          <ac:chgData name="LUIFERNEY ORTIZ PARRA" userId="S::luiferneyortiz@ucundinamarca.edu.co::311f1f2d-e9a2-4bc8-96ab-a2f2d284c8a5" providerId="AD" clId="Web-{1738272D-4FD3-4AA7-D055-B588D6D32901}" dt="2026-02-14T05:02:05.810" v="103"/>
          <ac:picMkLst>
            <pc:docMk/>
            <pc:sldMk cId="1187826461" sldId="260"/>
            <ac:picMk id="5" creationId="{0FD5151A-B28F-CF1B-8DCB-CD3898434271}"/>
          </ac:picMkLst>
        </pc:picChg>
        <pc:picChg chg="add">
          <ac:chgData name="LUIFERNEY ORTIZ PARRA" userId="S::luiferneyortiz@ucundinamarca.edu.co::311f1f2d-e9a2-4bc8-96ab-a2f2d284c8a5" providerId="AD" clId="Web-{1738272D-4FD3-4AA7-D055-B588D6D32901}" dt="2026-02-14T05:02:05.826" v="104"/>
          <ac:picMkLst>
            <pc:docMk/>
            <pc:sldMk cId="1187826461" sldId="260"/>
            <ac:picMk id="20" creationId="{DC47EF1A-109A-C294-EFFB-98611186CCF2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738272D-4FD3-4AA7-D055-B588D6D32901}" dt="2026-02-14T05:02:18.388" v="105"/>
        <pc:sldMkLst>
          <pc:docMk/>
          <pc:sldMk cId="340450141" sldId="261"/>
        </pc:sldMkLst>
        <pc:spChg chg="mod">
          <ac:chgData name="LUIFERNEY ORTIZ PARRA" userId="S::luiferneyortiz@ucundinamarca.edu.co::311f1f2d-e9a2-4bc8-96ab-a2f2d284c8a5" providerId="AD" clId="Web-{1738272D-4FD3-4AA7-D055-B588D6D32901}" dt="2026-02-14T05:02:18.388" v="105"/>
          <ac:spMkLst>
            <pc:docMk/>
            <pc:sldMk cId="340450141" sldId="261"/>
            <ac:spMk id="2" creationId="{EC1F4ED6-4256-F77B-BBBF-048B421A5175}"/>
          </ac:spMkLst>
        </pc:spChg>
        <pc:spChg chg="mod">
          <ac:chgData name="LUIFERNEY ORTIZ PARRA" userId="S::luiferneyortiz@ucundinamarca.edu.co::311f1f2d-e9a2-4bc8-96ab-a2f2d284c8a5" providerId="AD" clId="Web-{1738272D-4FD3-4AA7-D055-B588D6D32901}" dt="2026-02-14T05:02:18.388" v="105"/>
          <ac:spMkLst>
            <pc:docMk/>
            <pc:sldMk cId="340450141" sldId="261"/>
            <ac:spMk id="3" creationId="{F55D096D-B107-0FFC-FEBD-1E1BAF9F93E1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18.388" v="105"/>
          <ac:spMkLst>
            <pc:docMk/>
            <pc:sldMk cId="340450141" sldId="261"/>
            <ac:spMk id="8" creationId="{DEE2AD96-B495-4E06-9291-B71706F728CB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18.388" v="105"/>
          <ac:spMkLst>
            <pc:docMk/>
            <pc:sldMk cId="340450141" sldId="261"/>
            <ac:spMk id="10" creationId="{53CF6D67-C5A8-4ADD-9E8E-1E38CA1D3166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18.388" v="105"/>
          <ac:spMkLst>
            <pc:docMk/>
            <pc:sldMk cId="340450141" sldId="261"/>
            <ac:spMk id="12" creationId="{86909FA0-B515-4681-B7A8-FA281D133B94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18.388" v="105"/>
          <ac:spMkLst>
            <pc:docMk/>
            <pc:sldMk cId="340450141" sldId="261"/>
            <ac:spMk id="14" creationId="{21C9FE86-FCC3-4A31-AA1C-C882262B7FE7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18.388" v="105"/>
          <ac:spMkLst>
            <pc:docMk/>
            <pc:sldMk cId="340450141" sldId="261"/>
            <ac:spMk id="16" creationId="{7D96243B-ECED-4B71-8E06-AE9A285EAD20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18.388" v="105"/>
          <ac:spMkLst>
            <pc:docMk/>
            <pc:sldMk cId="340450141" sldId="261"/>
            <ac:spMk id="18" creationId="{A09989E4-EFDC-4A90-A633-E0525FB4139E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1738272D-4FD3-4AA7-D055-B588D6D32901}" dt="2026-02-14T05:02:24.763" v="106"/>
        <pc:sldMkLst>
          <pc:docMk/>
          <pc:sldMk cId="3615290521" sldId="262"/>
        </pc:sldMkLst>
        <pc:spChg chg="mod">
          <ac:chgData name="LUIFERNEY ORTIZ PARRA" userId="S::luiferneyortiz@ucundinamarca.edu.co::311f1f2d-e9a2-4bc8-96ab-a2f2d284c8a5" providerId="AD" clId="Web-{1738272D-4FD3-4AA7-D055-B588D6D32901}" dt="2026-02-14T05:02:24.763" v="106"/>
          <ac:spMkLst>
            <pc:docMk/>
            <pc:sldMk cId="3615290521" sldId="262"/>
            <ac:spMk id="2" creationId="{93A7F9C8-497A-831A-87D0-991A711D89BF}"/>
          </ac:spMkLst>
        </pc:spChg>
        <pc:spChg chg="mod">
          <ac:chgData name="LUIFERNEY ORTIZ PARRA" userId="S::luiferneyortiz@ucundinamarca.edu.co::311f1f2d-e9a2-4bc8-96ab-a2f2d284c8a5" providerId="AD" clId="Web-{1738272D-4FD3-4AA7-D055-B588D6D32901}" dt="2026-02-14T05:02:24.763" v="106"/>
          <ac:spMkLst>
            <pc:docMk/>
            <pc:sldMk cId="3615290521" sldId="262"/>
            <ac:spMk id="3" creationId="{4BB035E7-E511-421E-9482-CB4E99F7248C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24.763" v="106"/>
          <ac:spMkLst>
            <pc:docMk/>
            <pc:sldMk cId="3615290521" sldId="262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24.763" v="106"/>
          <ac:spMkLst>
            <pc:docMk/>
            <pc:sldMk cId="3615290521" sldId="262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1738272D-4FD3-4AA7-D055-B588D6D32901}" dt="2026-02-14T05:02:24.763" v="106"/>
          <ac:picMkLst>
            <pc:docMk/>
            <pc:sldMk cId="3615290521" sldId="262"/>
            <ac:picMk id="5" creationId="{5535A30F-1E26-2930-AAD8-98E47C9D9192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1738272D-4FD3-4AA7-D055-B588D6D32901}" dt="2026-02-14T05:02:46.326" v="107"/>
        <pc:sldMkLst>
          <pc:docMk/>
          <pc:sldMk cId="1811373887" sldId="263"/>
        </pc:sldMkLst>
        <pc:spChg chg="mod">
          <ac:chgData name="LUIFERNEY ORTIZ PARRA" userId="S::luiferneyortiz@ucundinamarca.edu.co::311f1f2d-e9a2-4bc8-96ab-a2f2d284c8a5" providerId="AD" clId="Web-{1738272D-4FD3-4AA7-D055-B588D6D32901}" dt="2026-02-14T05:02:46.326" v="107"/>
          <ac:spMkLst>
            <pc:docMk/>
            <pc:sldMk cId="1811373887" sldId="263"/>
            <ac:spMk id="2" creationId="{ADFD8D48-2BC5-7A8C-D4A3-83C87D88E9AC}"/>
          </ac:spMkLst>
        </pc:spChg>
        <pc:spChg chg="del mod">
          <ac:chgData name="LUIFERNEY ORTIZ PARRA" userId="S::luiferneyortiz@ucundinamarca.edu.co::311f1f2d-e9a2-4bc8-96ab-a2f2d284c8a5" providerId="AD" clId="Web-{1738272D-4FD3-4AA7-D055-B588D6D32901}" dt="2026-02-14T05:02:46.326" v="107"/>
          <ac:spMkLst>
            <pc:docMk/>
            <pc:sldMk cId="1811373887" sldId="263"/>
            <ac:spMk id="3" creationId="{1D0EFF33-9747-3B1E-600A-03FD02696231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46.326" v="107"/>
          <ac:spMkLst>
            <pc:docMk/>
            <pc:sldMk cId="1811373887" sldId="263"/>
            <ac:spMk id="9" creationId="{C05CBC3C-2E5A-4839-8B9B-2E5A6ADF0F58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46.326" v="107"/>
          <ac:spMkLst>
            <pc:docMk/>
            <pc:sldMk cId="1811373887" sldId="263"/>
            <ac:spMk id="11" creationId="{DB5B423A-57CC-4C58-AA26-8E2E862B03A0}"/>
          </ac:spMkLst>
        </pc:spChg>
        <pc:graphicFrameChg chg="add">
          <ac:chgData name="LUIFERNEY ORTIZ PARRA" userId="S::luiferneyortiz@ucundinamarca.edu.co::311f1f2d-e9a2-4bc8-96ab-a2f2d284c8a5" providerId="AD" clId="Web-{1738272D-4FD3-4AA7-D055-B588D6D32901}" dt="2026-02-14T05:02:46.326" v="107"/>
          <ac:graphicFrameMkLst>
            <pc:docMk/>
            <pc:sldMk cId="1811373887" sldId="263"/>
            <ac:graphicFrameMk id="5" creationId="{BA56DDCF-BB20-6199-3780-1550F6D584DC}"/>
          </ac:graphicFrameMkLst>
        </pc:graphicFrameChg>
      </pc:sldChg>
      <pc:sldChg chg="addSp modSp new mod setBg">
        <pc:chgData name="LUIFERNEY ORTIZ PARRA" userId="S::luiferneyortiz@ucundinamarca.edu.co::311f1f2d-e9a2-4bc8-96ab-a2f2d284c8a5" providerId="AD" clId="Web-{1738272D-4FD3-4AA7-D055-B588D6D32901}" dt="2026-02-14T05:02:58.732" v="108"/>
        <pc:sldMkLst>
          <pc:docMk/>
          <pc:sldMk cId="75951102" sldId="264"/>
        </pc:sldMkLst>
        <pc:spChg chg="mod">
          <ac:chgData name="LUIFERNEY ORTIZ PARRA" userId="S::luiferneyortiz@ucundinamarca.edu.co::311f1f2d-e9a2-4bc8-96ab-a2f2d284c8a5" providerId="AD" clId="Web-{1738272D-4FD3-4AA7-D055-B588D6D32901}" dt="2026-02-14T05:02:58.732" v="108"/>
          <ac:spMkLst>
            <pc:docMk/>
            <pc:sldMk cId="75951102" sldId="264"/>
            <ac:spMk id="2" creationId="{5F3B4863-3EAD-BE12-8738-76EEAB304248}"/>
          </ac:spMkLst>
        </pc:spChg>
        <pc:spChg chg="mod">
          <ac:chgData name="LUIFERNEY ORTIZ PARRA" userId="S::luiferneyortiz@ucundinamarca.edu.co::311f1f2d-e9a2-4bc8-96ab-a2f2d284c8a5" providerId="AD" clId="Web-{1738272D-4FD3-4AA7-D055-B588D6D32901}" dt="2026-02-14T05:02:58.732" v="108"/>
          <ac:spMkLst>
            <pc:docMk/>
            <pc:sldMk cId="75951102" sldId="264"/>
            <ac:spMk id="3" creationId="{E2501D82-8D33-61BD-2F38-C42A01B284E1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58.732" v="108"/>
          <ac:spMkLst>
            <pc:docMk/>
            <pc:sldMk cId="75951102" sldId="264"/>
            <ac:spMk id="9" creationId="{C0763A76-9F1C-4FC5-82B7-DD475DA461B2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2:58.732" v="108"/>
          <ac:spMkLst>
            <pc:docMk/>
            <pc:sldMk cId="75951102" sldId="264"/>
            <ac:spMk id="11" creationId="{E81BF4F6-F2CF-4984-9D14-D6966D92F99F}"/>
          </ac:spMkLst>
        </pc:spChg>
        <pc:picChg chg="add">
          <ac:chgData name="LUIFERNEY ORTIZ PARRA" userId="S::luiferneyortiz@ucundinamarca.edu.co::311f1f2d-e9a2-4bc8-96ab-a2f2d284c8a5" providerId="AD" clId="Web-{1738272D-4FD3-4AA7-D055-B588D6D32901}" dt="2026-02-14T05:02:58.732" v="108"/>
          <ac:picMkLst>
            <pc:docMk/>
            <pc:sldMk cId="75951102" sldId="264"/>
            <ac:picMk id="5" creationId="{70BAD07A-FFA6-1D87-7091-CF503EBFD4A4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738272D-4FD3-4AA7-D055-B588D6D32901}" dt="2026-02-14T05:03:05.936" v="109"/>
        <pc:sldMkLst>
          <pc:docMk/>
          <pc:sldMk cId="187575875" sldId="265"/>
        </pc:sldMkLst>
        <pc:spChg chg="mod">
          <ac:chgData name="LUIFERNEY ORTIZ PARRA" userId="S::luiferneyortiz@ucundinamarca.edu.co::311f1f2d-e9a2-4bc8-96ab-a2f2d284c8a5" providerId="AD" clId="Web-{1738272D-4FD3-4AA7-D055-B588D6D32901}" dt="2026-02-14T05:03:05.936" v="109"/>
          <ac:spMkLst>
            <pc:docMk/>
            <pc:sldMk cId="187575875" sldId="265"/>
            <ac:spMk id="2" creationId="{9B091E6C-CE66-F836-63F9-0BA93E68D7A5}"/>
          </ac:spMkLst>
        </pc:spChg>
        <pc:spChg chg="mod">
          <ac:chgData name="LUIFERNEY ORTIZ PARRA" userId="S::luiferneyortiz@ucundinamarca.edu.co::311f1f2d-e9a2-4bc8-96ab-a2f2d284c8a5" providerId="AD" clId="Web-{1738272D-4FD3-4AA7-D055-B588D6D32901}" dt="2026-02-14T05:03:05.936" v="109"/>
          <ac:spMkLst>
            <pc:docMk/>
            <pc:sldMk cId="187575875" sldId="265"/>
            <ac:spMk id="3" creationId="{E4015A19-CEF1-4FB5-0EA0-9AD8B30597C1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3:05.936" v="109"/>
          <ac:spMkLst>
            <pc:docMk/>
            <pc:sldMk cId="187575875" sldId="265"/>
            <ac:spMk id="9" creationId="{70DFA0FD-AB28-4B25-B870-4D2BBC35BA1D}"/>
          </ac:spMkLst>
        </pc:spChg>
        <pc:grpChg chg="add">
          <ac:chgData name="LUIFERNEY ORTIZ PARRA" userId="S::luiferneyortiz@ucundinamarca.edu.co::311f1f2d-e9a2-4bc8-96ab-a2f2d284c8a5" providerId="AD" clId="Web-{1738272D-4FD3-4AA7-D055-B588D6D32901}" dt="2026-02-14T05:03:05.936" v="109"/>
          <ac:grpSpMkLst>
            <pc:docMk/>
            <pc:sldMk cId="187575875" sldId="265"/>
            <ac:grpSpMk id="11" creationId="{0D628DFB-9CD1-4E2B-8B44-9FDF7E80F6D9}"/>
          </ac:grpSpMkLst>
        </pc:grpChg>
        <pc:picChg chg="add">
          <ac:chgData name="LUIFERNEY ORTIZ PARRA" userId="S::luiferneyortiz@ucundinamarca.edu.co::311f1f2d-e9a2-4bc8-96ab-a2f2d284c8a5" providerId="AD" clId="Web-{1738272D-4FD3-4AA7-D055-B588D6D32901}" dt="2026-02-14T05:03:05.936" v="109"/>
          <ac:picMkLst>
            <pc:docMk/>
            <pc:sldMk cId="187575875" sldId="265"/>
            <ac:picMk id="5" creationId="{EAB3C53B-3DC3-BA9C-869D-3B7CB4B8FBB8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1738272D-4FD3-4AA7-D055-B588D6D32901}" dt="2026-02-14T05:03:11.936" v="110"/>
        <pc:sldMkLst>
          <pc:docMk/>
          <pc:sldMk cId="4259002392" sldId="266"/>
        </pc:sldMkLst>
        <pc:spChg chg="mod">
          <ac:chgData name="LUIFERNEY ORTIZ PARRA" userId="S::luiferneyortiz@ucundinamarca.edu.co::311f1f2d-e9a2-4bc8-96ab-a2f2d284c8a5" providerId="AD" clId="Web-{1738272D-4FD3-4AA7-D055-B588D6D32901}" dt="2026-02-14T05:03:11.936" v="110"/>
          <ac:spMkLst>
            <pc:docMk/>
            <pc:sldMk cId="4259002392" sldId="266"/>
            <ac:spMk id="2" creationId="{78A26AAF-A31F-29C3-81DD-DBB9F2483E4A}"/>
          </ac:spMkLst>
        </pc:spChg>
        <pc:spChg chg="mod">
          <ac:chgData name="LUIFERNEY ORTIZ PARRA" userId="S::luiferneyortiz@ucundinamarca.edu.co::311f1f2d-e9a2-4bc8-96ab-a2f2d284c8a5" providerId="AD" clId="Web-{1738272D-4FD3-4AA7-D055-B588D6D32901}" dt="2026-02-14T05:03:11.936" v="110"/>
          <ac:spMkLst>
            <pc:docMk/>
            <pc:sldMk cId="4259002392" sldId="266"/>
            <ac:spMk id="3" creationId="{1FF1D85D-AAA3-7800-B558-935CCD4B108D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3:11.936" v="110"/>
          <ac:spMkLst>
            <pc:docMk/>
            <pc:sldMk cId="4259002392" sldId="266"/>
            <ac:spMk id="9" creationId="{70DFA0FD-AB28-4B25-B870-4D2BBC35BA1D}"/>
          </ac:spMkLst>
        </pc:spChg>
        <pc:grpChg chg="add">
          <ac:chgData name="LUIFERNEY ORTIZ PARRA" userId="S::luiferneyortiz@ucundinamarca.edu.co::311f1f2d-e9a2-4bc8-96ab-a2f2d284c8a5" providerId="AD" clId="Web-{1738272D-4FD3-4AA7-D055-B588D6D32901}" dt="2026-02-14T05:03:11.936" v="110"/>
          <ac:grpSpMkLst>
            <pc:docMk/>
            <pc:sldMk cId="4259002392" sldId="266"/>
            <ac:grpSpMk id="11" creationId="{0D628DFB-9CD1-4E2B-8B44-9FDF7E80F6D9}"/>
          </ac:grpSpMkLst>
        </pc:grpChg>
        <pc:picChg chg="add">
          <ac:chgData name="LUIFERNEY ORTIZ PARRA" userId="S::luiferneyortiz@ucundinamarca.edu.co::311f1f2d-e9a2-4bc8-96ab-a2f2d284c8a5" providerId="AD" clId="Web-{1738272D-4FD3-4AA7-D055-B588D6D32901}" dt="2026-02-14T05:03:11.936" v="110"/>
          <ac:picMkLst>
            <pc:docMk/>
            <pc:sldMk cId="4259002392" sldId="266"/>
            <ac:picMk id="5" creationId="{99243FF8-C17C-8E28-665E-27B59A6053BF}"/>
          </ac:picMkLst>
        </pc:picChg>
      </pc:sldChg>
      <pc:sldChg chg="addSp delSp modSp new mod setBg">
        <pc:chgData name="LUIFERNEY ORTIZ PARRA" userId="S::luiferneyortiz@ucundinamarca.edu.co::311f1f2d-e9a2-4bc8-96ab-a2f2d284c8a5" providerId="AD" clId="Web-{1738272D-4FD3-4AA7-D055-B588D6D32901}" dt="2026-02-14T05:03:20.248" v="111"/>
        <pc:sldMkLst>
          <pc:docMk/>
          <pc:sldMk cId="3217328200" sldId="267"/>
        </pc:sldMkLst>
        <pc:spChg chg="mod">
          <ac:chgData name="LUIFERNEY ORTIZ PARRA" userId="S::luiferneyortiz@ucundinamarca.edu.co::311f1f2d-e9a2-4bc8-96ab-a2f2d284c8a5" providerId="AD" clId="Web-{1738272D-4FD3-4AA7-D055-B588D6D32901}" dt="2026-02-14T05:03:20.248" v="111"/>
          <ac:spMkLst>
            <pc:docMk/>
            <pc:sldMk cId="3217328200" sldId="267"/>
            <ac:spMk id="2" creationId="{FDAB08AF-7DEA-3A93-DDD5-6241A5B878F3}"/>
          </ac:spMkLst>
        </pc:spChg>
        <pc:spChg chg="del mod">
          <ac:chgData name="LUIFERNEY ORTIZ PARRA" userId="S::luiferneyortiz@ucundinamarca.edu.co::311f1f2d-e9a2-4bc8-96ab-a2f2d284c8a5" providerId="AD" clId="Web-{1738272D-4FD3-4AA7-D055-B588D6D32901}" dt="2026-02-14T05:03:20.248" v="111"/>
          <ac:spMkLst>
            <pc:docMk/>
            <pc:sldMk cId="3217328200" sldId="267"/>
            <ac:spMk id="3" creationId="{D764D9BD-E3BC-75EF-DEBF-07BDE90626F0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3:20.248" v="111"/>
          <ac:spMkLst>
            <pc:docMk/>
            <pc:sldMk cId="3217328200" sldId="267"/>
            <ac:spMk id="9" creationId="{BACC6370-2D7E-4714-9D71-7542949D7D5D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3:20.248" v="111"/>
          <ac:spMkLst>
            <pc:docMk/>
            <pc:sldMk cId="3217328200" sldId="267"/>
            <ac:spMk id="11" creationId="{256B2C21-A230-48C0-8DF1-C46611373C44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3:20.248" v="111"/>
          <ac:spMkLst>
            <pc:docMk/>
            <pc:sldMk cId="3217328200" sldId="267"/>
            <ac:spMk id="13" creationId="{3847E18C-932D-4C95-AABA-FEC7C9499AD7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3:20.248" v="111"/>
          <ac:spMkLst>
            <pc:docMk/>
            <pc:sldMk cId="3217328200" sldId="267"/>
            <ac:spMk id="15" creationId="{3150CB11-0C61-439E-910F-5787759E72A0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3:20.248" v="111"/>
          <ac:spMkLst>
            <pc:docMk/>
            <pc:sldMk cId="3217328200" sldId="267"/>
            <ac:spMk id="17" creationId="{43F8A58B-5155-44CE-A5FF-7647B47D0A7A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3:20.248" v="111"/>
          <ac:spMkLst>
            <pc:docMk/>
            <pc:sldMk cId="3217328200" sldId="267"/>
            <ac:spMk id="19" creationId="{443F2ACA-E6D6-4028-82DD-F03C262D5DE6}"/>
          </ac:spMkLst>
        </pc:spChg>
        <pc:graphicFrameChg chg="add">
          <ac:chgData name="LUIFERNEY ORTIZ PARRA" userId="S::luiferneyortiz@ucundinamarca.edu.co::311f1f2d-e9a2-4bc8-96ab-a2f2d284c8a5" providerId="AD" clId="Web-{1738272D-4FD3-4AA7-D055-B588D6D32901}" dt="2026-02-14T05:03:20.248" v="111"/>
          <ac:graphicFrameMkLst>
            <pc:docMk/>
            <pc:sldMk cId="3217328200" sldId="267"/>
            <ac:graphicFrameMk id="5" creationId="{FABF7891-76DC-40F5-A1B4-0E80BCBCFDC4}"/>
          </ac:graphicFrameMkLst>
        </pc:graphicFrameChg>
      </pc:sldChg>
      <pc:sldChg chg="addSp delSp modSp new mod setBg">
        <pc:chgData name="LUIFERNEY ORTIZ PARRA" userId="S::luiferneyortiz@ucundinamarca.edu.co::311f1f2d-e9a2-4bc8-96ab-a2f2d284c8a5" providerId="AD" clId="Web-{1738272D-4FD3-4AA7-D055-B588D6D32901}" dt="2026-02-14T05:03:54.389" v="116"/>
        <pc:sldMkLst>
          <pc:docMk/>
          <pc:sldMk cId="2723911965" sldId="268"/>
        </pc:sldMkLst>
        <pc:spChg chg="del mod">
          <ac:chgData name="LUIFERNEY ORTIZ PARRA" userId="S::luiferneyortiz@ucundinamarca.edu.co::311f1f2d-e9a2-4bc8-96ab-a2f2d284c8a5" providerId="AD" clId="Web-{1738272D-4FD3-4AA7-D055-B588D6D32901}" dt="2026-02-14T05:03:44.920" v="113"/>
          <ac:spMkLst>
            <pc:docMk/>
            <pc:sldMk cId="2723911965" sldId="268"/>
            <ac:spMk id="2" creationId="{D40B2EE5-CD78-FA76-6D30-F277092BB0CA}"/>
          </ac:spMkLst>
        </pc:spChg>
        <pc:spChg chg="mod">
          <ac:chgData name="LUIFERNEY ORTIZ PARRA" userId="S::luiferneyortiz@ucundinamarca.edu.co::311f1f2d-e9a2-4bc8-96ab-a2f2d284c8a5" providerId="AD" clId="Web-{1738272D-4FD3-4AA7-D055-B588D6D32901}" dt="2026-02-14T05:03:37.577" v="112"/>
          <ac:spMkLst>
            <pc:docMk/>
            <pc:sldMk cId="2723911965" sldId="268"/>
            <ac:spMk id="3" creationId="{D07CACDF-548C-F1E2-ABFA-A703B40C34C8}"/>
          </ac:spMkLst>
        </pc:spChg>
        <pc:spChg chg="add del mod">
          <ac:chgData name="LUIFERNEY ORTIZ PARRA" userId="S::luiferneyortiz@ucundinamarca.edu.co::311f1f2d-e9a2-4bc8-96ab-a2f2d284c8a5" providerId="AD" clId="Web-{1738272D-4FD3-4AA7-D055-B588D6D32901}" dt="2026-02-14T05:03:54.389" v="116"/>
          <ac:spMkLst>
            <pc:docMk/>
            <pc:sldMk cId="2723911965" sldId="268"/>
            <ac:spMk id="5" creationId="{F93D7B56-45FF-A536-DDCD-BF137F3B6397}"/>
          </ac:spMkLst>
        </pc:spChg>
        <pc:spChg chg="add">
          <ac:chgData name="LUIFERNEY ORTIZ PARRA" userId="S::luiferneyortiz@ucundinamarca.edu.co::311f1f2d-e9a2-4bc8-96ab-a2f2d284c8a5" providerId="AD" clId="Web-{1738272D-4FD3-4AA7-D055-B588D6D32901}" dt="2026-02-14T05:03:37.577" v="112"/>
          <ac:spMkLst>
            <pc:docMk/>
            <pc:sldMk cId="2723911965" sldId="268"/>
            <ac:spMk id="10" creationId="{A3363022-C969-41E9-8EB2-E4C94908C1FA}"/>
          </ac:spMkLst>
        </pc:spChg>
        <pc:spChg chg="add del">
          <ac:chgData name="LUIFERNEY ORTIZ PARRA" userId="S::luiferneyortiz@ucundinamarca.edu.co::311f1f2d-e9a2-4bc8-96ab-a2f2d284c8a5" providerId="AD" clId="Web-{1738272D-4FD3-4AA7-D055-B588D6D32901}" dt="2026-02-14T05:03:51.483" v="115"/>
          <ac:spMkLst>
            <pc:docMk/>
            <pc:sldMk cId="2723911965" sldId="268"/>
            <ac:spMk id="12" creationId="{8D1AD6B3-BE88-4CEB-BA17-790657CC4729}"/>
          </ac:spMkLst>
        </pc:spChg>
        <pc:grpChg chg="add">
          <ac:chgData name="LUIFERNEY ORTIZ PARRA" userId="S::luiferneyortiz@ucundinamarca.edu.co::311f1f2d-e9a2-4bc8-96ab-a2f2d284c8a5" providerId="AD" clId="Web-{1738272D-4FD3-4AA7-D055-B588D6D32901}" dt="2026-02-14T05:03:37.577" v="112"/>
          <ac:grpSpMkLst>
            <pc:docMk/>
            <pc:sldMk cId="2723911965" sldId="268"/>
            <ac:grpSpMk id="14" creationId="{89D1390B-7E13-4B4F-9CB2-391063412E54}"/>
          </ac:grpSpMkLst>
        </pc:grpChg>
        <pc:picChg chg="add">
          <ac:chgData name="LUIFERNEY ORTIZ PARRA" userId="S::luiferneyortiz@ucundinamarca.edu.co::311f1f2d-e9a2-4bc8-96ab-a2f2d284c8a5" providerId="AD" clId="Web-{1738272D-4FD3-4AA7-D055-B588D6D32901}" dt="2026-02-14T05:03:37.577" v="112"/>
          <ac:picMkLst>
            <pc:docMk/>
            <pc:sldMk cId="2723911965" sldId="268"/>
            <ac:picMk id="7" creationId="{95E97252-85CB-66E2-846E-0B297454143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3DF31F-15E7-4186-9CE9-30211FD871A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A6091E6-5EFF-4B15-80FF-4A60DA32FC1E}">
      <dgm:prSet/>
      <dgm:spPr/>
      <dgm:t>
        <a:bodyPr/>
        <a:lstStyle/>
        <a:p>
          <a:r>
            <a:rPr lang="es-ES"/>
            <a:t>Un Sprint es:</a:t>
          </a:r>
          <a:endParaRPr lang="en-US"/>
        </a:p>
      </dgm:t>
    </dgm:pt>
    <dgm:pt modelId="{C53A44BF-07D1-480B-BE73-762863447350}" type="parTrans" cxnId="{850E12FE-D93E-4502-A3FA-47BA129C95E3}">
      <dgm:prSet/>
      <dgm:spPr/>
      <dgm:t>
        <a:bodyPr/>
        <a:lstStyle/>
        <a:p>
          <a:endParaRPr lang="en-US"/>
        </a:p>
      </dgm:t>
    </dgm:pt>
    <dgm:pt modelId="{CDC2591C-D073-4A1E-80BC-DA99C278A7E3}" type="sibTrans" cxnId="{850E12FE-D93E-4502-A3FA-47BA129C95E3}">
      <dgm:prSet/>
      <dgm:spPr/>
      <dgm:t>
        <a:bodyPr/>
        <a:lstStyle/>
        <a:p>
          <a:endParaRPr lang="en-US"/>
        </a:p>
      </dgm:t>
    </dgm:pt>
    <dgm:pt modelId="{7CBB787B-7D9C-498F-BA8E-891612729074}">
      <dgm:prSet/>
      <dgm:spPr/>
      <dgm:t>
        <a:bodyPr/>
        <a:lstStyle/>
        <a:p>
          <a:r>
            <a:rPr lang="es-ES"/>
            <a:t>Un período corto de trabajo donde se construye un incremento funcional del sistema.</a:t>
          </a:r>
          <a:endParaRPr lang="en-US"/>
        </a:p>
      </dgm:t>
    </dgm:pt>
    <dgm:pt modelId="{7FC26106-8963-4086-987B-62F061A12F19}" type="parTrans" cxnId="{91D7F256-5B28-4194-A9E0-E3AE01A1C800}">
      <dgm:prSet/>
      <dgm:spPr/>
      <dgm:t>
        <a:bodyPr/>
        <a:lstStyle/>
        <a:p>
          <a:endParaRPr lang="en-US"/>
        </a:p>
      </dgm:t>
    </dgm:pt>
    <dgm:pt modelId="{9CC1F104-F920-4201-894C-E2C27AD28B71}" type="sibTrans" cxnId="{91D7F256-5B28-4194-A9E0-E3AE01A1C800}">
      <dgm:prSet/>
      <dgm:spPr/>
      <dgm:t>
        <a:bodyPr/>
        <a:lstStyle/>
        <a:p>
          <a:endParaRPr lang="en-US"/>
        </a:p>
      </dgm:t>
    </dgm:pt>
    <dgm:pt modelId="{97502ABA-090D-4C54-AD7F-3C19C73BEBDD}">
      <dgm:prSet/>
      <dgm:spPr/>
      <dgm:t>
        <a:bodyPr/>
        <a:lstStyle/>
        <a:p>
          <a:r>
            <a:rPr lang="es-ES"/>
            <a:t>En contexto académico:</a:t>
          </a:r>
          <a:endParaRPr lang="en-US"/>
        </a:p>
      </dgm:t>
    </dgm:pt>
    <dgm:pt modelId="{9B96338C-E84A-486D-B12D-71FB6123DD66}" type="parTrans" cxnId="{3F94D0B4-E9AF-4482-8365-C9627F04F249}">
      <dgm:prSet/>
      <dgm:spPr/>
      <dgm:t>
        <a:bodyPr/>
        <a:lstStyle/>
        <a:p>
          <a:endParaRPr lang="en-US"/>
        </a:p>
      </dgm:t>
    </dgm:pt>
    <dgm:pt modelId="{F8BE0038-77E7-47D1-882A-7330A2C88ADF}" type="sibTrans" cxnId="{3F94D0B4-E9AF-4482-8365-C9627F04F249}">
      <dgm:prSet/>
      <dgm:spPr/>
      <dgm:t>
        <a:bodyPr/>
        <a:lstStyle/>
        <a:p>
          <a:endParaRPr lang="en-US"/>
        </a:p>
      </dgm:t>
    </dgm:pt>
    <dgm:pt modelId="{883C3A6D-115F-422C-BADC-FAC270A5C96E}">
      <dgm:prSet/>
      <dgm:spPr/>
      <dgm:t>
        <a:bodyPr/>
        <a:lstStyle/>
        <a:p>
          <a:r>
            <a:rPr lang="es-ES"/>
            <a:t>1 o 2 semanas.</a:t>
          </a:r>
          <a:endParaRPr lang="en-US"/>
        </a:p>
      </dgm:t>
    </dgm:pt>
    <dgm:pt modelId="{4A93B4F1-839B-43A4-925F-27D91781D0BE}" type="parTrans" cxnId="{F90FBD26-382E-47B0-BC83-C0D9379CD496}">
      <dgm:prSet/>
      <dgm:spPr/>
      <dgm:t>
        <a:bodyPr/>
        <a:lstStyle/>
        <a:p>
          <a:endParaRPr lang="en-US"/>
        </a:p>
      </dgm:t>
    </dgm:pt>
    <dgm:pt modelId="{28EE12D7-EE82-4356-B14D-1B18D5D99F72}" type="sibTrans" cxnId="{F90FBD26-382E-47B0-BC83-C0D9379CD496}">
      <dgm:prSet/>
      <dgm:spPr/>
      <dgm:t>
        <a:bodyPr/>
        <a:lstStyle/>
        <a:p>
          <a:endParaRPr lang="en-US"/>
        </a:p>
      </dgm:t>
    </dgm:pt>
    <dgm:pt modelId="{DA9AB7EC-0A3B-4579-99D3-562ADDC60B1D}">
      <dgm:prSet/>
      <dgm:spPr/>
      <dgm:t>
        <a:bodyPr/>
        <a:lstStyle/>
        <a:p>
          <a:r>
            <a:rPr lang="es-ES"/>
            <a:t>Objetivos claros.</a:t>
          </a:r>
          <a:endParaRPr lang="en-US"/>
        </a:p>
      </dgm:t>
    </dgm:pt>
    <dgm:pt modelId="{7D58E86D-545F-4B94-8226-8D08031B9547}" type="parTrans" cxnId="{F224F1E4-1E33-4013-94A9-2AE967B156C2}">
      <dgm:prSet/>
      <dgm:spPr/>
      <dgm:t>
        <a:bodyPr/>
        <a:lstStyle/>
        <a:p>
          <a:endParaRPr lang="en-US"/>
        </a:p>
      </dgm:t>
    </dgm:pt>
    <dgm:pt modelId="{A5DD1751-0AF3-4320-9EBC-F0A4B1A9095A}" type="sibTrans" cxnId="{F224F1E4-1E33-4013-94A9-2AE967B156C2}">
      <dgm:prSet/>
      <dgm:spPr/>
      <dgm:t>
        <a:bodyPr/>
        <a:lstStyle/>
        <a:p>
          <a:endParaRPr lang="en-US"/>
        </a:p>
      </dgm:t>
    </dgm:pt>
    <dgm:pt modelId="{B6D6469F-2F4B-4215-BA82-256E95D6FF56}">
      <dgm:prSet/>
      <dgm:spPr/>
      <dgm:t>
        <a:bodyPr/>
        <a:lstStyle/>
        <a:p>
          <a:r>
            <a:rPr lang="es-ES"/>
            <a:t>Entregable verificable.</a:t>
          </a:r>
          <a:endParaRPr lang="en-US"/>
        </a:p>
      </dgm:t>
    </dgm:pt>
    <dgm:pt modelId="{B636A3D7-5F58-4790-8D37-266B409B501C}" type="parTrans" cxnId="{A5D963D6-2D4C-4390-BD28-1D36B9E054C2}">
      <dgm:prSet/>
      <dgm:spPr/>
      <dgm:t>
        <a:bodyPr/>
        <a:lstStyle/>
        <a:p>
          <a:endParaRPr lang="en-US"/>
        </a:p>
      </dgm:t>
    </dgm:pt>
    <dgm:pt modelId="{A84B533C-D700-4EAD-B176-B284C63A4A2C}" type="sibTrans" cxnId="{A5D963D6-2D4C-4390-BD28-1D36B9E054C2}">
      <dgm:prSet/>
      <dgm:spPr/>
      <dgm:t>
        <a:bodyPr/>
        <a:lstStyle/>
        <a:p>
          <a:endParaRPr lang="en-US"/>
        </a:p>
      </dgm:t>
    </dgm:pt>
    <dgm:pt modelId="{9E10A9AA-3014-4878-9780-39E0A3AAF4C1}">
      <dgm:prSet/>
      <dgm:spPr/>
      <dgm:t>
        <a:bodyPr/>
        <a:lstStyle/>
        <a:p>
          <a:r>
            <a:rPr lang="es-ES"/>
            <a:t>Cada sprint debe producir algo funcional.</a:t>
          </a:r>
          <a:endParaRPr lang="en-US"/>
        </a:p>
      </dgm:t>
    </dgm:pt>
    <dgm:pt modelId="{A9F3664D-4E62-415E-AA06-9476A33D5C1F}" type="parTrans" cxnId="{64280D27-8BAD-4632-91DD-429BD08B63CE}">
      <dgm:prSet/>
      <dgm:spPr/>
      <dgm:t>
        <a:bodyPr/>
        <a:lstStyle/>
        <a:p>
          <a:endParaRPr lang="en-US"/>
        </a:p>
      </dgm:t>
    </dgm:pt>
    <dgm:pt modelId="{957485B2-1019-4C0D-91D8-6DE387EA3A8B}" type="sibTrans" cxnId="{64280D27-8BAD-4632-91DD-429BD08B63CE}">
      <dgm:prSet/>
      <dgm:spPr/>
      <dgm:t>
        <a:bodyPr/>
        <a:lstStyle/>
        <a:p>
          <a:endParaRPr lang="en-US"/>
        </a:p>
      </dgm:t>
    </dgm:pt>
    <dgm:pt modelId="{664AEDBA-31E1-4F7D-8321-F6CE858EB423}" type="pres">
      <dgm:prSet presAssocID="{3F3DF31F-15E7-4186-9CE9-30211FD871A5}" presName="Name0" presStyleCnt="0">
        <dgm:presLayoutVars>
          <dgm:dir/>
          <dgm:resizeHandles val="exact"/>
        </dgm:presLayoutVars>
      </dgm:prSet>
      <dgm:spPr/>
    </dgm:pt>
    <dgm:pt modelId="{513AEC73-6C59-45DE-860C-D0743349150A}" type="pres">
      <dgm:prSet presAssocID="{7A6091E6-5EFF-4B15-80FF-4A60DA32FC1E}" presName="node" presStyleLbl="node1" presStyleIdx="0" presStyleCnt="7">
        <dgm:presLayoutVars>
          <dgm:bulletEnabled val="1"/>
        </dgm:presLayoutVars>
      </dgm:prSet>
      <dgm:spPr/>
    </dgm:pt>
    <dgm:pt modelId="{D3AAE571-8706-43A7-A679-6A6AC3B32F57}" type="pres">
      <dgm:prSet presAssocID="{CDC2591C-D073-4A1E-80BC-DA99C278A7E3}" presName="sibTrans" presStyleLbl="sibTrans1D1" presStyleIdx="0" presStyleCnt="6"/>
      <dgm:spPr/>
    </dgm:pt>
    <dgm:pt modelId="{A1DCC706-5A27-4DE2-8672-802E63F448DE}" type="pres">
      <dgm:prSet presAssocID="{CDC2591C-D073-4A1E-80BC-DA99C278A7E3}" presName="connectorText" presStyleLbl="sibTrans1D1" presStyleIdx="0" presStyleCnt="6"/>
      <dgm:spPr/>
    </dgm:pt>
    <dgm:pt modelId="{2BCA7D97-8CD7-4E41-A0AC-1CE7A7258157}" type="pres">
      <dgm:prSet presAssocID="{7CBB787B-7D9C-498F-BA8E-891612729074}" presName="node" presStyleLbl="node1" presStyleIdx="1" presStyleCnt="7">
        <dgm:presLayoutVars>
          <dgm:bulletEnabled val="1"/>
        </dgm:presLayoutVars>
      </dgm:prSet>
      <dgm:spPr/>
    </dgm:pt>
    <dgm:pt modelId="{B5689A7A-C300-469E-8BF9-EC6163C7B09F}" type="pres">
      <dgm:prSet presAssocID="{9CC1F104-F920-4201-894C-E2C27AD28B71}" presName="sibTrans" presStyleLbl="sibTrans1D1" presStyleIdx="1" presStyleCnt="6"/>
      <dgm:spPr/>
    </dgm:pt>
    <dgm:pt modelId="{A50B1235-57A3-48CA-83D7-0C1F9DBB420F}" type="pres">
      <dgm:prSet presAssocID="{9CC1F104-F920-4201-894C-E2C27AD28B71}" presName="connectorText" presStyleLbl="sibTrans1D1" presStyleIdx="1" presStyleCnt="6"/>
      <dgm:spPr/>
    </dgm:pt>
    <dgm:pt modelId="{1D969D64-000C-462F-BCFD-3A1566E137CB}" type="pres">
      <dgm:prSet presAssocID="{97502ABA-090D-4C54-AD7F-3C19C73BEBDD}" presName="node" presStyleLbl="node1" presStyleIdx="2" presStyleCnt="7">
        <dgm:presLayoutVars>
          <dgm:bulletEnabled val="1"/>
        </dgm:presLayoutVars>
      </dgm:prSet>
      <dgm:spPr/>
    </dgm:pt>
    <dgm:pt modelId="{69871155-7413-48BD-97AF-DB7E1572D612}" type="pres">
      <dgm:prSet presAssocID="{F8BE0038-77E7-47D1-882A-7330A2C88ADF}" presName="sibTrans" presStyleLbl="sibTrans1D1" presStyleIdx="2" presStyleCnt="6"/>
      <dgm:spPr/>
    </dgm:pt>
    <dgm:pt modelId="{BEEBE754-C462-4F51-A47D-2D9D259158D7}" type="pres">
      <dgm:prSet presAssocID="{F8BE0038-77E7-47D1-882A-7330A2C88ADF}" presName="connectorText" presStyleLbl="sibTrans1D1" presStyleIdx="2" presStyleCnt="6"/>
      <dgm:spPr/>
    </dgm:pt>
    <dgm:pt modelId="{45219B99-5F51-4C79-B5D3-A58C811FA020}" type="pres">
      <dgm:prSet presAssocID="{883C3A6D-115F-422C-BADC-FAC270A5C96E}" presName="node" presStyleLbl="node1" presStyleIdx="3" presStyleCnt="7">
        <dgm:presLayoutVars>
          <dgm:bulletEnabled val="1"/>
        </dgm:presLayoutVars>
      </dgm:prSet>
      <dgm:spPr/>
    </dgm:pt>
    <dgm:pt modelId="{03A88065-6FC2-4477-B683-48E6D72E0C04}" type="pres">
      <dgm:prSet presAssocID="{28EE12D7-EE82-4356-B14D-1B18D5D99F72}" presName="sibTrans" presStyleLbl="sibTrans1D1" presStyleIdx="3" presStyleCnt="6"/>
      <dgm:spPr/>
    </dgm:pt>
    <dgm:pt modelId="{0D0703B3-281C-426C-8197-8A39DA7AFDB2}" type="pres">
      <dgm:prSet presAssocID="{28EE12D7-EE82-4356-B14D-1B18D5D99F72}" presName="connectorText" presStyleLbl="sibTrans1D1" presStyleIdx="3" presStyleCnt="6"/>
      <dgm:spPr/>
    </dgm:pt>
    <dgm:pt modelId="{754A31F4-B693-48E8-8FA8-75942801774B}" type="pres">
      <dgm:prSet presAssocID="{DA9AB7EC-0A3B-4579-99D3-562ADDC60B1D}" presName="node" presStyleLbl="node1" presStyleIdx="4" presStyleCnt="7">
        <dgm:presLayoutVars>
          <dgm:bulletEnabled val="1"/>
        </dgm:presLayoutVars>
      </dgm:prSet>
      <dgm:spPr/>
    </dgm:pt>
    <dgm:pt modelId="{DAAA650B-997C-4CD3-A0E6-4BE897C31EBE}" type="pres">
      <dgm:prSet presAssocID="{A5DD1751-0AF3-4320-9EBC-F0A4B1A9095A}" presName="sibTrans" presStyleLbl="sibTrans1D1" presStyleIdx="4" presStyleCnt="6"/>
      <dgm:spPr/>
    </dgm:pt>
    <dgm:pt modelId="{191BCE0E-A40B-4B3E-90D5-88F6F589925F}" type="pres">
      <dgm:prSet presAssocID="{A5DD1751-0AF3-4320-9EBC-F0A4B1A9095A}" presName="connectorText" presStyleLbl="sibTrans1D1" presStyleIdx="4" presStyleCnt="6"/>
      <dgm:spPr/>
    </dgm:pt>
    <dgm:pt modelId="{D9490E3F-FD7E-4C09-923D-884AD97D9AD4}" type="pres">
      <dgm:prSet presAssocID="{B6D6469F-2F4B-4215-BA82-256E95D6FF56}" presName="node" presStyleLbl="node1" presStyleIdx="5" presStyleCnt="7">
        <dgm:presLayoutVars>
          <dgm:bulletEnabled val="1"/>
        </dgm:presLayoutVars>
      </dgm:prSet>
      <dgm:spPr/>
    </dgm:pt>
    <dgm:pt modelId="{626CB5C0-6A3D-456B-86E2-B22344334A4C}" type="pres">
      <dgm:prSet presAssocID="{A84B533C-D700-4EAD-B176-B284C63A4A2C}" presName="sibTrans" presStyleLbl="sibTrans1D1" presStyleIdx="5" presStyleCnt="6"/>
      <dgm:spPr/>
    </dgm:pt>
    <dgm:pt modelId="{997634D0-AAA1-43C6-AC09-D4C4DB7AD157}" type="pres">
      <dgm:prSet presAssocID="{A84B533C-D700-4EAD-B176-B284C63A4A2C}" presName="connectorText" presStyleLbl="sibTrans1D1" presStyleIdx="5" presStyleCnt="6"/>
      <dgm:spPr/>
    </dgm:pt>
    <dgm:pt modelId="{72B33F83-B098-4783-8060-2990D6916061}" type="pres">
      <dgm:prSet presAssocID="{9E10A9AA-3014-4878-9780-39E0A3AAF4C1}" presName="node" presStyleLbl="node1" presStyleIdx="6" presStyleCnt="7">
        <dgm:presLayoutVars>
          <dgm:bulletEnabled val="1"/>
        </dgm:presLayoutVars>
      </dgm:prSet>
      <dgm:spPr/>
    </dgm:pt>
  </dgm:ptLst>
  <dgm:cxnLst>
    <dgm:cxn modelId="{8358F11F-1B4D-4667-B5AF-F1BE5665A4D4}" type="presOf" srcId="{28EE12D7-EE82-4356-B14D-1B18D5D99F72}" destId="{03A88065-6FC2-4477-B683-48E6D72E0C04}" srcOrd="0" destOrd="0" presId="urn:microsoft.com/office/officeart/2016/7/layout/RepeatingBendingProcessNew"/>
    <dgm:cxn modelId="{B2045B21-9E15-4625-96B0-15BA7B2195F6}" type="presOf" srcId="{B6D6469F-2F4B-4215-BA82-256E95D6FF56}" destId="{D9490E3F-FD7E-4C09-923D-884AD97D9AD4}" srcOrd="0" destOrd="0" presId="urn:microsoft.com/office/officeart/2016/7/layout/RepeatingBendingProcessNew"/>
    <dgm:cxn modelId="{F90FBD26-382E-47B0-BC83-C0D9379CD496}" srcId="{3F3DF31F-15E7-4186-9CE9-30211FD871A5}" destId="{883C3A6D-115F-422C-BADC-FAC270A5C96E}" srcOrd="3" destOrd="0" parTransId="{4A93B4F1-839B-43A4-925F-27D91781D0BE}" sibTransId="{28EE12D7-EE82-4356-B14D-1B18D5D99F72}"/>
    <dgm:cxn modelId="{64280D27-8BAD-4632-91DD-429BD08B63CE}" srcId="{3F3DF31F-15E7-4186-9CE9-30211FD871A5}" destId="{9E10A9AA-3014-4878-9780-39E0A3AAF4C1}" srcOrd="6" destOrd="0" parTransId="{A9F3664D-4E62-415E-AA06-9476A33D5C1F}" sibTransId="{957485B2-1019-4C0D-91D8-6DE387EA3A8B}"/>
    <dgm:cxn modelId="{358B343B-5B2E-46D1-A938-5C257F4849A2}" type="presOf" srcId="{9CC1F104-F920-4201-894C-E2C27AD28B71}" destId="{B5689A7A-C300-469E-8BF9-EC6163C7B09F}" srcOrd="0" destOrd="0" presId="urn:microsoft.com/office/officeart/2016/7/layout/RepeatingBendingProcessNew"/>
    <dgm:cxn modelId="{B532F03C-CF37-49B1-A9E2-C3C74D78207B}" type="presOf" srcId="{883C3A6D-115F-422C-BADC-FAC270A5C96E}" destId="{45219B99-5F51-4C79-B5D3-A58C811FA020}" srcOrd="0" destOrd="0" presId="urn:microsoft.com/office/officeart/2016/7/layout/RepeatingBendingProcessNew"/>
    <dgm:cxn modelId="{A56A885C-3243-4470-B340-221A914FCB51}" type="presOf" srcId="{F8BE0038-77E7-47D1-882A-7330A2C88ADF}" destId="{69871155-7413-48BD-97AF-DB7E1572D612}" srcOrd="0" destOrd="0" presId="urn:microsoft.com/office/officeart/2016/7/layout/RepeatingBendingProcessNew"/>
    <dgm:cxn modelId="{7BAD7944-2408-4641-8083-801415F37A7B}" type="presOf" srcId="{A84B533C-D700-4EAD-B176-B284C63A4A2C}" destId="{997634D0-AAA1-43C6-AC09-D4C4DB7AD157}" srcOrd="1" destOrd="0" presId="urn:microsoft.com/office/officeart/2016/7/layout/RepeatingBendingProcessNew"/>
    <dgm:cxn modelId="{D75E0146-85B6-4B61-BC5C-21DB4430E78D}" type="presOf" srcId="{A5DD1751-0AF3-4320-9EBC-F0A4B1A9095A}" destId="{DAAA650B-997C-4CD3-A0E6-4BE897C31EBE}" srcOrd="0" destOrd="0" presId="urn:microsoft.com/office/officeart/2016/7/layout/RepeatingBendingProcessNew"/>
    <dgm:cxn modelId="{060CBA47-D50C-4963-AF2C-18340FA23ED5}" type="presOf" srcId="{F8BE0038-77E7-47D1-882A-7330A2C88ADF}" destId="{BEEBE754-C462-4F51-A47D-2D9D259158D7}" srcOrd="1" destOrd="0" presId="urn:microsoft.com/office/officeart/2016/7/layout/RepeatingBendingProcessNew"/>
    <dgm:cxn modelId="{1193EC6A-CBA2-422D-83BC-84CF5418EF76}" type="presOf" srcId="{CDC2591C-D073-4A1E-80BC-DA99C278A7E3}" destId="{A1DCC706-5A27-4DE2-8672-802E63F448DE}" srcOrd="1" destOrd="0" presId="urn:microsoft.com/office/officeart/2016/7/layout/RepeatingBendingProcessNew"/>
    <dgm:cxn modelId="{9A250454-2225-46ED-A612-EC4220BD1C59}" type="presOf" srcId="{28EE12D7-EE82-4356-B14D-1B18D5D99F72}" destId="{0D0703B3-281C-426C-8197-8A39DA7AFDB2}" srcOrd="1" destOrd="0" presId="urn:microsoft.com/office/officeart/2016/7/layout/RepeatingBendingProcessNew"/>
    <dgm:cxn modelId="{69E58154-D373-4BB6-8829-90223905654A}" type="presOf" srcId="{A84B533C-D700-4EAD-B176-B284C63A4A2C}" destId="{626CB5C0-6A3D-456B-86E2-B22344334A4C}" srcOrd="0" destOrd="0" presId="urn:microsoft.com/office/officeart/2016/7/layout/RepeatingBendingProcessNew"/>
    <dgm:cxn modelId="{C8713555-F20D-4A20-834A-A29885C9DC52}" type="presOf" srcId="{9CC1F104-F920-4201-894C-E2C27AD28B71}" destId="{A50B1235-57A3-48CA-83D7-0C1F9DBB420F}" srcOrd="1" destOrd="0" presId="urn:microsoft.com/office/officeart/2016/7/layout/RepeatingBendingProcessNew"/>
    <dgm:cxn modelId="{FBE9D476-CA8A-4637-98D9-26069C23CC85}" type="presOf" srcId="{CDC2591C-D073-4A1E-80BC-DA99C278A7E3}" destId="{D3AAE571-8706-43A7-A679-6A6AC3B32F57}" srcOrd="0" destOrd="0" presId="urn:microsoft.com/office/officeart/2016/7/layout/RepeatingBendingProcessNew"/>
    <dgm:cxn modelId="{91D7F256-5B28-4194-A9E0-E3AE01A1C800}" srcId="{3F3DF31F-15E7-4186-9CE9-30211FD871A5}" destId="{7CBB787B-7D9C-498F-BA8E-891612729074}" srcOrd="1" destOrd="0" parTransId="{7FC26106-8963-4086-987B-62F061A12F19}" sibTransId="{9CC1F104-F920-4201-894C-E2C27AD28B71}"/>
    <dgm:cxn modelId="{933B6E86-E2A1-431F-A052-AF02DE816D70}" type="presOf" srcId="{7CBB787B-7D9C-498F-BA8E-891612729074}" destId="{2BCA7D97-8CD7-4E41-A0AC-1CE7A7258157}" srcOrd="0" destOrd="0" presId="urn:microsoft.com/office/officeart/2016/7/layout/RepeatingBendingProcessNew"/>
    <dgm:cxn modelId="{911B7292-1B93-4C8D-A1F3-AD238F1B27BB}" type="presOf" srcId="{DA9AB7EC-0A3B-4579-99D3-562ADDC60B1D}" destId="{754A31F4-B693-48E8-8FA8-75942801774B}" srcOrd="0" destOrd="0" presId="urn:microsoft.com/office/officeart/2016/7/layout/RepeatingBendingProcessNew"/>
    <dgm:cxn modelId="{3F94D0B4-E9AF-4482-8365-C9627F04F249}" srcId="{3F3DF31F-15E7-4186-9CE9-30211FD871A5}" destId="{97502ABA-090D-4C54-AD7F-3C19C73BEBDD}" srcOrd="2" destOrd="0" parTransId="{9B96338C-E84A-486D-B12D-71FB6123DD66}" sibTransId="{F8BE0038-77E7-47D1-882A-7330A2C88ADF}"/>
    <dgm:cxn modelId="{4AADECBE-B978-4AEB-8974-20A3F3104831}" type="presOf" srcId="{3F3DF31F-15E7-4186-9CE9-30211FD871A5}" destId="{664AEDBA-31E1-4F7D-8321-F6CE858EB423}" srcOrd="0" destOrd="0" presId="urn:microsoft.com/office/officeart/2016/7/layout/RepeatingBendingProcessNew"/>
    <dgm:cxn modelId="{A5D963D6-2D4C-4390-BD28-1D36B9E054C2}" srcId="{3F3DF31F-15E7-4186-9CE9-30211FD871A5}" destId="{B6D6469F-2F4B-4215-BA82-256E95D6FF56}" srcOrd="5" destOrd="0" parTransId="{B636A3D7-5F58-4790-8D37-266B409B501C}" sibTransId="{A84B533C-D700-4EAD-B176-B284C63A4A2C}"/>
    <dgm:cxn modelId="{5E3846DA-C285-4FC0-B1AE-682F70C65168}" type="presOf" srcId="{9E10A9AA-3014-4878-9780-39E0A3AAF4C1}" destId="{72B33F83-B098-4783-8060-2990D6916061}" srcOrd="0" destOrd="0" presId="urn:microsoft.com/office/officeart/2016/7/layout/RepeatingBendingProcessNew"/>
    <dgm:cxn modelId="{F224F1E4-1E33-4013-94A9-2AE967B156C2}" srcId="{3F3DF31F-15E7-4186-9CE9-30211FD871A5}" destId="{DA9AB7EC-0A3B-4579-99D3-562ADDC60B1D}" srcOrd="4" destOrd="0" parTransId="{7D58E86D-545F-4B94-8226-8D08031B9547}" sibTransId="{A5DD1751-0AF3-4320-9EBC-F0A4B1A9095A}"/>
    <dgm:cxn modelId="{8CF50BE6-C486-4937-BB51-BC1255F4E952}" type="presOf" srcId="{97502ABA-090D-4C54-AD7F-3C19C73BEBDD}" destId="{1D969D64-000C-462F-BCFD-3A1566E137CB}" srcOrd="0" destOrd="0" presId="urn:microsoft.com/office/officeart/2016/7/layout/RepeatingBendingProcessNew"/>
    <dgm:cxn modelId="{C78C02EB-1EF0-45DF-835B-F8752781F6C0}" type="presOf" srcId="{A5DD1751-0AF3-4320-9EBC-F0A4B1A9095A}" destId="{191BCE0E-A40B-4B3E-90D5-88F6F589925F}" srcOrd="1" destOrd="0" presId="urn:microsoft.com/office/officeart/2016/7/layout/RepeatingBendingProcessNew"/>
    <dgm:cxn modelId="{AED411FE-0643-4D8E-ADE1-7DB132C457E0}" type="presOf" srcId="{7A6091E6-5EFF-4B15-80FF-4A60DA32FC1E}" destId="{513AEC73-6C59-45DE-860C-D0743349150A}" srcOrd="0" destOrd="0" presId="urn:microsoft.com/office/officeart/2016/7/layout/RepeatingBendingProcessNew"/>
    <dgm:cxn modelId="{850E12FE-D93E-4502-A3FA-47BA129C95E3}" srcId="{3F3DF31F-15E7-4186-9CE9-30211FD871A5}" destId="{7A6091E6-5EFF-4B15-80FF-4A60DA32FC1E}" srcOrd="0" destOrd="0" parTransId="{C53A44BF-07D1-480B-BE73-762863447350}" sibTransId="{CDC2591C-D073-4A1E-80BC-DA99C278A7E3}"/>
    <dgm:cxn modelId="{7D771693-EB32-4D28-9DAE-CE5EE54DDF03}" type="presParOf" srcId="{664AEDBA-31E1-4F7D-8321-F6CE858EB423}" destId="{513AEC73-6C59-45DE-860C-D0743349150A}" srcOrd="0" destOrd="0" presId="urn:microsoft.com/office/officeart/2016/7/layout/RepeatingBendingProcessNew"/>
    <dgm:cxn modelId="{9F6CD83B-2593-440C-9407-9BAC5BAD23E1}" type="presParOf" srcId="{664AEDBA-31E1-4F7D-8321-F6CE858EB423}" destId="{D3AAE571-8706-43A7-A679-6A6AC3B32F57}" srcOrd="1" destOrd="0" presId="urn:microsoft.com/office/officeart/2016/7/layout/RepeatingBendingProcessNew"/>
    <dgm:cxn modelId="{DCF9E937-3A48-43F3-8D4C-5EAFECBC83DC}" type="presParOf" srcId="{D3AAE571-8706-43A7-A679-6A6AC3B32F57}" destId="{A1DCC706-5A27-4DE2-8672-802E63F448DE}" srcOrd="0" destOrd="0" presId="urn:microsoft.com/office/officeart/2016/7/layout/RepeatingBendingProcessNew"/>
    <dgm:cxn modelId="{CB4DE601-05E9-4FBF-BAD6-DA50794D7437}" type="presParOf" srcId="{664AEDBA-31E1-4F7D-8321-F6CE858EB423}" destId="{2BCA7D97-8CD7-4E41-A0AC-1CE7A7258157}" srcOrd="2" destOrd="0" presId="urn:microsoft.com/office/officeart/2016/7/layout/RepeatingBendingProcessNew"/>
    <dgm:cxn modelId="{6898B981-6038-49F5-8598-1BDDD80B3635}" type="presParOf" srcId="{664AEDBA-31E1-4F7D-8321-F6CE858EB423}" destId="{B5689A7A-C300-469E-8BF9-EC6163C7B09F}" srcOrd="3" destOrd="0" presId="urn:microsoft.com/office/officeart/2016/7/layout/RepeatingBendingProcessNew"/>
    <dgm:cxn modelId="{E935FD90-8D22-4038-9CDF-52B17751B39C}" type="presParOf" srcId="{B5689A7A-C300-469E-8BF9-EC6163C7B09F}" destId="{A50B1235-57A3-48CA-83D7-0C1F9DBB420F}" srcOrd="0" destOrd="0" presId="urn:microsoft.com/office/officeart/2016/7/layout/RepeatingBendingProcessNew"/>
    <dgm:cxn modelId="{E111B6C2-C081-4801-B237-C28DF2871DC7}" type="presParOf" srcId="{664AEDBA-31E1-4F7D-8321-F6CE858EB423}" destId="{1D969D64-000C-462F-BCFD-3A1566E137CB}" srcOrd="4" destOrd="0" presId="urn:microsoft.com/office/officeart/2016/7/layout/RepeatingBendingProcessNew"/>
    <dgm:cxn modelId="{5AC61CDB-6889-4F11-9812-4906D5C2CBC1}" type="presParOf" srcId="{664AEDBA-31E1-4F7D-8321-F6CE858EB423}" destId="{69871155-7413-48BD-97AF-DB7E1572D612}" srcOrd="5" destOrd="0" presId="urn:microsoft.com/office/officeart/2016/7/layout/RepeatingBendingProcessNew"/>
    <dgm:cxn modelId="{BBB02EAE-4C71-4FEB-9B4D-C507AA317144}" type="presParOf" srcId="{69871155-7413-48BD-97AF-DB7E1572D612}" destId="{BEEBE754-C462-4F51-A47D-2D9D259158D7}" srcOrd="0" destOrd="0" presId="urn:microsoft.com/office/officeart/2016/7/layout/RepeatingBendingProcessNew"/>
    <dgm:cxn modelId="{79188A40-0AAC-4EC7-8D7B-8DED8448D26D}" type="presParOf" srcId="{664AEDBA-31E1-4F7D-8321-F6CE858EB423}" destId="{45219B99-5F51-4C79-B5D3-A58C811FA020}" srcOrd="6" destOrd="0" presId="urn:microsoft.com/office/officeart/2016/7/layout/RepeatingBendingProcessNew"/>
    <dgm:cxn modelId="{CEC5299C-BC6C-4220-8769-28441E2E01F9}" type="presParOf" srcId="{664AEDBA-31E1-4F7D-8321-F6CE858EB423}" destId="{03A88065-6FC2-4477-B683-48E6D72E0C04}" srcOrd="7" destOrd="0" presId="urn:microsoft.com/office/officeart/2016/7/layout/RepeatingBendingProcessNew"/>
    <dgm:cxn modelId="{5CA0602F-3E75-4FAA-8AB6-F468B92EC153}" type="presParOf" srcId="{03A88065-6FC2-4477-B683-48E6D72E0C04}" destId="{0D0703B3-281C-426C-8197-8A39DA7AFDB2}" srcOrd="0" destOrd="0" presId="urn:microsoft.com/office/officeart/2016/7/layout/RepeatingBendingProcessNew"/>
    <dgm:cxn modelId="{DA2A43F3-C2C8-48E0-B20E-3B9907F34F96}" type="presParOf" srcId="{664AEDBA-31E1-4F7D-8321-F6CE858EB423}" destId="{754A31F4-B693-48E8-8FA8-75942801774B}" srcOrd="8" destOrd="0" presId="urn:microsoft.com/office/officeart/2016/7/layout/RepeatingBendingProcessNew"/>
    <dgm:cxn modelId="{495F7B67-69B5-4163-BADB-97B8E2455E02}" type="presParOf" srcId="{664AEDBA-31E1-4F7D-8321-F6CE858EB423}" destId="{DAAA650B-997C-4CD3-A0E6-4BE897C31EBE}" srcOrd="9" destOrd="0" presId="urn:microsoft.com/office/officeart/2016/7/layout/RepeatingBendingProcessNew"/>
    <dgm:cxn modelId="{314D2DB1-157A-407C-A3DD-CE368F7A7F7A}" type="presParOf" srcId="{DAAA650B-997C-4CD3-A0E6-4BE897C31EBE}" destId="{191BCE0E-A40B-4B3E-90D5-88F6F589925F}" srcOrd="0" destOrd="0" presId="urn:microsoft.com/office/officeart/2016/7/layout/RepeatingBendingProcessNew"/>
    <dgm:cxn modelId="{A67BA9C5-59C0-4E2A-80A5-CC3CE4826EC9}" type="presParOf" srcId="{664AEDBA-31E1-4F7D-8321-F6CE858EB423}" destId="{D9490E3F-FD7E-4C09-923D-884AD97D9AD4}" srcOrd="10" destOrd="0" presId="urn:microsoft.com/office/officeart/2016/7/layout/RepeatingBendingProcessNew"/>
    <dgm:cxn modelId="{A0874C78-A1A4-4BD2-9376-797B0BFE3C83}" type="presParOf" srcId="{664AEDBA-31E1-4F7D-8321-F6CE858EB423}" destId="{626CB5C0-6A3D-456B-86E2-B22344334A4C}" srcOrd="11" destOrd="0" presId="urn:microsoft.com/office/officeart/2016/7/layout/RepeatingBendingProcessNew"/>
    <dgm:cxn modelId="{AFCB6100-47ED-40A4-9864-341F0B4761E2}" type="presParOf" srcId="{626CB5C0-6A3D-456B-86E2-B22344334A4C}" destId="{997634D0-AAA1-43C6-AC09-D4C4DB7AD157}" srcOrd="0" destOrd="0" presId="urn:microsoft.com/office/officeart/2016/7/layout/RepeatingBendingProcessNew"/>
    <dgm:cxn modelId="{E9024D46-617E-4AA9-8611-792A2BE93632}" type="presParOf" srcId="{664AEDBA-31E1-4F7D-8321-F6CE858EB423}" destId="{72B33F83-B098-4783-8060-2990D6916061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9CB6B5E-5F12-470E-A6FD-04E3F2889EA9}" type="doc">
      <dgm:prSet loTypeId="urn:microsoft.com/office/officeart/2005/8/layout/cycle8" loCatId="cycle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5748B01-7521-4213-AC93-23E127315D6A}">
      <dgm:prSet/>
      <dgm:spPr/>
      <dgm:t>
        <a:bodyPr/>
        <a:lstStyle/>
        <a:p>
          <a:r>
            <a:rPr lang="es-ES"/>
            <a:t>Cada equipo debe definir:</a:t>
          </a:r>
          <a:endParaRPr lang="en-US"/>
        </a:p>
      </dgm:t>
    </dgm:pt>
    <dgm:pt modelId="{9278B6AD-4233-48B9-A94B-F8320FBCE544}" type="parTrans" cxnId="{43CFF403-3522-4671-BA19-73D36CC34B31}">
      <dgm:prSet/>
      <dgm:spPr/>
      <dgm:t>
        <a:bodyPr/>
        <a:lstStyle/>
        <a:p>
          <a:endParaRPr lang="en-US"/>
        </a:p>
      </dgm:t>
    </dgm:pt>
    <dgm:pt modelId="{0E5C1EB5-783D-404C-B5DF-7E6A221DF91C}" type="sibTrans" cxnId="{43CFF403-3522-4671-BA19-73D36CC34B31}">
      <dgm:prSet/>
      <dgm:spPr/>
      <dgm:t>
        <a:bodyPr/>
        <a:lstStyle/>
        <a:p>
          <a:endParaRPr lang="en-US"/>
        </a:p>
      </dgm:t>
    </dgm:pt>
    <dgm:pt modelId="{03F4A287-B766-4F50-A3EA-173103A01C5D}">
      <dgm:prSet/>
      <dgm:spPr/>
      <dgm:t>
        <a:bodyPr/>
        <a:lstStyle/>
        <a:p>
          <a:r>
            <a:rPr lang="es-ES"/>
            <a:t>Backlog inicial.</a:t>
          </a:r>
          <a:endParaRPr lang="en-US"/>
        </a:p>
      </dgm:t>
    </dgm:pt>
    <dgm:pt modelId="{05FFA27A-16BE-4DC0-9147-D57A506915BA}" type="parTrans" cxnId="{99E67A31-E7C3-4AB7-BB7B-CB41D36A8E82}">
      <dgm:prSet/>
      <dgm:spPr/>
      <dgm:t>
        <a:bodyPr/>
        <a:lstStyle/>
        <a:p>
          <a:endParaRPr lang="en-US"/>
        </a:p>
      </dgm:t>
    </dgm:pt>
    <dgm:pt modelId="{A5F2E4EE-DE5F-41D0-BA52-7E77B747B4F9}" type="sibTrans" cxnId="{99E67A31-E7C3-4AB7-BB7B-CB41D36A8E82}">
      <dgm:prSet/>
      <dgm:spPr/>
      <dgm:t>
        <a:bodyPr/>
        <a:lstStyle/>
        <a:p>
          <a:endParaRPr lang="en-US"/>
        </a:p>
      </dgm:t>
    </dgm:pt>
    <dgm:pt modelId="{64F850E8-2195-4D0B-AD3E-0687DB4BE323}">
      <dgm:prSet/>
      <dgm:spPr/>
      <dgm:t>
        <a:bodyPr/>
        <a:lstStyle/>
        <a:p>
          <a:r>
            <a:rPr lang="es-ES"/>
            <a:t>Prioridades.</a:t>
          </a:r>
          <a:endParaRPr lang="en-US"/>
        </a:p>
      </dgm:t>
    </dgm:pt>
    <dgm:pt modelId="{77C83DE7-E8B3-4AAC-906B-9AC3115F2800}" type="parTrans" cxnId="{CB0F3AED-9A6D-4185-B08B-1A8E604E844E}">
      <dgm:prSet/>
      <dgm:spPr/>
      <dgm:t>
        <a:bodyPr/>
        <a:lstStyle/>
        <a:p>
          <a:endParaRPr lang="en-US"/>
        </a:p>
      </dgm:t>
    </dgm:pt>
    <dgm:pt modelId="{BF7F1325-F9A1-446F-8983-05D4FB53F640}" type="sibTrans" cxnId="{CB0F3AED-9A6D-4185-B08B-1A8E604E844E}">
      <dgm:prSet/>
      <dgm:spPr/>
      <dgm:t>
        <a:bodyPr/>
        <a:lstStyle/>
        <a:p>
          <a:endParaRPr lang="en-US"/>
        </a:p>
      </dgm:t>
    </dgm:pt>
    <dgm:pt modelId="{B5883FCD-58E2-405E-86FE-7B6746C0E7F5}">
      <dgm:prSet/>
      <dgm:spPr/>
      <dgm:t>
        <a:bodyPr/>
        <a:lstStyle/>
        <a:p>
          <a:r>
            <a:rPr lang="es-ES"/>
            <a:t>Primer sprint.</a:t>
          </a:r>
          <a:endParaRPr lang="en-US"/>
        </a:p>
      </dgm:t>
    </dgm:pt>
    <dgm:pt modelId="{668F6F73-FC90-428D-9F59-DD82C3336631}" type="parTrans" cxnId="{1AB2AE31-03A1-4FA2-90BF-B065A34867A2}">
      <dgm:prSet/>
      <dgm:spPr/>
      <dgm:t>
        <a:bodyPr/>
        <a:lstStyle/>
        <a:p>
          <a:endParaRPr lang="en-US"/>
        </a:p>
      </dgm:t>
    </dgm:pt>
    <dgm:pt modelId="{BE422213-C139-49C3-AB2A-2479076D85B9}" type="sibTrans" cxnId="{1AB2AE31-03A1-4FA2-90BF-B065A34867A2}">
      <dgm:prSet/>
      <dgm:spPr/>
      <dgm:t>
        <a:bodyPr/>
        <a:lstStyle/>
        <a:p>
          <a:endParaRPr lang="en-US"/>
        </a:p>
      </dgm:t>
    </dgm:pt>
    <dgm:pt modelId="{6432254D-9057-45AC-BA55-1915C5184F4B}">
      <dgm:prSet/>
      <dgm:spPr/>
      <dgm:t>
        <a:bodyPr/>
        <a:lstStyle/>
        <a:p>
          <a:r>
            <a:rPr lang="es-ES"/>
            <a:t>Entregables del sprint.</a:t>
          </a:r>
          <a:endParaRPr lang="en-US"/>
        </a:p>
      </dgm:t>
    </dgm:pt>
    <dgm:pt modelId="{1DC90B80-1364-4E0D-879F-F09F2A76E031}" type="parTrans" cxnId="{9D16DCF1-74D4-4D90-969F-7B1029027F1B}">
      <dgm:prSet/>
      <dgm:spPr/>
      <dgm:t>
        <a:bodyPr/>
        <a:lstStyle/>
        <a:p>
          <a:endParaRPr lang="en-US"/>
        </a:p>
      </dgm:t>
    </dgm:pt>
    <dgm:pt modelId="{D71DF95B-856D-4DF2-BA0E-2FBE911DB4D6}" type="sibTrans" cxnId="{9D16DCF1-74D4-4D90-969F-7B1029027F1B}">
      <dgm:prSet/>
      <dgm:spPr/>
      <dgm:t>
        <a:bodyPr/>
        <a:lstStyle/>
        <a:p>
          <a:endParaRPr lang="en-US"/>
        </a:p>
      </dgm:t>
    </dgm:pt>
    <dgm:pt modelId="{06CE0B84-03CD-49BF-A53E-7C7D7A57BA25}">
      <dgm:prSet/>
      <dgm:spPr/>
      <dgm:t>
        <a:bodyPr/>
        <a:lstStyle/>
        <a:p>
          <a:r>
            <a:rPr lang="es-ES"/>
            <a:t>Roles asignados.</a:t>
          </a:r>
          <a:endParaRPr lang="en-US"/>
        </a:p>
      </dgm:t>
    </dgm:pt>
    <dgm:pt modelId="{0548CCBC-CE38-44D9-9EF6-800C41308BF5}" type="parTrans" cxnId="{5B762F4A-B7E8-429A-AAC2-BA4A2139BFA4}">
      <dgm:prSet/>
      <dgm:spPr/>
      <dgm:t>
        <a:bodyPr/>
        <a:lstStyle/>
        <a:p>
          <a:endParaRPr lang="en-US"/>
        </a:p>
      </dgm:t>
    </dgm:pt>
    <dgm:pt modelId="{FE1486A2-FDA3-432D-A23D-E1310F9A3F2C}" type="sibTrans" cxnId="{5B762F4A-B7E8-429A-AAC2-BA4A2139BFA4}">
      <dgm:prSet/>
      <dgm:spPr/>
      <dgm:t>
        <a:bodyPr/>
        <a:lstStyle/>
        <a:p>
          <a:endParaRPr lang="en-US"/>
        </a:p>
      </dgm:t>
    </dgm:pt>
    <dgm:pt modelId="{2A15D100-F000-457E-A3F0-F9747A0CE0A0}">
      <dgm:prSet/>
      <dgm:spPr/>
      <dgm:t>
        <a:bodyPr/>
        <a:lstStyle/>
        <a:p>
          <a:r>
            <a:rPr lang="es-ES"/>
            <a:t>Debe quedar documentado.</a:t>
          </a:r>
          <a:endParaRPr lang="en-US"/>
        </a:p>
      </dgm:t>
    </dgm:pt>
    <dgm:pt modelId="{0433B92E-2988-49B9-BC95-45AEACD83BE7}" type="parTrans" cxnId="{93C30710-6F4F-4346-A951-1CB0C18EE54F}">
      <dgm:prSet/>
      <dgm:spPr/>
      <dgm:t>
        <a:bodyPr/>
        <a:lstStyle/>
        <a:p>
          <a:endParaRPr lang="en-US"/>
        </a:p>
      </dgm:t>
    </dgm:pt>
    <dgm:pt modelId="{03A122FB-7BAB-45B2-9374-AAE826093B0A}" type="sibTrans" cxnId="{93C30710-6F4F-4346-A951-1CB0C18EE54F}">
      <dgm:prSet/>
      <dgm:spPr/>
      <dgm:t>
        <a:bodyPr/>
        <a:lstStyle/>
        <a:p>
          <a:endParaRPr lang="en-US"/>
        </a:p>
      </dgm:t>
    </dgm:pt>
    <dgm:pt modelId="{EF24F998-2015-45A6-9227-A46ABB8A1A3D}" type="pres">
      <dgm:prSet presAssocID="{A9CB6B5E-5F12-470E-A6FD-04E3F2889EA9}" presName="compositeShape" presStyleCnt="0">
        <dgm:presLayoutVars>
          <dgm:chMax val="7"/>
          <dgm:dir/>
          <dgm:resizeHandles val="exact"/>
        </dgm:presLayoutVars>
      </dgm:prSet>
      <dgm:spPr/>
    </dgm:pt>
    <dgm:pt modelId="{F23F42FF-E0A9-43CC-8A40-1245B23A31B7}" type="pres">
      <dgm:prSet presAssocID="{A9CB6B5E-5F12-470E-A6FD-04E3F2889EA9}" presName="wedge1" presStyleLbl="node1" presStyleIdx="0" presStyleCnt="7"/>
      <dgm:spPr/>
    </dgm:pt>
    <dgm:pt modelId="{8D939144-7401-4D46-8107-CEF636AE5195}" type="pres">
      <dgm:prSet presAssocID="{A9CB6B5E-5F12-470E-A6FD-04E3F2889EA9}" presName="dummy1a" presStyleCnt="0"/>
      <dgm:spPr/>
    </dgm:pt>
    <dgm:pt modelId="{9AC48A1E-E72C-4BE8-8FCD-F716883BF2FA}" type="pres">
      <dgm:prSet presAssocID="{A9CB6B5E-5F12-470E-A6FD-04E3F2889EA9}" presName="dummy1b" presStyleCnt="0"/>
      <dgm:spPr/>
    </dgm:pt>
    <dgm:pt modelId="{3368B8EC-4B3D-4B01-ACD3-CA77E4D6C1A6}" type="pres">
      <dgm:prSet presAssocID="{A9CB6B5E-5F12-470E-A6FD-04E3F2889EA9}" presName="wedge1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3D9F3331-DEA7-40B1-BA7F-24ABA312DCBC}" type="pres">
      <dgm:prSet presAssocID="{A9CB6B5E-5F12-470E-A6FD-04E3F2889EA9}" presName="wedge2" presStyleLbl="node1" presStyleIdx="1" presStyleCnt="7"/>
      <dgm:spPr/>
    </dgm:pt>
    <dgm:pt modelId="{910A81A4-E4E1-46BE-8499-E1387383C653}" type="pres">
      <dgm:prSet presAssocID="{A9CB6B5E-5F12-470E-A6FD-04E3F2889EA9}" presName="dummy2a" presStyleCnt="0"/>
      <dgm:spPr/>
    </dgm:pt>
    <dgm:pt modelId="{507C37FF-07E4-4D53-8375-BF4F5871871A}" type="pres">
      <dgm:prSet presAssocID="{A9CB6B5E-5F12-470E-A6FD-04E3F2889EA9}" presName="dummy2b" presStyleCnt="0"/>
      <dgm:spPr/>
    </dgm:pt>
    <dgm:pt modelId="{9B3C1519-2138-4CDE-8421-7A9AD303523F}" type="pres">
      <dgm:prSet presAssocID="{A9CB6B5E-5F12-470E-A6FD-04E3F2889EA9}" presName="wedge2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848237DE-CDA4-4DD3-8093-FFA1820190E2}" type="pres">
      <dgm:prSet presAssocID="{A9CB6B5E-5F12-470E-A6FD-04E3F2889EA9}" presName="wedge3" presStyleLbl="node1" presStyleIdx="2" presStyleCnt="7"/>
      <dgm:spPr/>
    </dgm:pt>
    <dgm:pt modelId="{440A9F62-644B-4679-A29D-12B12E4439AD}" type="pres">
      <dgm:prSet presAssocID="{A9CB6B5E-5F12-470E-A6FD-04E3F2889EA9}" presName="dummy3a" presStyleCnt="0"/>
      <dgm:spPr/>
    </dgm:pt>
    <dgm:pt modelId="{7E79E050-E8DB-4A6D-B0EA-95E5E2AA0F85}" type="pres">
      <dgm:prSet presAssocID="{A9CB6B5E-5F12-470E-A6FD-04E3F2889EA9}" presName="dummy3b" presStyleCnt="0"/>
      <dgm:spPr/>
    </dgm:pt>
    <dgm:pt modelId="{5BBBEA0B-A316-4DAC-BF3B-2806829CFE24}" type="pres">
      <dgm:prSet presAssocID="{A9CB6B5E-5F12-470E-A6FD-04E3F2889EA9}" presName="wedge3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84BDAD87-8DF9-4627-8FD9-A16ECAAEB29C}" type="pres">
      <dgm:prSet presAssocID="{A9CB6B5E-5F12-470E-A6FD-04E3F2889EA9}" presName="wedge4" presStyleLbl="node1" presStyleIdx="3" presStyleCnt="7"/>
      <dgm:spPr/>
    </dgm:pt>
    <dgm:pt modelId="{67796774-5300-4DA1-A099-3A18EE05280A}" type="pres">
      <dgm:prSet presAssocID="{A9CB6B5E-5F12-470E-A6FD-04E3F2889EA9}" presName="dummy4a" presStyleCnt="0"/>
      <dgm:spPr/>
    </dgm:pt>
    <dgm:pt modelId="{3D362BB3-AFCC-45FC-8F90-01412EA2EE1F}" type="pres">
      <dgm:prSet presAssocID="{A9CB6B5E-5F12-470E-A6FD-04E3F2889EA9}" presName="dummy4b" presStyleCnt="0"/>
      <dgm:spPr/>
    </dgm:pt>
    <dgm:pt modelId="{72230AA2-345D-4AC9-9672-CB71E3282225}" type="pres">
      <dgm:prSet presAssocID="{A9CB6B5E-5F12-470E-A6FD-04E3F2889EA9}" presName="wedge4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92D521D5-C7CA-4043-BC35-D886B1E999E4}" type="pres">
      <dgm:prSet presAssocID="{A9CB6B5E-5F12-470E-A6FD-04E3F2889EA9}" presName="wedge5" presStyleLbl="node1" presStyleIdx="4" presStyleCnt="7"/>
      <dgm:spPr/>
    </dgm:pt>
    <dgm:pt modelId="{77DB3226-A102-46FE-9B54-EEB645F1C23B}" type="pres">
      <dgm:prSet presAssocID="{A9CB6B5E-5F12-470E-A6FD-04E3F2889EA9}" presName="dummy5a" presStyleCnt="0"/>
      <dgm:spPr/>
    </dgm:pt>
    <dgm:pt modelId="{3A20C52E-5C7D-47EB-90BC-869192B100AB}" type="pres">
      <dgm:prSet presAssocID="{A9CB6B5E-5F12-470E-A6FD-04E3F2889EA9}" presName="dummy5b" presStyleCnt="0"/>
      <dgm:spPr/>
    </dgm:pt>
    <dgm:pt modelId="{8AB8FEC2-4996-4E8A-A4E3-B6260FD5F854}" type="pres">
      <dgm:prSet presAssocID="{A9CB6B5E-5F12-470E-A6FD-04E3F2889EA9}" presName="wedge5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859455E9-B642-490E-81AE-E2FE36A0B42F}" type="pres">
      <dgm:prSet presAssocID="{A9CB6B5E-5F12-470E-A6FD-04E3F2889EA9}" presName="wedge6" presStyleLbl="node1" presStyleIdx="5" presStyleCnt="7"/>
      <dgm:spPr/>
    </dgm:pt>
    <dgm:pt modelId="{7CC3CA92-A98D-48E9-9B25-9072105766D9}" type="pres">
      <dgm:prSet presAssocID="{A9CB6B5E-5F12-470E-A6FD-04E3F2889EA9}" presName="dummy6a" presStyleCnt="0"/>
      <dgm:spPr/>
    </dgm:pt>
    <dgm:pt modelId="{D8E4A3B2-50E3-4CE8-99AD-3D786C5C2DD0}" type="pres">
      <dgm:prSet presAssocID="{A9CB6B5E-5F12-470E-A6FD-04E3F2889EA9}" presName="dummy6b" presStyleCnt="0"/>
      <dgm:spPr/>
    </dgm:pt>
    <dgm:pt modelId="{6883F00A-501F-45B1-9858-30116CC3DCBD}" type="pres">
      <dgm:prSet presAssocID="{A9CB6B5E-5F12-470E-A6FD-04E3F2889EA9}" presName="wedge6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52239C23-EA8A-425A-B2AD-72B532BCEB14}" type="pres">
      <dgm:prSet presAssocID="{A9CB6B5E-5F12-470E-A6FD-04E3F2889EA9}" presName="wedge7" presStyleLbl="node1" presStyleIdx="6" presStyleCnt="7"/>
      <dgm:spPr/>
    </dgm:pt>
    <dgm:pt modelId="{975F456E-3EB7-4603-9504-476075F8C436}" type="pres">
      <dgm:prSet presAssocID="{A9CB6B5E-5F12-470E-A6FD-04E3F2889EA9}" presName="dummy7a" presStyleCnt="0"/>
      <dgm:spPr/>
    </dgm:pt>
    <dgm:pt modelId="{6EF28D60-61A1-4204-940E-B7492B58449C}" type="pres">
      <dgm:prSet presAssocID="{A9CB6B5E-5F12-470E-A6FD-04E3F2889EA9}" presName="dummy7b" presStyleCnt="0"/>
      <dgm:spPr/>
    </dgm:pt>
    <dgm:pt modelId="{99F2669F-7752-4F6D-B932-CB96E925409B}" type="pres">
      <dgm:prSet presAssocID="{A9CB6B5E-5F12-470E-A6FD-04E3F2889EA9}" presName="wedge7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55E30E0E-5E01-4446-84FC-D196D45A0DBC}" type="pres">
      <dgm:prSet presAssocID="{0E5C1EB5-783D-404C-B5DF-7E6A221DF91C}" presName="arrowWedge1" presStyleLbl="fgSibTrans2D1" presStyleIdx="0" presStyleCnt="7"/>
      <dgm:spPr/>
    </dgm:pt>
    <dgm:pt modelId="{D946E798-E584-4669-B9C5-65699CE6D829}" type="pres">
      <dgm:prSet presAssocID="{A5F2E4EE-DE5F-41D0-BA52-7E77B747B4F9}" presName="arrowWedge2" presStyleLbl="fgSibTrans2D1" presStyleIdx="1" presStyleCnt="7"/>
      <dgm:spPr/>
    </dgm:pt>
    <dgm:pt modelId="{0F1AEDBE-1DD0-4F33-91D4-653B4465F1A5}" type="pres">
      <dgm:prSet presAssocID="{BF7F1325-F9A1-446F-8983-05D4FB53F640}" presName="arrowWedge3" presStyleLbl="fgSibTrans2D1" presStyleIdx="2" presStyleCnt="7"/>
      <dgm:spPr/>
    </dgm:pt>
    <dgm:pt modelId="{CF8C3013-2E2F-48DD-B9D8-F4B7D9FDA59A}" type="pres">
      <dgm:prSet presAssocID="{BE422213-C139-49C3-AB2A-2479076D85B9}" presName="arrowWedge4" presStyleLbl="fgSibTrans2D1" presStyleIdx="3" presStyleCnt="7"/>
      <dgm:spPr/>
    </dgm:pt>
    <dgm:pt modelId="{8A825957-6A94-426B-8F7E-9E038C333079}" type="pres">
      <dgm:prSet presAssocID="{D71DF95B-856D-4DF2-BA0E-2FBE911DB4D6}" presName="arrowWedge5" presStyleLbl="fgSibTrans2D1" presStyleIdx="4" presStyleCnt="7"/>
      <dgm:spPr/>
    </dgm:pt>
    <dgm:pt modelId="{8189D61E-E263-4FA5-AF4F-183BA0ED619F}" type="pres">
      <dgm:prSet presAssocID="{FE1486A2-FDA3-432D-A23D-E1310F9A3F2C}" presName="arrowWedge6" presStyleLbl="fgSibTrans2D1" presStyleIdx="5" presStyleCnt="7"/>
      <dgm:spPr/>
    </dgm:pt>
    <dgm:pt modelId="{0A653C24-E527-4DD9-8FC0-61EA60EA2247}" type="pres">
      <dgm:prSet presAssocID="{03A122FB-7BAB-45B2-9374-AAE826093B0A}" presName="arrowWedge7" presStyleLbl="fgSibTrans2D1" presStyleIdx="6" presStyleCnt="7"/>
      <dgm:spPr/>
    </dgm:pt>
  </dgm:ptLst>
  <dgm:cxnLst>
    <dgm:cxn modelId="{43CFF403-3522-4671-BA19-73D36CC34B31}" srcId="{A9CB6B5E-5F12-470E-A6FD-04E3F2889EA9}" destId="{F5748B01-7521-4213-AC93-23E127315D6A}" srcOrd="0" destOrd="0" parTransId="{9278B6AD-4233-48B9-A94B-F8320FBCE544}" sibTransId="{0E5C1EB5-783D-404C-B5DF-7E6A221DF91C}"/>
    <dgm:cxn modelId="{BEBDBD05-3DA8-4FFA-943C-637FA476F5B4}" type="presOf" srcId="{06CE0B84-03CD-49BF-A53E-7C7D7A57BA25}" destId="{859455E9-B642-490E-81AE-E2FE36A0B42F}" srcOrd="0" destOrd="0" presId="urn:microsoft.com/office/officeart/2005/8/layout/cycle8"/>
    <dgm:cxn modelId="{93C30710-6F4F-4346-A951-1CB0C18EE54F}" srcId="{A9CB6B5E-5F12-470E-A6FD-04E3F2889EA9}" destId="{2A15D100-F000-457E-A3F0-F9747A0CE0A0}" srcOrd="6" destOrd="0" parTransId="{0433B92E-2988-49B9-BC95-45AEACD83BE7}" sibTransId="{03A122FB-7BAB-45B2-9374-AAE826093B0A}"/>
    <dgm:cxn modelId="{F2F09C1E-04D8-4CC1-BA6F-FE9EE25A4BA4}" type="presOf" srcId="{2A15D100-F000-457E-A3F0-F9747A0CE0A0}" destId="{99F2669F-7752-4F6D-B932-CB96E925409B}" srcOrd="1" destOrd="0" presId="urn:microsoft.com/office/officeart/2005/8/layout/cycle8"/>
    <dgm:cxn modelId="{4C5CDA1F-8FC6-4A71-9127-43FE3A5CA513}" type="presOf" srcId="{06CE0B84-03CD-49BF-A53E-7C7D7A57BA25}" destId="{6883F00A-501F-45B1-9858-30116CC3DCBD}" srcOrd="1" destOrd="0" presId="urn:microsoft.com/office/officeart/2005/8/layout/cycle8"/>
    <dgm:cxn modelId="{99E67A31-E7C3-4AB7-BB7B-CB41D36A8E82}" srcId="{A9CB6B5E-5F12-470E-A6FD-04E3F2889EA9}" destId="{03F4A287-B766-4F50-A3EA-173103A01C5D}" srcOrd="1" destOrd="0" parTransId="{05FFA27A-16BE-4DC0-9147-D57A506915BA}" sibTransId="{A5F2E4EE-DE5F-41D0-BA52-7E77B747B4F9}"/>
    <dgm:cxn modelId="{1AB2AE31-03A1-4FA2-90BF-B065A34867A2}" srcId="{A9CB6B5E-5F12-470E-A6FD-04E3F2889EA9}" destId="{B5883FCD-58E2-405E-86FE-7B6746C0E7F5}" srcOrd="3" destOrd="0" parTransId="{668F6F73-FC90-428D-9F59-DD82C3336631}" sibTransId="{BE422213-C139-49C3-AB2A-2479076D85B9}"/>
    <dgm:cxn modelId="{D565D131-3CAA-4F5B-9FE8-2FCFABB3AEFD}" type="presOf" srcId="{F5748B01-7521-4213-AC93-23E127315D6A}" destId="{3368B8EC-4B3D-4B01-ACD3-CA77E4D6C1A6}" srcOrd="1" destOrd="0" presId="urn:microsoft.com/office/officeart/2005/8/layout/cycle8"/>
    <dgm:cxn modelId="{31DB2337-54EF-4988-80EA-AC726B7A3530}" type="presOf" srcId="{64F850E8-2195-4D0B-AD3E-0687DB4BE323}" destId="{5BBBEA0B-A316-4DAC-BF3B-2806829CFE24}" srcOrd="1" destOrd="0" presId="urn:microsoft.com/office/officeart/2005/8/layout/cycle8"/>
    <dgm:cxn modelId="{52CD9161-16CD-4332-BAB2-3414389587A1}" type="presOf" srcId="{F5748B01-7521-4213-AC93-23E127315D6A}" destId="{F23F42FF-E0A9-43CC-8A40-1245B23A31B7}" srcOrd="0" destOrd="0" presId="urn:microsoft.com/office/officeart/2005/8/layout/cycle8"/>
    <dgm:cxn modelId="{5B762F4A-B7E8-429A-AAC2-BA4A2139BFA4}" srcId="{A9CB6B5E-5F12-470E-A6FD-04E3F2889EA9}" destId="{06CE0B84-03CD-49BF-A53E-7C7D7A57BA25}" srcOrd="5" destOrd="0" parTransId="{0548CCBC-CE38-44D9-9EF6-800C41308BF5}" sibTransId="{FE1486A2-FDA3-432D-A23D-E1310F9A3F2C}"/>
    <dgm:cxn modelId="{C2C7F173-D0DB-4087-97EF-1D7558E7927A}" type="presOf" srcId="{B5883FCD-58E2-405E-86FE-7B6746C0E7F5}" destId="{84BDAD87-8DF9-4627-8FD9-A16ECAAEB29C}" srcOrd="0" destOrd="0" presId="urn:microsoft.com/office/officeart/2005/8/layout/cycle8"/>
    <dgm:cxn modelId="{5639F253-ECF0-4E1D-941A-66834426E077}" type="presOf" srcId="{03F4A287-B766-4F50-A3EA-173103A01C5D}" destId="{3D9F3331-DEA7-40B1-BA7F-24ABA312DCBC}" srcOrd="0" destOrd="0" presId="urn:microsoft.com/office/officeart/2005/8/layout/cycle8"/>
    <dgm:cxn modelId="{B0CD475A-2E09-4B13-BEA2-5073BA26931C}" type="presOf" srcId="{A9CB6B5E-5F12-470E-A6FD-04E3F2889EA9}" destId="{EF24F998-2015-45A6-9227-A46ABB8A1A3D}" srcOrd="0" destOrd="0" presId="urn:microsoft.com/office/officeart/2005/8/layout/cycle8"/>
    <dgm:cxn modelId="{BE00835A-96EC-49EB-AADA-CC844A0EBE81}" type="presOf" srcId="{B5883FCD-58E2-405E-86FE-7B6746C0E7F5}" destId="{72230AA2-345D-4AC9-9672-CB71E3282225}" srcOrd="1" destOrd="0" presId="urn:microsoft.com/office/officeart/2005/8/layout/cycle8"/>
    <dgm:cxn modelId="{9C279780-54BD-4B6C-8672-629F08D6F817}" type="presOf" srcId="{2A15D100-F000-457E-A3F0-F9747A0CE0A0}" destId="{52239C23-EA8A-425A-B2AD-72B532BCEB14}" srcOrd="0" destOrd="0" presId="urn:microsoft.com/office/officeart/2005/8/layout/cycle8"/>
    <dgm:cxn modelId="{E3B7A781-4487-48CB-A23D-8D81E760442C}" type="presOf" srcId="{64F850E8-2195-4D0B-AD3E-0687DB4BE323}" destId="{848237DE-CDA4-4DD3-8093-FFA1820190E2}" srcOrd="0" destOrd="0" presId="urn:microsoft.com/office/officeart/2005/8/layout/cycle8"/>
    <dgm:cxn modelId="{05205AA1-82E0-47BB-B0D4-EEF6481BBDE5}" type="presOf" srcId="{6432254D-9057-45AC-BA55-1915C5184F4B}" destId="{8AB8FEC2-4996-4E8A-A4E3-B6260FD5F854}" srcOrd="1" destOrd="0" presId="urn:microsoft.com/office/officeart/2005/8/layout/cycle8"/>
    <dgm:cxn modelId="{F26814BB-7C28-4144-95AF-56DBDD28FDCC}" type="presOf" srcId="{03F4A287-B766-4F50-A3EA-173103A01C5D}" destId="{9B3C1519-2138-4CDE-8421-7A9AD303523F}" srcOrd="1" destOrd="0" presId="urn:microsoft.com/office/officeart/2005/8/layout/cycle8"/>
    <dgm:cxn modelId="{D80DB7D1-78D6-4610-95BE-1C9A133E7716}" type="presOf" srcId="{6432254D-9057-45AC-BA55-1915C5184F4B}" destId="{92D521D5-C7CA-4043-BC35-D886B1E999E4}" srcOrd="0" destOrd="0" presId="urn:microsoft.com/office/officeart/2005/8/layout/cycle8"/>
    <dgm:cxn modelId="{CB0F3AED-9A6D-4185-B08B-1A8E604E844E}" srcId="{A9CB6B5E-5F12-470E-A6FD-04E3F2889EA9}" destId="{64F850E8-2195-4D0B-AD3E-0687DB4BE323}" srcOrd="2" destOrd="0" parTransId="{77C83DE7-E8B3-4AAC-906B-9AC3115F2800}" sibTransId="{BF7F1325-F9A1-446F-8983-05D4FB53F640}"/>
    <dgm:cxn modelId="{9D16DCF1-74D4-4D90-969F-7B1029027F1B}" srcId="{A9CB6B5E-5F12-470E-A6FD-04E3F2889EA9}" destId="{6432254D-9057-45AC-BA55-1915C5184F4B}" srcOrd="4" destOrd="0" parTransId="{1DC90B80-1364-4E0D-879F-F09F2A76E031}" sibTransId="{D71DF95B-856D-4DF2-BA0E-2FBE911DB4D6}"/>
    <dgm:cxn modelId="{C8B2510C-F06D-4631-B3DB-DD0AE7D6A0DA}" type="presParOf" srcId="{EF24F998-2015-45A6-9227-A46ABB8A1A3D}" destId="{F23F42FF-E0A9-43CC-8A40-1245B23A31B7}" srcOrd="0" destOrd="0" presId="urn:microsoft.com/office/officeart/2005/8/layout/cycle8"/>
    <dgm:cxn modelId="{CD91DCFF-EF51-48A0-BFAD-F6B475B608C1}" type="presParOf" srcId="{EF24F998-2015-45A6-9227-A46ABB8A1A3D}" destId="{8D939144-7401-4D46-8107-CEF636AE5195}" srcOrd="1" destOrd="0" presId="urn:microsoft.com/office/officeart/2005/8/layout/cycle8"/>
    <dgm:cxn modelId="{C9CEEFF3-40B4-4284-B3C6-018B9D58297A}" type="presParOf" srcId="{EF24F998-2015-45A6-9227-A46ABB8A1A3D}" destId="{9AC48A1E-E72C-4BE8-8FCD-F716883BF2FA}" srcOrd="2" destOrd="0" presId="urn:microsoft.com/office/officeart/2005/8/layout/cycle8"/>
    <dgm:cxn modelId="{CB768C75-5C7B-4C4B-8346-9047D552EC5B}" type="presParOf" srcId="{EF24F998-2015-45A6-9227-A46ABB8A1A3D}" destId="{3368B8EC-4B3D-4B01-ACD3-CA77E4D6C1A6}" srcOrd="3" destOrd="0" presId="urn:microsoft.com/office/officeart/2005/8/layout/cycle8"/>
    <dgm:cxn modelId="{EF2B292C-DD73-4CEF-B7B5-98DD50A4A1ED}" type="presParOf" srcId="{EF24F998-2015-45A6-9227-A46ABB8A1A3D}" destId="{3D9F3331-DEA7-40B1-BA7F-24ABA312DCBC}" srcOrd="4" destOrd="0" presId="urn:microsoft.com/office/officeart/2005/8/layout/cycle8"/>
    <dgm:cxn modelId="{3488A507-CDD8-4231-BE9A-7E8CD31FD6C0}" type="presParOf" srcId="{EF24F998-2015-45A6-9227-A46ABB8A1A3D}" destId="{910A81A4-E4E1-46BE-8499-E1387383C653}" srcOrd="5" destOrd="0" presId="urn:microsoft.com/office/officeart/2005/8/layout/cycle8"/>
    <dgm:cxn modelId="{225587F8-F229-45B6-8D9A-F7BD61ACC28F}" type="presParOf" srcId="{EF24F998-2015-45A6-9227-A46ABB8A1A3D}" destId="{507C37FF-07E4-4D53-8375-BF4F5871871A}" srcOrd="6" destOrd="0" presId="urn:microsoft.com/office/officeart/2005/8/layout/cycle8"/>
    <dgm:cxn modelId="{A1C24874-BDC4-4749-AB5E-75ABC2CBBAC6}" type="presParOf" srcId="{EF24F998-2015-45A6-9227-A46ABB8A1A3D}" destId="{9B3C1519-2138-4CDE-8421-7A9AD303523F}" srcOrd="7" destOrd="0" presId="urn:microsoft.com/office/officeart/2005/8/layout/cycle8"/>
    <dgm:cxn modelId="{0D3C4CB8-BB92-43E8-80E0-09624FE863BF}" type="presParOf" srcId="{EF24F998-2015-45A6-9227-A46ABB8A1A3D}" destId="{848237DE-CDA4-4DD3-8093-FFA1820190E2}" srcOrd="8" destOrd="0" presId="urn:microsoft.com/office/officeart/2005/8/layout/cycle8"/>
    <dgm:cxn modelId="{C244CAA8-50A1-4CD9-B917-1A171AC5CF05}" type="presParOf" srcId="{EF24F998-2015-45A6-9227-A46ABB8A1A3D}" destId="{440A9F62-644B-4679-A29D-12B12E4439AD}" srcOrd="9" destOrd="0" presId="urn:microsoft.com/office/officeart/2005/8/layout/cycle8"/>
    <dgm:cxn modelId="{6F088C2F-77CD-46A9-91A5-FC7F4AB8FE7D}" type="presParOf" srcId="{EF24F998-2015-45A6-9227-A46ABB8A1A3D}" destId="{7E79E050-E8DB-4A6D-B0EA-95E5E2AA0F85}" srcOrd="10" destOrd="0" presId="urn:microsoft.com/office/officeart/2005/8/layout/cycle8"/>
    <dgm:cxn modelId="{C0BA3BBB-CF68-4AC1-A300-E7CB928A510B}" type="presParOf" srcId="{EF24F998-2015-45A6-9227-A46ABB8A1A3D}" destId="{5BBBEA0B-A316-4DAC-BF3B-2806829CFE24}" srcOrd="11" destOrd="0" presId="urn:microsoft.com/office/officeart/2005/8/layout/cycle8"/>
    <dgm:cxn modelId="{16E3DCCE-D8FF-473E-A65A-EFA6EB5F028A}" type="presParOf" srcId="{EF24F998-2015-45A6-9227-A46ABB8A1A3D}" destId="{84BDAD87-8DF9-4627-8FD9-A16ECAAEB29C}" srcOrd="12" destOrd="0" presId="urn:microsoft.com/office/officeart/2005/8/layout/cycle8"/>
    <dgm:cxn modelId="{4ED18D6C-768C-4953-81D8-418792779CEB}" type="presParOf" srcId="{EF24F998-2015-45A6-9227-A46ABB8A1A3D}" destId="{67796774-5300-4DA1-A099-3A18EE05280A}" srcOrd="13" destOrd="0" presId="urn:microsoft.com/office/officeart/2005/8/layout/cycle8"/>
    <dgm:cxn modelId="{1641B7BB-90B9-4B7F-86F7-571CC0181038}" type="presParOf" srcId="{EF24F998-2015-45A6-9227-A46ABB8A1A3D}" destId="{3D362BB3-AFCC-45FC-8F90-01412EA2EE1F}" srcOrd="14" destOrd="0" presId="urn:microsoft.com/office/officeart/2005/8/layout/cycle8"/>
    <dgm:cxn modelId="{3AD6BDFD-284B-482F-B8D5-3BC30D93B6D3}" type="presParOf" srcId="{EF24F998-2015-45A6-9227-A46ABB8A1A3D}" destId="{72230AA2-345D-4AC9-9672-CB71E3282225}" srcOrd="15" destOrd="0" presId="urn:microsoft.com/office/officeart/2005/8/layout/cycle8"/>
    <dgm:cxn modelId="{B0E47DF7-78D0-4040-AC83-1A4F540CE159}" type="presParOf" srcId="{EF24F998-2015-45A6-9227-A46ABB8A1A3D}" destId="{92D521D5-C7CA-4043-BC35-D886B1E999E4}" srcOrd="16" destOrd="0" presId="urn:microsoft.com/office/officeart/2005/8/layout/cycle8"/>
    <dgm:cxn modelId="{7DA90F14-2B98-42D4-AEDA-F3613C3713C6}" type="presParOf" srcId="{EF24F998-2015-45A6-9227-A46ABB8A1A3D}" destId="{77DB3226-A102-46FE-9B54-EEB645F1C23B}" srcOrd="17" destOrd="0" presId="urn:microsoft.com/office/officeart/2005/8/layout/cycle8"/>
    <dgm:cxn modelId="{ADE2ABE0-AB26-478E-A752-376E1B1447B8}" type="presParOf" srcId="{EF24F998-2015-45A6-9227-A46ABB8A1A3D}" destId="{3A20C52E-5C7D-47EB-90BC-869192B100AB}" srcOrd="18" destOrd="0" presId="urn:microsoft.com/office/officeart/2005/8/layout/cycle8"/>
    <dgm:cxn modelId="{FF283C00-44C6-4504-97DB-395BC0C5DD50}" type="presParOf" srcId="{EF24F998-2015-45A6-9227-A46ABB8A1A3D}" destId="{8AB8FEC2-4996-4E8A-A4E3-B6260FD5F854}" srcOrd="19" destOrd="0" presId="urn:microsoft.com/office/officeart/2005/8/layout/cycle8"/>
    <dgm:cxn modelId="{23FAFE42-BAB6-4282-B772-AC1483EF775A}" type="presParOf" srcId="{EF24F998-2015-45A6-9227-A46ABB8A1A3D}" destId="{859455E9-B642-490E-81AE-E2FE36A0B42F}" srcOrd="20" destOrd="0" presId="urn:microsoft.com/office/officeart/2005/8/layout/cycle8"/>
    <dgm:cxn modelId="{84DC8FEC-F2FD-477F-B8C5-72C90454DC99}" type="presParOf" srcId="{EF24F998-2015-45A6-9227-A46ABB8A1A3D}" destId="{7CC3CA92-A98D-48E9-9B25-9072105766D9}" srcOrd="21" destOrd="0" presId="urn:microsoft.com/office/officeart/2005/8/layout/cycle8"/>
    <dgm:cxn modelId="{EC25BD21-79AE-4C40-99FA-06A0C22CBFCE}" type="presParOf" srcId="{EF24F998-2015-45A6-9227-A46ABB8A1A3D}" destId="{D8E4A3B2-50E3-4CE8-99AD-3D786C5C2DD0}" srcOrd="22" destOrd="0" presId="urn:microsoft.com/office/officeart/2005/8/layout/cycle8"/>
    <dgm:cxn modelId="{20FDB5B6-7590-4F29-BF82-C67B51C0A05A}" type="presParOf" srcId="{EF24F998-2015-45A6-9227-A46ABB8A1A3D}" destId="{6883F00A-501F-45B1-9858-30116CC3DCBD}" srcOrd="23" destOrd="0" presId="urn:microsoft.com/office/officeart/2005/8/layout/cycle8"/>
    <dgm:cxn modelId="{89A004EB-2F81-4F33-8A18-2B3D21846A12}" type="presParOf" srcId="{EF24F998-2015-45A6-9227-A46ABB8A1A3D}" destId="{52239C23-EA8A-425A-B2AD-72B532BCEB14}" srcOrd="24" destOrd="0" presId="urn:microsoft.com/office/officeart/2005/8/layout/cycle8"/>
    <dgm:cxn modelId="{EE14BCF5-C483-46BA-9BCE-6C55C349D953}" type="presParOf" srcId="{EF24F998-2015-45A6-9227-A46ABB8A1A3D}" destId="{975F456E-3EB7-4603-9504-476075F8C436}" srcOrd="25" destOrd="0" presId="urn:microsoft.com/office/officeart/2005/8/layout/cycle8"/>
    <dgm:cxn modelId="{42297FEB-F5E6-4BD9-9D49-18DDDD8D6852}" type="presParOf" srcId="{EF24F998-2015-45A6-9227-A46ABB8A1A3D}" destId="{6EF28D60-61A1-4204-940E-B7492B58449C}" srcOrd="26" destOrd="0" presId="urn:microsoft.com/office/officeart/2005/8/layout/cycle8"/>
    <dgm:cxn modelId="{E33D8F98-4AE0-49E0-9461-8914EAF60282}" type="presParOf" srcId="{EF24F998-2015-45A6-9227-A46ABB8A1A3D}" destId="{99F2669F-7752-4F6D-B932-CB96E925409B}" srcOrd="27" destOrd="0" presId="urn:microsoft.com/office/officeart/2005/8/layout/cycle8"/>
    <dgm:cxn modelId="{1AC8F786-3925-4DB7-A6B2-988D2E3BC06B}" type="presParOf" srcId="{EF24F998-2015-45A6-9227-A46ABB8A1A3D}" destId="{55E30E0E-5E01-4446-84FC-D196D45A0DBC}" srcOrd="28" destOrd="0" presId="urn:microsoft.com/office/officeart/2005/8/layout/cycle8"/>
    <dgm:cxn modelId="{E80BF6A6-FC1F-47D7-BFD0-AE60380BC7D1}" type="presParOf" srcId="{EF24F998-2015-45A6-9227-A46ABB8A1A3D}" destId="{D946E798-E584-4669-B9C5-65699CE6D829}" srcOrd="29" destOrd="0" presId="urn:microsoft.com/office/officeart/2005/8/layout/cycle8"/>
    <dgm:cxn modelId="{72B50304-EA24-4A2E-A152-08473865136C}" type="presParOf" srcId="{EF24F998-2015-45A6-9227-A46ABB8A1A3D}" destId="{0F1AEDBE-1DD0-4F33-91D4-653B4465F1A5}" srcOrd="30" destOrd="0" presId="urn:microsoft.com/office/officeart/2005/8/layout/cycle8"/>
    <dgm:cxn modelId="{F26EE7BC-01FD-465C-AB57-E139A1C385EB}" type="presParOf" srcId="{EF24F998-2015-45A6-9227-A46ABB8A1A3D}" destId="{CF8C3013-2E2F-48DD-B9D8-F4B7D9FDA59A}" srcOrd="31" destOrd="0" presId="urn:microsoft.com/office/officeart/2005/8/layout/cycle8"/>
    <dgm:cxn modelId="{563C4090-C8EA-4A4C-A61E-599D53EFED0C}" type="presParOf" srcId="{EF24F998-2015-45A6-9227-A46ABB8A1A3D}" destId="{8A825957-6A94-426B-8F7E-9E038C333079}" srcOrd="32" destOrd="0" presId="urn:microsoft.com/office/officeart/2005/8/layout/cycle8"/>
    <dgm:cxn modelId="{B2CF559B-A8C7-491D-A76F-620EF0A1EC45}" type="presParOf" srcId="{EF24F998-2015-45A6-9227-A46ABB8A1A3D}" destId="{8189D61E-E263-4FA5-AF4F-183BA0ED619F}" srcOrd="33" destOrd="0" presId="urn:microsoft.com/office/officeart/2005/8/layout/cycle8"/>
    <dgm:cxn modelId="{10DF2842-ED7A-4D18-8E4B-6767F38D12B1}" type="presParOf" srcId="{EF24F998-2015-45A6-9227-A46ABB8A1A3D}" destId="{0A653C24-E527-4DD9-8FC0-61EA60EA2247}" srcOrd="3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AE571-8706-43A7-A679-6A6AC3B32F57}">
      <dsp:nvSpPr>
        <dsp:cNvPr id="0" name=""/>
        <dsp:cNvSpPr/>
      </dsp:nvSpPr>
      <dsp:spPr>
        <a:xfrm>
          <a:off x="2692642" y="507769"/>
          <a:ext cx="3916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164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7907" y="551377"/>
        <a:ext cx="21112" cy="4222"/>
      </dsp:txXfrm>
    </dsp:sp>
    <dsp:sp modelId="{513AEC73-6C59-45DE-860C-D0743349150A}">
      <dsp:nvSpPr>
        <dsp:cNvPr id="0" name=""/>
        <dsp:cNvSpPr/>
      </dsp:nvSpPr>
      <dsp:spPr>
        <a:xfrm>
          <a:off x="858602" y="2737"/>
          <a:ext cx="1835839" cy="11015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Un Sprint es:</a:t>
          </a:r>
          <a:endParaRPr lang="en-US" sz="1300" kern="1200"/>
        </a:p>
      </dsp:txBody>
      <dsp:txXfrm>
        <a:off x="858602" y="2737"/>
        <a:ext cx="1835839" cy="1101503"/>
      </dsp:txXfrm>
    </dsp:sp>
    <dsp:sp modelId="{B5689A7A-C300-469E-8BF9-EC6163C7B09F}">
      <dsp:nvSpPr>
        <dsp:cNvPr id="0" name=""/>
        <dsp:cNvSpPr/>
      </dsp:nvSpPr>
      <dsp:spPr>
        <a:xfrm>
          <a:off x="1776522" y="1102440"/>
          <a:ext cx="2258082" cy="391643"/>
        </a:xfrm>
        <a:custGeom>
          <a:avLst/>
          <a:gdLst/>
          <a:ahLst/>
          <a:cxnLst/>
          <a:rect l="0" t="0" r="0" b="0"/>
          <a:pathLst>
            <a:path>
              <a:moveTo>
                <a:pt x="2258082" y="0"/>
              </a:moveTo>
              <a:lnTo>
                <a:pt x="2258082" y="212921"/>
              </a:lnTo>
              <a:lnTo>
                <a:pt x="0" y="212921"/>
              </a:lnTo>
              <a:lnTo>
                <a:pt x="0" y="3916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8133" y="1296151"/>
        <a:ext cx="114861" cy="4222"/>
      </dsp:txXfrm>
    </dsp:sp>
    <dsp:sp modelId="{2BCA7D97-8CD7-4E41-A0AC-1CE7A7258157}">
      <dsp:nvSpPr>
        <dsp:cNvPr id="0" name=""/>
        <dsp:cNvSpPr/>
      </dsp:nvSpPr>
      <dsp:spPr>
        <a:xfrm>
          <a:off x="3116685" y="2737"/>
          <a:ext cx="1835839" cy="11015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Un período corto de trabajo donde se construye un incremento funcional del sistema.</a:t>
          </a:r>
          <a:endParaRPr lang="en-US" sz="1300" kern="1200"/>
        </a:p>
      </dsp:txBody>
      <dsp:txXfrm>
        <a:off x="3116685" y="2737"/>
        <a:ext cx="1835839" cy="1101503"/>
      </dsp:txXfrm>
    </dsp:sp>
    <dsp:sp modelId="{69871155-7413-48BD-97AF-DB7E1572D612}">
      <dsp:nvSpPr>
        <dsp:cNvPr id="0" name=""/>
        <dsp:cNvSpPr/>
      </dsp:nvSpPr>
      <dsp:spPr>
        <a:xfrm>
          <a:off x="2692642" y="2031516"/>
          <a:ext cx="3916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1643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7907" y="2075124"/>
        <a:ext cx="21112" cy="4222"/>
      </dsp:txXfrm>
    </dsp:sp>
    <dsp:sp modelId="{1D969D64-000C-462F-BCFD-3A1566E137CB}">
      <dsp:nvSpPr>
        <dsp:cNvPr id="0" name=""/>
        <dsp:cNvSpPr/>
      </dsp:nvSpPr>
      <dsp:spPr>
        <a:xfrm>
          <a:off x="858602" y="1526484"/>
          <a:ext cx="1835839" cy="110150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En contexto académico:</a:t>
          </a:r>
          <a:endParaRPr lang="en-US" sz="1300" kern="1200"/>
        </a:p>
      </dsp:txBody>
      <dsp:txXfrm>
        <a:off x="858602" y="1526484"/>
        <a:ext cx="1835839" cy="1101503"/>
      </dsp:txXfrm>
    </dsp:sp>
    <dsp:sp modelId="{03A88065-6FC2-4477-B683-48E6D72E0C04}">
      <dsp:nvSpPr>
        <dsp:cNvPr id="0" name=""/>
        <dsp:cNvSpPr/>
      </dsp:nvSpPr>
      <dsp:spPr>
        <a:xfrm>
          <a:off x="1776522" y="2626187"/>
          <a:ext cx="2258082" cy="391643"/>
        </a:xfrm>
        <a:custGeom>
          <a:avLst/>
          <a:gdLst/>
          <a:ahLst/>
          <a:cxnLst/>
          <a:rect l="0" t="0" r="0" b="0"/>
          <a:pathLst>
            <a:path>
              <a:moveTo>
                <a:pt x="2258082" y="0"/>
              </a:moveTo>
              <a:lnTo>
                <a:pt x="2258082" y="212921"/>
              </a:lnTo>
              <a:lnTo>
                <a:pt x="0" y="212921"/>
              </a:lnTo>
              <a:lnTo>
                <a:pt x="0" y="39164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8133" y="2819898"/>
        <a:ext cx="114861" cy="4222"/>
      </dsp:txXfrm>
    </dsp:sp>
    <dsp:sp modelId="{45219B99-5F51-4C79-B5D3-A58C811FA020}">
      <dsp:nvSpPr>
        <dsp:cNvPr id="0" name=""/>
        <dsp:cNvSpPr/>
      </dsp:nvSpPr>
      <dsp:spPr>
        <a:xfrm>
          <a:off x="3116685" y="1526484"/>
          <a:ext cx="1835839" cy="11015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1 o 2 semanas.</a:t>
          </a:r>
          <a:endParaRPr lang="en-US" sz="1300" kern="1200"/>
        </a:p>
      </dsp:txBody>
      <dsp:txXfrm>
        <a:off x="3116685" y="1526484"/>
        <a:ext cx="1835839" cy="1101503"/>
      </dsp:txXfrm>
    </dsp:sp>
    <dsp:sp modelId="{DAAA650B-997C-4CD3-A0E6-4BE897C31EBE}">
      <dsp:nvSpPr>
        <dsp:cNvPr id="0" name=""/>
        <dsp:cNvSpPr/>
      </dsp:nvSpPr>
      <dsp:spPr>
        <a:xfrm>
          <a:off x="2692642" y="3555262"/>
          <a:ext cx="3916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1643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7907" y="3598871"/>
        <a:ext cx="21112" cy="4222"/>
      </dsp:txXfrm>
    </dsp:sp>
    <dsp:sp modelId="{754A31F4-B693-48E8-8FA8-75942801774B}">
      <dsp:nvSpPr>
        <dsp:cNvPr id="0" name=""/>
        <dsp:cNvSpPr/>
      </dsp:nvSpPr>
      <dsp:spPr>
        <a:xfrm>
          <a:off x="858602" y="3050231"/>
          <a:ext cx="1835839" cy="110150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Objetivos claros.</a:t>
          </a:r>
          <a:endParaRPr lang="en-US" sz="1300" kern="1200"/>
        </a:p>
      </dsp:txBody>
      <dsp:txXfrm>
        <a:off x="858602" y="3050231"/>
        <a:ext cx="1835839" cy="1101503"/>
      </dsp:txXfrm>
    </dsp:sp>
    <dsp:sp modelId="{626CB5C0-6A3D-456B-86E2-B22344334A4C}">
      <dsp:nvSpPr>
        <dsp:cNvPr id="0" name=""/>
        <dsp:cNvSpPr/>
      </dsp:nvSpPr>
      <dsp:spPr>
        <a:xfrm>
          <a:off x="1776522" y="4149934"/>
          <a:ext cx="2258082" cy="391643"/>
        </a:xfrm>
        <a:custGeom>
          <a:avLst/>
          <a:gdLst/>
          <a:ahLst/>
          <a:cxnLst/>
          <a:rect l="0" t="0" r="0" b="0"/>
          <a:pathLst>
            <a:path>
              <a:moveTo>
                <a:pt x="2258082" y="0"/>
              </a:moveTo>
              <a:lnTo>
                <a:pt x="2258082" y="212921"/>
              </a:lnTo>
              <a:lnTo>
                <a:pt x="0" y="212921"/>
              </a:lnTo>
              <a:lnTo>
                <a:pt x="0" y="391643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8133" y="4343645"/>
        <a:ext cx="114861" cy="4222"/>
      </dsp:txXfrm>
    </dsp:sp>
    <dsp:sp modelId="{D9490E3F-FD7E-4C09-923D-884AD97D9AD4}">
      <dsp:nvSpPr>
        <dsp:cNvPr id="0" name=""/>
        <dsp:cNvSpPr/>
      </dsp:nvSpPr>
      <dsp:spPr>
        <a:xfrm>
          <a:off x="3116685" y="3050231"/>
          <a:ext cx="1835839" cy="11015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Entregable verificable.</a:t>
          </a:r>
          <a:endParaRPr lang="en-US" sz="1300" kern="1200"/>
        </a:p>
      </dsp:txBody>
      <dsp:txXfrm>
        <a:off x="3116685" y="3050231"/>
        <a:ext cx="1835839" cy="1101503"/>
      </dsp:txXfrm>
    </dsp:sp>
    <dsp:sp modelId="{72B33F83-B098-4783-8060-2990D6916061}">
      <dsp:nvSpPr>
        <dsp:cNvPr id="0" name=""/>
        <dsp:cNvSpPr/>
      </dsp:nvSpPr>
      <dsp:spPr>
        <a:xfrm>
          <a:off x="858602" y="4573978"/>
          <a:ext cx="1835839" cy="110150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9958" tIns="94426" rIns="89958" bIns="9442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Cada sprint debe producir algo funcional.</a:t>
          </a:r>
          <a:endParaRPr lang="en-US" sz="1300" kern="1200"/>
        </a:p>
      </dsp:txBody>
      <dsp:txXfrm>
        <a:off x="858602" y="4573978"/>
        <a:ext cx="1835839" cy="11015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F42FF-E0A9-43CC-8A40-1245B23A31B7}">
      <dsp:nvSpPr>
        <dsp:cNvPr id="0" name=""/>
        <dsp:cNvSpPr/>
      </dsp:nvSpPr>
      <dsp:spPr>
        <a:xfrm>
          <a:off x="1090219" y="332689"/>
          <a:ext cx="4581292" cy="4581292"/>
        </a:xfrm>
        <a:prstGeom prst="pie">
          <a:avLst>
            <a:gd name="adj1" fmla="val 16200000"/>
            <a:gd name="adj2" fmla="val 19285716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Cada equipo debe definir:</a:t>
          </a:r>
          <a:endParaRPr lang="en-US" sz="1300" kern="1200"/>
        </a:p>
      </dsp:txBody>
      <dsp:txXfrm>
        <a:off x="3497034" y="758094"/>
        <a:ext cx="1090784" cy="872627"/>
      </dsp:txXfrm>
    </dsp:sp>
    <dsp:sp modelId="{3D9F3331-DEA7-40B1-BA7F-24ABA312DCBC}">
      <dsp:nvSpPr>
        <dsp:cNvPr id="0" name=""/>
        <dsp:cNvSpPr/>
      </dsp:nvSpPr>
      <dsp:spPr>
        <a:xfrm>
          <a:off x="1149121" y="406317"/>
          <a:ext cx="4581292" cy="4581292"/>
        </a:xfrm>
        <a:prstGeom prst="pie">
          <a:avLst>
            <a:gd name="adj1" fmla="val 19285716"/>
            <a:gd name="adj2" fmla="val 77142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Backlog inicial.</a:t>
          </a:r>
          <a:endParaRPr lang="en-US" sz="1300" kern="1200"/>
        </a:p>
      </dsp:txBody>
      <dsp:txXfrm>
        <a:off x="4260582" y="2067035"/>
        <a:ext cx="1254401" cy="763548"/>
      </dsp:txXfrm>
    </dsp:sp>
    <dsp:sp modelId="{848237DE-CDA4-4DD3-8093-FFA1820190E2}">
      <dsp:nvSpPr>
        <dsp:cNvPr id="0" name=""/>
        <dsp:cNvSpPr/>
      </dsp:nvSpPr>
      <dsp:spPr>
        <a:xfrm>
          <a:off x="1127851" y="499033"/>
          <a:ext cx="4581292" cy="4581292"/>
        </a:xfrm>
        <a:prstGeom prst="pie">
          <a:avLst>
            <a:gd name="adj1" fmla="val 771428"/>
            <a:gd name="adj2" fmla="val 3857143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Prioridades.</a:t>
          </a:r>
          <a:endParaRPr lang="en-US" sz="1300" kern="1200"/>
        </a:p>
      </dsp:txBody>
      <dsp:txXfrm>
        <a:off x="4069695" y="3212358"/>
        <a:ext cx="1090784" cy="845357"/>
      </dsp:txXfrm>
    </dsp:sp>
    <dsp:sp modelId="{84BDAD87-8DF9-4627-8FD9-A16ECAAEB29C}">
      <dsp:nvSpPr>
        <dsp:cNvPr id="0" name=""/>
        <dsp:cNvSpPr/>
      </dsp:nvSpPr>
      <dsp:spPr>
        <a:xfrm>
          <a:off x="1042770" y="539938"/>
          <a:ext cx="4581292" cy="4581292"/>
        </a:xfrm>
        <a:prstGeom prst="pie">
          <a:avLst>
            <a:gd name="adj1" fmla="val 3857226"/>
            <a:gd name="adj2" fmla="val 6942858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Primer sprint.</a:t>
          </a:r>
          <a:endParaRPr lang="en-US" sz="1300" kern="1200"/>
        </a:p>
      </dsp:txBody>
      <dsp:txXfrm>
        <a:off x="2801659" y="4139525"/>
        <a:ext cx="1063514" cy="763548"/>
      </dsp:txXfrm>
    </dsp:sp>
    <dsp:sp modelId="{92D521D5-C7CA-4043-BC35-D886B1E999E4}">
      <dsp:nvSpPr>
        <dsp:cNvPr id="0" name=""/>
        <dsp:cNvSpPr/>
      </dsp:nvSpPr>
      <dsp:spPr>
        <a:xfrm>
          <a:off x="957688" y="499033"/>
          <a:ext cx="4581292" cy="4581292"/>
        </a:xfrm>
        <a:prstGeom prst="pie">
          <a:avLst>
            <a:gd name="adj1" fmla="val 6942858"/>
            <a:gd name="adj2" fmla="val 1002857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Entregables del sprint.</a:t>
          </a:r>
          <a:endParaRPr lang="en-US" sz="1300" kern="1200"/>
        </a:p>
      </dsp:txBody>
      <dsp:txXfrm>
        <a:off x="1506353" y="3212358"/>
        <a:ext cx="1090784" cy="845357"/>
      </dsp:txXfrm>
    </dsp:sp>
    <dsp:sp modelId="{859455E9-B642-490E-81AE-E2FE36A0B42F}">
      <dsp:nvSpPr>
        <dsp:cNvPr id="0" name=""/>
        <dsp:cNvSpPr/>
      </dsp:nvSpPr>
      <dsp:spPr>
        <a:xfrm>
          <a:off x="936418" y="406317"/>
          <a:ext cx="4581292" cy="4581292"/>
        </a:xfrm>
        <a:prstGeom prst="pie">
          <a:avLst>
            <a:gd name="adj1" fmla="val 10028574"/>
            <a:gd name="adj2" fmla="val 13114284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Roles asignados.</a:t>
          </a:r>
          <a:endParaRPr lang="en-US" sz="1300" kern="1200"/>
        </a:p>
      </dsp:txBody>
      <dsp:txXfrm>
        <a:off x="1151848" y="2067035"/>
        <a:ext cx="1254401" cy="763548"/>
      </dsp:txXfrm>
    </dsp:sp>
    <dsp:sp modelId="{52239C23-EA8A-425A-B2AD-72B532BCEB14}">
      <dsp:nvSpPr>
        <dsp:cNvPr id="0" name=""/>
        <dsp:cNvSpPr/>
      </dsp:nvSpPr>
      <dsp:spPr>
        <a:xfrm>
          <a:off x="995320" y="332689"/>
          <a:ext cx="4581292" cy="4581292"/>
        </a:xfrm>
        <a:prstGeom prst="pie">
          <a:avLst>
            <a:gd name="adj1" fmla="val 13114284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/>
            <a:t>Debe quedar documentado.</a:t>
          </a:r>
          <a:endParaRPr lang="en-US" sz="1300" kern="1200"/>
        </a:p>
      </dsp:txBody>
      <dsp:txXfrm>
        <a:off x="2079014" y="758094"/>
        <a:ext cx="1090784" cy="872627"/>
      </dsp:txXfrm>
    </dsp:sp>
    <dsp:sp modelId="{55E30E0E-5E01-4446-84FC-D196D45A0DBC}">
      <dsp:nvSpPr>
        <dsp:cNvPr id="0" name=""/>
        <dsp:cNvSpPr/>
      </dsp:nvSpPr>
      <dsp:spPr>
        <a:xfrm>
          <a:off x="806386" y="49085"/>
          <a:ext cx="5148500" cy="5148500"/>
        </a:xfrm>
        <a:prstGeom prst="circularArrow">
          <a:avLst>
            <a:gd name="adj1" fmla="val 5085"/>
            <a:gd name="adj2" fmla="val 327528"/>
            <a:gd name="adj3" fmla="val 18957827"/>
            <a:gd name="adj4" fmla="val 16200343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46E798-E584-4669-B9C5-65699CE6D829}">
      <dsp:nvSpPr>
        <dsp:cNvPr id="0" name=""/>
        <dsp:cNvSpPr/>
      </dsp:nvSpPr>
      <dsp:spPr>
        <a:xfrm>
          <a:off x="865659" y="123039"/>
          <a:ext cx="5148500" cy="5148500"/>
        </a:xfrm>
        <a:prstGeom prst="circularArrow">
          <a:avLst>
            <a:gd name="adj1" fmla="val 5085"/>
            <a:gd name="adj2" fmla="val 327528"/>
            <a:gd name="adj3" fmla="val 443744"/>
            <a:gd name="adj4" fmla="val 19285776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1AEDBE-1DD0-4F33-91D4-653B4465F1A5}">
      <dsp:nvSpPr>
        <dsp:cNvPr id="0" name=""/>
        <dsp:cNvSpPr/>
      </dsp:nvSpPr>
      <dsp:spPr>
        <a:xfrm>
          <a:off x="844314" y="215540"/>
          <a:ext cx="5148500" cy="5148500"/>
        </a:xfrm>
        <a:prstGeom prst="circularArrow">
          <a:avLst>
            <a:gd name="adj1" fmla="val 5085"/>
            <a:gd name="adj2" fmla="val 327528"/>
            <a:gd name="adj3" fmla="val 3529100"/>
            <a:gd name="adj4" fmla="val 770764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8C3013-2E2F-48DD-B9D8-F4B7D9FDA59A}">
      <dsp:nvSpPr>
        <dsp:cNvPr id="0" name=""/>
        <dsp:cNvSpPr/>
      </dsp:nvSpPr>
      <dsp:spPr>
        <a:xfrm>
          <a:off x="759166" y="256214"/>
          <a:ext cx="5148500" cy="5148500"/>
        </a:xfrm>
        <a:prstGeom prst="circularArrow">
          <a:avLst>
            <a:gd name="adj1" fmla="val 5085"/>
            <a:gd name="adj2" fmla="val 327528"/>
            <a:gd name="adj3" fmla="val 6615046"/>
            <a:gd name="adj4" fmla="val 3857426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825957-6A94-426B-8F7E-9E038C333079}">
      <dsp:nvSpPr>
        <dsp:cNvPr id="0" name=""/>
        <dsp:cNvSpPr/>
      </dsp:nvSpPr>
      <dsp:spPr>
        <a:xfrm>
          <a:off x="674018" y="215540"/>
          <a:ext cx="5148500" cy="5148500"/>
        </a:xfrm>
        <a:prstGeom prst="circularArrow">
          <a:avLst>
            <a:gd name="adj1" fmla="val 5085"/>
            <a:gd name="adj2" fmla="val 327528"/>
            <a:gd name="adj3" fmla="val 9701707"/>
            <a:gd name="adj4" fmla="val 6943371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189D61E-E263-4FA5-AF4F-183BA0ED619F}">
      <dsp:nvSpPr>
        <dsp:cNvPr id="0" name=""/>
        <dsp:cNvSpPr/>
      </dsp:nvSpPr>
      <dsp:spPr>
        <a:xfrm>
          <a:off x="652672" y="123039"/>
          <a:ext cx="5148500" cy="5148500"/>
        </a:xfrm>
        <a:prstGeom prst="circularArrow">
          <a:avLst>
            <a:gd name="adj1" fmla="val 5085"/>
            <a:gd name="adj2" fmla="val 327528"/>
            <a:gd name="adj3" fmla="val 12786695"/>
            <a:gd name="adj4" fmla="val 10028727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A653C24-E527-4DD9-8FC0-61EA60EA2247}">
      <dsp:nvSpPr>
        <dsp:cNvPr id="0" name=""/>
        <dsp:cNvSpPr/>
      </dsp:nvSpPr>
      <dsp:spPr>
        <a:xfrm>
          <a:off x="711945" y="49085"/>
          <a:ext cx="5148500" cy="5148500"/>
        </a:xfrm>
        <a:prstGeom prst="circularArrow">
          <a:avLst>
            <a:gd name="adj1" fmla="val 5085"/>
            <a:gd name="adj2" fmla="val 327528"/>
            <a:gd name="adj3" fmla="val 15872129"/>
            <a:gd name="adj4" fmla="val 13114645"/>
            <a:gd name="adj5" fmla="val 5932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13/02/2026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GPG Digital ::.. Informàtica">
            <a:extLst>
              <a:ext uri="{FF2B5EF4-FFF2-40B4-BE49-F238E27FC236}">
                <a16:creationId xmlns:a16="http://schemas.microsoft.com/office/drawing/2014/main" id="{921C9575-033B-EFBA-7EAA-D91E4A64B4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59" r="10431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4473" y="2950387"/>
            <a:ext cx="3052293" cy="3531403"/>
          </a:xfrm>
        </p:spPr>
        <p:txBody>
          <a:bodyPr anchor="t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Ingeniería de Software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77922" y="743803"/>
            <a:ext cx="2808844" cy="138239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r"/>
            <a:r>
              <a:rPr lang="es-ES" sz="1800">
                <a:solidFill>
                  <a:srgbClr val="FFFFFF"/>
                </a:solidFill>
                <a:ea typeface="+mn-lt"/>
                <a:cs typeface="+mn-lt"/>
              </a:rPr>
              <a:t>Metodología de Gestión del Proyecto</a:t>
            </a:r>
          </a:p>
          <a:p>
            <a:pPr algn="r"/>
            <a:endParaRPr lang="es-ES" sz="1800">
              <a:solidFill>
                <a:srgbClr val="FFFFFF"/>
              </a:solidFill>
            </a:endParaRPr>
          </a:p>
          <a:p>
            <a:pPr algn="r"/>
            <a:r>
              <a:rPr lang="es-ES" sz="1800">
                <a:solidFill>
                  <a:srgbClr val="FFFFFF"/>
                </a:solidFill>
              </a:rPr>
              <a:t>Ingeniero Luiferney Ortiz Parra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F5DF7-BF46-10D8-A742-183810A27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s-ES" sz="3200">
                <a:ea typeface="+mj-lt"/>
                <a:cs typeface="+mj-lt"/>
              </a:rPr>
              <a:t>Objetivo de la Clase</a:t>
            </a:r>
          </a:p>
        </p:txBody>
      </p:sp>
      <p:pic>
        <p:nvPicPr>
          <p:cNvPr id="5" name="Picture 4" descr="Una persona que busca un papel en una mesa llena de papel y notas adhesivas">
            <a:extLst>
              <a:ext uri="{FF2B5EF4-FFF2-40B4-BE49-F238E27FC236}">
                <a16:creationId xmlns:a16="http://schemas.microsoft.com/office/drawing/2014/main" id="{21309163-AD5B-5AAD-18E5-B31B76A84D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49" r="21722" b="4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9BAC11-81F1-AADE-9A3B-9874E02CB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1700">
                <a:ea typeface="+mn-lt"/>
                <a:cs typeface="+mn-lt"/>
              </a:rPr>
              <a:t>Al finalizar la sesión, el estudiante será capaz de: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Comprender la importancia de una metodología de trabajo.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Organizar el equipo con roles definidos.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Construir un backlog inicial del proyecto.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Planificar un primer sprint.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Entender la relación entre desarrollo y operación (visión DevOps).</a:t>
            </a:r>
            <a:endParaRPr lang="es-ES" sz="1700"/>
          </a:p>
          <a:p>
            <a:pPr marL="0" indent="0">
              <a:buNone/>
            </a:pPr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997774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229BE2-E035-2ACD-0C51-175D1A7E0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¿Por qué los Proyectos Fallan?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16F0F1-19B8-4539-11B4-8D4E7AFCB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Principales causas en la industria: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Requisitos mal definidos.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Cambios descontrolados.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Mala comunicación.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Falta de planificación.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Ausencia de seguimiento.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El problema rara vez es el código.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El problema suele ser la gestión.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Humos procedentes de una chimenea de central eléctrica">
            <a:extLst>
              <a:ext uri="{FF2B5EF4-FFF2-40B4-BE49-F238E27FC236}">
                <a16:creationId xmlns:a16="http://schemas.microsoft.com/office/drawing/2014/main" id="{F1BE2DC3-C9CB-C3BE-CA33-5256C61EC3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38" r="25797" b="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1197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AB4337-C67C-9C4E-2E09-C9E22C8B1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¿Qué es una Metodología?</a:t>
            </a: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FD08B84D-737F-D041-2057-606C94520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Una metodología es: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Un marco de trabajo que organiza cómo se planifica, ejecuta y controla un proyecto.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No es burocracia.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Es estructura para reducir incertidumbre.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1677305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72EF8D-0D54-E3C1-A45C-F172F5980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Enfoque Tradicional vs Enfoque Ágil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62EB57-54AF-7D4C-EE61-C4F7747A4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700"/>
              <a:t>Tradicional</a:t>
            </a:r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Planificación extensa al inicio.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Cambios difíciles.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Entrega al final.</a:t>
            </a:r>
            <a:endParaRPr lang="es-ES" sz="1700"/>
          </a:p>
          <a:p>
            <a:pPr indent="0">
              <a:buNone/>
            </a:pPr>
            <a:r>
              <a:rPr lang="es-ES" sz="1700"/>
              <a:t>Ágil</a:t>
            </a:r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Trabajo iterativo.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Entregas incrementales.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Adaptación continua.</a:t>
            </a:r>
            <a:endParaRPr lang="es-ES" sz="1700"/>
          </a:p>
          <a:p>
            <a:pPr indent="0">
              <a:buNone/>
            </a:pPr>
            <a:r>
              <a:rPr lang="es-ES" sz="1700">
                <a:ea typeface="+mn-lt"/>
                <a:cs typeface="+mn-lt"/>
              </a:rPr>
              <a:t>En este curso trabajaremos con un enfoque iterativo</a:t>
            </a:r>
            <a:endParaRPr lang="es-ES" sz="1700"/>
          </a:p>
          <a:p>
            <a:pPr marL="0" indent="0">
              <a:buNone/>
            </a:pPr>
            <a:endParaRPr lang="es-ES" sz="1700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DC47EF1A-109A-C294-EFFB-98611186CC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26" r="22161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826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1F4ED6-4256-F77B-BBBF-048B421A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Introducción a Scrum (Nivel Conceptual)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5D096D-B107-0FFC-FEBD-1E1BAF9F9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Scrum se basa en: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Trabajo por iteraciones (Sprints).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Entregas incrementales.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Revisión constante.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Elementos clave: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Product Backlog.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Sprint.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Incremento funcional.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Revisión.</a:t>
            </a:r>
            <a:endParaRPr lang="es-ES" sz="2000"/>
          </a:p>
          <a:p>
            <a:pPr indent="0">
              <a:buNone/>
            </a:pPr>
            <a:r>
              <a:rPr lang="es-ES" sz="2000">
                <a:ea typeface="+mn-lt"/>
                <a:cs typeface="+mn-lt"/>
              </a:rPr>
              <a:t>No buscamos formalismo extremo,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sino disciplina estructurada.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40450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3A7F9C8-497A-831A-87D0-991A711D8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Product Backlog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B035E7-E511-421E-9482-CB4E99F72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700">
                <a:ea typeface="+mn-lt"/>
                <a:cs typeface="+mn-lt"/>
              </a:rPr>
              <a:t>El Product Backlog es: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Una lista priorizada de funcionalidades y tareas del proyecto.</a:t>
            </a:r>
            <a:endParaRPr lang="es-ES" sz="1700"/>
          </a:p>
          <a:p>
            <a:pPr>
              <a:buNone/>
            </a:pPr>
            <a:r>
              <a:rPr lang="es-ES" sz="1700">
                <a:ea typeface="+mn-lt"/>
                <a:cs typeface="+mn-lt"/>
              </a:rPr>
              <a:t>Ejemplos: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Registro de usuario.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Autenticación.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Gestión de productos.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Implementación de base de datos.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Diseño de interfaz principal.</a:t>
            </a:r>
            <a:endParaRPr lang="es-ES" sz="1700"/>
          </a:p>
          <a:p>
            <a:pPr indent="0">
              <a:buNone/>
            </a:pPr>
            <a:r>
              <a:rPr lang="es-ES" sz="1700">
                <a:ea typeface="+mn-lt"/>
                <a:cs typeface="+mn-lt"/>
              </a:rPr>
              <a:t>Debe estar priorizado.</a:t>
            </a:r>
            <a:endParaRPr lang="es-ES" sz="1700"/>
          </a:p>
          <a:p>
            <a:pPr marL="0" indent="0">
              <a:buNone/>
            </a:pPr>
            <a:endParaRPr lang="es-ES" sz="1700"/>
          </a:p>
        </p:txBody>
      </p:sp>
      <p:pic>
        <p:nvPicPr>
          <p:cNvPr id="5" name="Picture 4" descr="Persona viendo un teléfono vacío">
            <a:extLst>
              <a:ext uri="{FF2B5EF4-FFF2-40B4-BE49-F238E27FC236}">
                <a16:creationId xmlns:a16="http://schemas.microsoft.com/office/drawing/2014/main" id="{5535A30F-1E26-2930-AAD8-98E47C9D91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27" r="3612" b="-10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90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FD8D48-2BC5-7A8C-D4A3-83C87D88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s-ES" sz="5400">
                <a:solidFill>
                  <a:srgbClr val="FFFFFF"/>
                </a:solidFill>
                <a:ea typeface="+mj-lt"/>
                <a:cs typeface="+mj-lt"/>
              </a:rPr>
              <a:t>Sprint</a:t>
            </a:r>
            <a:endParaRPr lang="es-ES" sz="54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A56DDCF-BB20-6199-3780-1550F6D584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7029361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1373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3B4863-3EAD-BE12-8738-76EEAB30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Roles dentro del Equipo</a:t>
            </a:r>
            <a:endParaRPr lang="es-ES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501D82-8D33-61BD-2F38-C42A01B28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000">
                <a:ea typeface="+mn-lt"/>
                <a:cs typeface="+mn-lt"/>
              </a:rPr>
              <a:t>Cada equipo debe definir: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Líder técnico.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Responsable de frontend.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Responsable de backend.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Responsable de pruebas.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Responsable de documentación.</a:t>
            </a:r>
          </a:p>
          <a:p>
            <a:pPr marL="0" indent="0">
              <a:buNone/>
            </a:pPr>
            <a:r>
              <a:rPr lang="es-ES" sz="2000">
                <a:ea typeface="+mn-lt"/>
                <a:cs typeface="+mn-lt"/>
              </a:rPr>
              <a:t>Todos programan.</a:t>
            </a:r>
            <a:br>
              <a:rPr lang="es-ES" sz="2000">
                <a:ea typeface="+mn-lt"/>
                <a:cs typeface="+mn-lt"/>
              </a:rPr>
            </a:br>
            <a:r>
              <a:rPr lang="es-ES" sz="2000">
                <a:ea typeface="+mn-lt"/>
                <a:cs typeface="+mn-lt"/>
              </a:rPr>
              <a:t> Pero cada uno asume responsabilidad principal.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  <p:pic>
        <p:nvPicPr>
          <p:cNvPr id="5" name="Picture 4" descr="Mano con lápiz sombreando círculos en una hoja">
            <a:extLst>
              <a:ext uri="{FF2B5EF4-FFF2-40B4-BE49-F238E27FC236}">
                <a16:creationId xmlns:a16="http://schemas.microsoft.com/office/drawing/2014/main" id="{70BAD07A-FFA6-1D87-7091-CF503EBFD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84" r="18193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1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0DFA0FD-AB28-4B25-B870-4D2BBC35B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nos sujetando las muñecas de otra persona y entrelazadas para formar un círculo">
            <a:extLst>
              <a:ext uri="{FF2B5EF4-FFF2-40B4-BE49-F238E27FC236}">
                <a16:creationId xmlns:a16="http://schemas.microsoft.com/office/drawing/2014/main" id="{EAB3C53B-3DC3-BA9C-869D-3B7CB4B8FB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8232" r="19623" b="-3"/>
          <a:stretch>
            <a:fillRect/>
          </a:stretch>
        </p:blipFill>
        <p:spPr>
          <a:xfrm>
            <a:off x="5833976" y="10"/>
            <a:ext cx="6394152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D628DFB-9CD1-4E2B-8B44-9FDF7E80F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9564" y="0"/>
            <a:ext cx="6648564" cy="6858000"/>
            <a:chOff x="5705128" y="0"/>
            <a:chExt cx="6648564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B07514-66C4-498E-85FA-6CCDFB253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8018" y="0"/>
              <a:ext cx="6485674" cy="6858000"/>
            </a:xfrm>
            <a:custGeom>
              <a:avLst/>
              <a:gdLst>
                <a:gd name="connsiteX0" fmla="*/ 1720317 w 6237794"/>
                <a:gd name="connsiteY0" fmla="*/ 0 h 6858000"/>
                <a:gd name="connsiteX1" fmla="*/ 2433560 w 6237794"/>
                <a:gd name="connsiteY1" fmla="*/ 0 h 6858000"/>
                <a:gd name="connsiteX2" fmla="*/ 2351473 w 6237794"/>
                <a:gd name="connsiteY2" fmla="*/ 41605 h 6858000"/>
                <a:gd name="connsiteX3" fmla="*/ 1473152 w 6237794"/>
                <a:gd name="connsiteY3" fmla="*/ 667521 h 6858000"/>
                <a:gd name="connsiteX4" fmla="*/ 982876 w 6237794"/>
                <a:gd name="connsiteY4" fmla="*/ 1193803 h 6858000"/>
                <a:gd name="connsiteX5" fmla="*/ 595242 w 6237794"/>
                <a:gd name="connsiteY5" fmla="*/ 1798192 h 6858000"/>
                <a:gd name="connsiteX6" fmla="*/ 332174 w 6237794"/>
                <a:gd name="connsiteY6" fmla="*/ 2466315 h 6858000"/>
                <a:gd name="connsiteX7" fmla="*/ 236500 w 6237794"/>
                <a:gd name="connsiteY7" fmla="*/ 3178573 h 6858000"/>
                <a:gd name="connsiteX8" fmla="*/ 276860 w 6237794"/>
                <a:gd name="connsiteY8" fmla="*/ 3527298 h 6858000"/>
                <a:gd name="connsiteX9" fmla="*/ 396054 w 6237794"/>
                <a:gd name="connsiteY9" fmla="*/ 3853520 h 6858000"/>
                <a:gd name="connsiteX10" fmla="*/ 479243 w 6237794"/>
                <a:gd name="connsiteY10" fmla="*/ 4007121 h 6858000"/>
                <a:gd name="connsiteX11" fmla="*/ 574772 w 6237794"/>
                <a:gd name="connsiteY11" fmla="*/ 4155787 h 6858000"/>
                <a:gd name="connsiteX12" fmla="*/ 795447 w 6237794"/>
                <a:gd name="connsiteY12" fmla="*/ 4443100 h 6858000"/>
                <a:gd name="connsiteX13" fmla="*/ 1034270 w 6237794"/>
                <a:gd name="connsiteY13" fmla="*/ 4732591 h 6858000"/>
                <a:gd name="connsiteX14" fmla="*/ 1153028 w 6237794"/>
                <a:gd name="connsiteY14" fmla="*/ 4883725 h 6858000"/>
                <a:gd name="connsiteX15" fmla="*/ 1210084 w 6237794"/>
                <a:gd name="connsiteY15" fmla="*/ 4957912 h 6858000"/>
                <a:gd name="connsiteX16" fmla="*/ 1265979 w 6237794"/>
                <a:gd name="connsiteY16" fmla="*/ 5028906 h 6858000"/>
                <a:gd name="connsiteX17" fmla="*/ 1746238 w 6237794"/>
                <a:gd name="connsiteY17" fmla="*/ 5553590 h 6858000"/>
                <a:gd name="connsiteX18" fmla="*/ 2001611 w 6237794"/>
                <a:gd name="connsiteY18" fmla="*/ 5789654 h 6858000"/>
                <a:gd name="connsiteX19" fmla="*/ 2269035 w 6237794"/>
                <a:gd name="connsiteY19" fmla="*/ 6007280 h 6858000"/>
                <a:gd name="connsiteX20" fmla="*/ 2866455 w 6237794"/>
                <a:gd name="connsiteY20" fmla="*/ 6351505 h 6858000"/>
                <a:gd name="connsiteX21" fmla="*/ 3200661 w 6237794"/>
                <a:gd name="connsiteY21" fmla="*/ 6448777 h 6858000"/>
                <a:gd name="connsiteX22" fmla="*/ 3286318 w 6237794"/>
                <a:gd name="connsiteY22" fmla="*/ 6465908 h 6858000"/>
                <a:gd name="connsiteX23" fmla="*/ 3372701 w 6237794"/>
                <a:gd name="connsiteY23" fmla="*/ 6480281 h 6858000"/>
                <a:gd name="connsiteX24" fmla="*/ 3547063 w 6237794"/>
                <a:gd name="connsiteY24" fmla="*/ 6500896 h 6858000"/>
                <a:gd name="connsiteX25" fmla="*/ 3634753 w 6237794"/>
                <a:gd name="connsiteY25" fmla="*/ 6507575 h 6858000"/>
                <a:gd name="connsiteX26" fmla="*/ 3722733 w 6237794"/>
                <a:gd name="connsiteY26" fmla="*/ 6512221 h 6858000"/>
                <a:gd name="connsiteX27" fmla="*/ 3811003 w 6237794"/>
                <a:gd name="connsiteY27" fmla="*/ 6514253 h 6858000"/>
                <a:gd name="connsiteX28" fmla="*/ 3899418 w 6237794"/>
                <a:gd name="connsiteY28" fmla="*/ 6513817 h 6858000"/>
                <a:gd name="connsiteX29" fmla="*/ 3943698 w 6237794"/>
                <a:gd name="connsiteY29" fmla="*/ 6513381 h 6858000"/>
                <a:gd name="connsiteX30" fmla="*/ 3986381 w 6237794"/>
                <a:gd name="connsiteY30" fmla="*/ 6511495 h 6858000"/>
                <a:gd name="connsiteX31" fmla="*/ 4028919 w 6237794"/>
                <a:gd name="connsiteY31" fmla="*/ 6509317 h 6858000"/>
                <a:gd name="connsiteX32" fmla="*/ 4071312 w 6237794"/>
                <a:gd name="connsiteY32" fmla="*/ 6505833 h 6858000"/>
                <a:gd name="connsiteX33" fmla="*/ 4239432 w 6237794"/>
                <a:gd name="connsiteY33" fmla="*/ 6485072 h 6858000"/>
                <a:gd name="connsiteX34" fmla="*/ 4879826 w 6237794"/>
                <a:gd name="connsiteY34" fmla="*/ 6274849 h 6858000"/>
                <a:gd name="connsiteX35" fmla="*/ 5471439 w 6237794"/>
                <a:gd name="connsiteY35" fmla="*/ 5906235 h 6858000"/>
                <a:gd name="connsiteX36" fmla="*/ 5614877 w 6237794"/>
                <a:gd name="connsiteY36" fmla="*/ 5797930 h 6858000"/>
                <a:gd name="connsiteX37" fmla="*/ 5758316 w 6237794"/>
                <a:gd name="connsiteY37" fmla="*/ 5685995 h 6858000"/>
                <a:gd name="connsiteX38" fmla="*/ 6048824 w 6237794"/>
                <a:gd name="connsiteY38" fmla="*/ 5453705 h 6858000"/>
                <a:gd name="connsiteX39" fmla="*/ 6237794 w 6237794"/>
                <a:gd name="connsiteY39" fmla="*/ 5308644 h 6858000"/>
                <a:gd name="connsiteX40" fmla="*/ 6237794 w 6237794"/>
                <a:gd name="connsiteY40" fmla="*/ 6081399 h 6858000"/>
                <a:gd name="connsiteX41" fmla="*/ 6123011 w 6237794"/>
                <a:gd name="connsiteY41" fmla="*/ 6166399 h 6858000"/>
                <a:gd name="connsiteX42" fmla="*/ 5965925 w 6237794"/>
                <a:gd name="connsiteY42" fmla="*/ 6278479 h 6858000"/>
                <a:gd name="connsiteX43" fmla="*/ 5803903 w 6237794"/>
                <a:gd name="connsiteY43" fmla="*/ 6387364 h 6858000"/>
                <a:gd name="connsiteX44" fmla="*/ 5463744 w 6237794"/>
                <a:gd name="connsiteY44" fmla="*/ 6591780 h 6858000"/>
                <a:gd name="connsiteX45" fmla="*/ 5097888 w 6237794"/>
                <a:gd name="connsiteY45" fmla="*/ 6765562 h 6858000"/>
                <a:gd name="connsiteX46" fmla="*/ 4905602 w 6237794"/>
                <a:gd name="connsiteY46" fmla="*/ 6836446 h 6858000"/>
                <a:gd name="connsiteX47" fmla="*/ 4831447 w 6237794"/>
                <a:gd name="connsiteY47" fmla="*/ 6858000 h 6858000"/>
                <a:gd name="connsiteX48" fmla="*/ 3036485 w 6237794"/>
                <a:gd name="connsiteY48" fmla="*/ 6858000 h 6858000"/>
                <a:gd name="connsiteX49" fmla="*/ 2911533 w 6237794"/>
                <a:gd name="connsiteY49" fmla="*/ 6825558 h 6858000"/>
                <a:gd name="connsiteX50" fmla="*/ 2719386 w 6237794"/>
                <a:gd name="connsiteY50" fmla="*/ 6767158 h 6858000"/>
                <a:gd name="connsiteX51" fmla="*/ 1980415 w 6237794"/>
                <a:gd name="connsiteY51" fmla="*/ 6440210 h 6858000"/>
                <a:gd name="connsiteX52" fmla="*/ 1357588 w 6237794"/>
                <a:gd name="connsiteY52" fmla="*/ 5931206 h 6858000"/>
                <a:gd name="connsiteX53" fmla="*/ 1105118 w 6237794"/>
                <a:gd name="connsiteY53" fmla="*/ 5624874 h 6858000"/>
                <a:gd name="connsiteX54" fmla="*/ 884588 w 6237794"/>
                <a:gd name="connsiteY54" fmla="*/ 5300539 h 6858000"/>
                <a:gd name="connsiteX55" fmla="*/ 833049 w 6237794"/>
                <a:gd name="connsiteY55" fmla="*/ 5217931 h 6858000"/>
                <a:gd name="connsiteX56" fmla="*/ 783833 w 6237794"/>
                <a:gd name="connsiteY56" fmla="*/ 5137791 h 6858000"/>
                <a:gd name="connsiteX57" fmla="*/ 686706 w 6237794"/>
                <a:gd name="connsiteY57" fmla="*/ 4982447 h 6858000"/>
                <a:gd name="connsiteX58" fmla="*/ 485485 w 6237794"/>
                <a:gd name="connsiteY58" fmla="*/ 4665082 h 6858000"/>
                <a:gd name="connsiteX59" fmla="*/ 289055 w 6237794"/>
                <a:gd name="connsiteY59" fmla="*/ 4329568 h 6858000"/>
                <a:gd name="connsiteX60" fmla="*/ 200495 w 6237794"/>
                <a:gd name="connsiteY60" fmla="*/ 4151721 h 6858000"/>
                <a:gd name="connsiteX61" fmla="*/ 125291 w 6237794"/>
                <a:gd name="connsiteY61" fmla="*/ 3965600 h 6858000"/>
                <a:gd name="connsiteX62" fmla="*/ 67654 w 6237794"/>
                <a:gd name="connsiteY62" fmla="*/ 3772509 h 6858000"/>
                <a:gd name="connsiteX63" fmla="*/ 46168 w 6237794"/>
                <a:gd name="connsiteY63" fmla="*/ 3674076 h 6858000"/>
                <a:gd name="connsiteX64" fmla="*/ 36731 w 6237794"/>
                <a:gd name="connsiteY64" fmla="*/ 3624714 h 6858000"/>
                <a:gd name="connsiteX65" fmla="*/ 28891 w 6237794"/>
                <a:gd name="connsiteY65" fmla="*/ 3575208 h 6858000"/>
                <a:gd name="connsiteX66" fmla="*/ 0 w 6237794"/>
                <a:gd name="connsiteY66" fmla="*/ 3178573 h 6858000"/>
                <a:gd name="connsiteX67" fmla="*/ 80575 w 6237794"/>
                <a:gd name="connsiteY67" fmla="*/ 2405774 h 6858000"/>
                <a:gd name="connsiteX68" fmla="*/ 322737 w 6237794"/>
                <a:gd name="connsiteY68" fmla="*/ 1665351 h 6858000"/>
                <a:gd name="connsiteX69" fmla="*/ 1230700 w 6237794"/>
                <a:gd name="connsiteY69" fmla="*/ 407938 h 6858000"/>
                <a:gd name="connsiteX70" fmla="*/ 1521825 w 6237794"/>
                <a:gd name="connsiteY70" fmla="*/ 14944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6237794" h="6858000">
                  <a:moveTo>
                    <a:pt x="1720317" y="0"/>
                  </a:moveTo>
                  <a:lnTo>
                    <a:pt x="2433560" y="0"/>
                  </a:lnTo>
                  <a:lnTo>
                    <a:pt x="2351473" y="41605"/>
                  </a:lnTo>
                  <a:cubicBezTo>
                    <a:pt x="2036528" y="216271"/>
                    <a:pt x="1740794" y="426339"/>
                    <a:pt x="1473152" y="667521"/>
                  </a:cubicBezTo>
                  <a:cubicBezTo>
                    <a:pt x="1295305" y="828818"/>
                    <a:pt x="1130525" y="1004777"/>
                    <a:pt x="982876" y="1193803"/>
                  </a:cubicBezTo>
                  <a:cubicBezTo>
                    <a:pt x="834936" y="1382538"/>
                    <a:pt x="704418" y="1584921"/>
                    <a:pt x="595242" y="1798192"/>
                  </a:cubicBezTo>
                  <a:cubicBezTo>
                    <a:pt x="486066" y="2011317"/>
                    <a:pt x="395183" y="2234461"/>
                    <a:pt x="332174" y="2466315"/>
                  </a:cubicBezTo>
                  <a:cubicBezTo>
                    <a:pt x="269166" y="2697588"/>
                    <a:pt x="236355" y="2938008"/>
                    <a:pt x="236500" y="3178573"/>
                  </a:cubicBezTo>
                  <a:cubicBezTo>
                    <a:pt x="237807" y="3296751"/>
                    <a:pt x="249421" y="3414057"/>
                    <a:pt x="276860" y="3527298"/>
                  </a:cubicBezTo>
                  <a:cubicBezTo>
                    <a:pt x="303864" y="3640684"/>
                    <a:pt x="345821" y="3749135"/>
                    <a:pt x="396054" y="3853520"/>
                  </a:cubicBezTo>
                  <a:cubicBezTo>
                    <a:pt x="421461" y="3905640"/>
                    <a:pt x="449626" y="3956743"/>
                    <a:pt x="479243" y="4007121"/>
                  </a:cubicBezTo>
                  <a:cubicBezTo>
                    <a:pt x="509295" y="4057354"/>
                    <a:pt x="541380" y="4106861"/>
                    <a:pt x="574772" y="4155787"/>
                  </a:cubicBezTo>
                  <a:cubicBezTo>
                    <a:pt x="642426" y="4253348"/>
                    <a:pt x="717630" y="4348007"/>
                    <a:pt x="795447" y="4443100"/>
                  </a:cubicBezTo>
                  <a:cubicBezTo>
                    <a:pt x="873264" y="4538339"/>
                    <a:pt x="954565" y="4633577"/>
                    <a:pt x="1034270" y="4732591"/>
                  </a:cubicBezTo>
                  <a:cubicBezTo>
                    <a:pt x="1074195" y="4781952"/>
                    <a:pt x="1113684" y="4832476"/>
                    <a:pt x="1153028" y="4883725"/>
                  </a:cubicBezTo>
                  <a:lnTo>
                    <a:pt x="1210084" y="4957912"/>
                  </a:lnTo>
                  <a:cubicBezTo>
                    <a:pt x="1228813" y="4981576"/>
                    <a:pt x="1246670" y="5005822"/>
                    <a:pt x="1265979" y="5028906"/>
                  </a:cubicBezTo>
                  <a:cubicBezTo>
                    <a:pt x="1416677" y="5216770"/>
                    <a:pt x="1580151" y="5389681"/>
                    <a:pt x="1746238" y="5553590"/>
                  </a:cubicBezTo>
                  <a:cubicBezTo>
                    <a:pt x="1829717" y="5635182"/>
                    <a:pt x="1914648" y="5714015"/>
                    <a:pt x="2001611" y="5789654"/>
                  </a:cubicBezTo>
                  <a:cubicBezTo>
                    <a:pt x="2088575" y="5865293"/>
                    <a:pt x="2177135" y="5938465"/>
                    <a:pt x="2269035" y="6007280"/>
                  </a:cubicBezTo>
                  <a:cubicBezTo>
                    <a:pt x="2452108" y="6145202"/>
                    <a:pt x="2649554" y="6268461"/>
                    <a:pt x="2866455" y="6351505"/>
                  </a:cubicBezTo>
                  <a:cubicBezTo>
                    <a:pt x="2974615" y="6393027"/>
                    <a:pt x="3086694" y="6424821"/>
                    <a:pt x="3200661" y="6448777"/>
                  </a:cubicBezTo>
                  <a:cubicBezTo>
                    <a:pt x="3229262" y="6454438"/>
                    <a:pt x="3257572" y="6460971"/>
                    <a:pt x="3286318" y="6465908"/>
                  </a:cubicBezTo>
                  <a:lnTo>
                    <a:pt x="3372701" y="6480281"/>
                  </a:lnTo>
                  <a:cubicBezTo>
                    <a:pt x="3430628" y="6487975"/>
                    <a:pt x="3488556" y="6496106"/>
                    <a:pt x="3547063" y="6500896"/>
                  </a:cubicBezTo>
                  <a:cubicBezTo>
                    <a:pt x="3576245" y="6503654"/>
                    <a:pt x="3605426" y="6506268"/>
                    <a:pt x="3634753" y="6507575"/>
                  </a:cubicBezTo>
                  <a:cubicBezTo>
                    <a:pt x="3664079" y="6509026"/>
                    <a:pt x="3693261" y="6511350"/>
                    <a:pt x="3722733" y="6512221"/>
                  </a:cubicBezTo>
                  <a:lnTo>
                    <a:pt x="3811003" y="6514253"/>
                  </a:lnTo>
                  <a:cubicBezTo>
                    <a:pt x="3840329" y="6514979"/>
                    <a:pt x="3869946" y="6513963"/>
                    <a:pt x="3899418" y="6513817"/>
                  </a:cubicBezTo>
                  <a:lnTo>
                    <a:pt x="3943698" y="6513381"/>
                  </a:lnTo>
                  <a:cubicBezTo>
                    <a:pt x="3958071" y="6512946"/>
                    <a:pt x="3972154" y="6512075"/>
                    <a:pt x="3986381" y="6511495"/>
                  </a:cubicBezTo>
                  <a:cubicBezTo>
                    <a:pt x="4000609" y="6510768"/>
                    <a:pt x="4014837" y="6510333"/>
                    <a:pt x="4028919" y="6509317"/>
                  </a:cubicBezTo>
                  <a:lnTo>
                    <a:pt x="4071312" y="6505833"/>
                  </a:lnTo>
                  <a:cubicBezTo>
                    <a:pt x="4127788" y="6501332"/>
                    <a:pt x="4183828" y="6493782"/>
                    <a:pt x="4239432" y="6485072"/>
                  </a:cubicBezTo>
                  <a:cubicBezTo>
                    <a:pt x="4461994" y="6448195"/>
                    <a:pt x="4675992" y="6376041"/>
                    <a:pt x="4879826" y="6274849"/>
                  </a:cubicBezTo>
                  <a:cubicBezTo>
                    <a:pt x="5084386" y="6174820"/>
                    <a:pt x="5279074" y="6046770"/>
                    <a:pt x="5471439" y="5906235"/>
                  </a:cubicBezTo>
                  <a:cubicBezTo>
                    <a:pt x="5519494" y="5871246"/>
                    <a:pt x="5567258" y="5834806"/>
                    <a:pt x="5614877" y="5797930"/>
                  </a:cubicBezTo>
                  <a:cubicBezTo>
                    <a:pt x="5662787" y="5761199"/>
                    <a:pt x="5710551" y="5723887"/>
                    <a:pt x="5758316" y="5685995"/>
                  </a:cubicBezTo>
                  <a:lnTo>
                    <a:pt x="6048824" y="5453705"/>
                  </a:lnTo>
                  <a:lnTo>
                    <a:pt x="6237794" y="5308644"/>
                  </a:lnTo>
                  <a:lnTo>
                    <a:pt x="6237794" y="6081399"/>
                  </a:lnTo>
                  <a:lnTo>
                    <a:pt x="6123011" y="6166399"/>
                  </a:lnTo>
                  <a:cubicBezTo>
                    <a:pt x="6071326" y="6204001"/>
                    <a:pt x="6019061" y="6241458"/>
                    <a:pt x="5965925" y="6278479"/>
                  </a:cubicBezTo>
                  <a:cubicBezTo>
                    <a:pt x="5912644" y="6315210"/>
                    <a:pt x="5858927" y="6351650"/>
                    <a:pt x="5803903" y="6387364"/>
                  </a:cubicBezTo>
                  <a:cubicBezTo>
                    <a:pt x="5694437" y="6458938"/>
                    <a:pt x="5581486" y="6528335"/>
                    <a:pt x="5463744" y="6591780"/>
                  </a:cubicBezTo>
                  <a:cubicBezTo>
                    <a:pt x="5346147" y="6655514"/>
                    <a:pt x="5224486" y="6714748"/>
                    <a:pt x="5097888" y="6765562"/>
                  </a:cubicBezTo>
                  <a:cubicBezTo>
                    <a:pt x="5034879" y="6791332"/>
                    <a:pt x="4970700" y="6815005"/>
                    <a:pt x="4905602" y="6836446"/>
                  </a:cubicBezTo>
                  <a:lnTo>
                    <a:pt x="4831447" y="6858000"/>
                  </a:lnTo>
                  <a:lnTo>
                    <a:pt x="3036485" y="6858000"/>
                  </a:lnTo>
                  <a:lnTo>
                    <a:pt x="2911533" y="6825558"/>
                  </a:lnTo>
                  <a:cubicBezTo>
                    <a:pt x="2847182" y="6807410"/>
                    <a:pt x="2783121" y="6787919"/>
                    <a:pt x="2719386" y="6767158"/>
                  </a:cubicBezTo>
                  <a:cubicBezTo>
                    <a:pt x="2464884" y="6683389"/>
                    <a:pt x="2213285" y="6579149"/>
                    <a:pt x="1980415" y="6440210"/>
                  </a:cubicBezTo>
                  <a:cubicBezTo>
                    <a:pt x="1747399" y="6301563"/>
                    <a:pt x="1539355" y="6125749"/>
                    <a:pt x="1357588" y="5931206"/>
                  </a:cubicBezTo>
                  <a:cubicBezTo>
                    <a:pt x="1266269" y="5834080"/>
                    <a:pt x="1183226" y="5730711"/>
                    <a:pt x="1105118" y="5624874"/>
                  </a:cubicBezTo>
                  <a:cubicBezTo>
                    <a:pt x="1027446" y="5518601"/>
                    <a:pt x="953549" y="5410732"/>
                    <a:pt x="884588" y="5300539"/>
                  </a:cubicBezTo>
                  <a:cubicBezTo>
                    <a:pt x="866876" y="5273245"/>
                    <a:pt x="850180" y="5245516"/>
                    <a:pt x="833049" y="5217931"/>
                  </a:cubicBezTo>
                  <a:lnTo>
                    <a:pt x="783833" y="5137791"/>
                  </a:lnTo>
                  <a:cubicBezTo>
                    <a:pt x="752328" y="5085962"/>
                    <a:pt x="719662" y="5034567"/>
                    <a:pt x="686706" y="4982447"/>
                  </a:cubicBezTo>
                  <a:lnTo>
                    <a:pt x="485485" y="4665082"/>
                  </a:lnTo>
                  <a:cubicBezTo>
                    <a:pt x="417976" y="4556922"/>
                    <a:pt x="351338" y="4445568"/>
                    <a:pt x="289055" y="4329568"/>
                  </a:cubicBezTo>
                  <a:cubicBezTo>
                    <a:pt x="257987" y="4271496"/>
                    <a:pt x="227934" y="4212408"/>
                    <a:pt x="200495" y="4151721"/>
                  </a:cubicBezTo>
                  <a:cubicBezTo>
                    <a:pt x="173201" y="4090891"/>
                    <a:pt x="147794" y="4028898"/>
                    <a:pt x="125291" y="3965600"/>
                  </a:cubicBezTo>
                  <a:cubicBezTo>
                    <a:pt x="103224" y="3902155"/>
                    <a:pt x="83624" y="3837840"/>
                    <a:pt x="67654" y="3772509"/>
                  </a:cubicBezTo>
                  <a:cubicBezTo>
                    <a:pt x="60105" y="3739843"/>
                    <a:pt x="52410" y="3707032"/>
                    <a:pt x="46168" y="3674076"/>
                  </a:cubicBezTo>
                  <a:lnTo>
                    <a:pt x="36731" y="3624714"/>
                  </a:lnTo>
                  <a:lnTo>
                    <a:pt x="28891" y="3575208"/>
                  </a:lnTo>
                  <a:cubicBezTo>
                    <a:pt x="8566" y="3442948"/>
                    <a:pt x="0" y="3310252"/>
                    <a:pt x="0" y="3178573"/>
                  </a:cubicBezTo>
                  <a:cubicBezTo>
                    <a:pt x="726" y="2919425"/>
                    <a:pt x="27730" y="2660277"/>
                    <a:pt x="80575" y="2405774"/>
                  </a:cubicBezTo>
                  <a:cubicBezTo>
                    <a:pt x="133276" y="2151417"/>
                    <a:pt x="213997" y="1901996"/>
                    <a:pt x="322737" y="1665351"/>
                  </a:cubicBezTo>
                  <a:cubicBezTo>
                    <a:pt x="541235" y="1192061"/>
                    <a:pt x="857875" y="768568"/>
                    <a:pt x="1230700" y="407938"/>
                  </a:cubicBezTo>
                  <a:cubicBezTo>
                    <a:pt x="1324124" y="317781"/>
                    <a:pt x="1421323" y="231579"/>
                    <a:pt x="1521825" y="14944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3BFB38F-216C-4A75-8C1C-DAF998A5C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698" y="0"/>
              <a:ext cx="6477994" cy="6858000"/>
            </a:xfrm>
            <a:custGeom>
              <a:avLst/>
              <a:gdLst>
                <a:gd name="connsiteX0" fmla="*/ 5634917 w 6230407"/>
                <a:gd name="connsiteY0" fmla="*/ 0 h 6858000"/>
                <a:gd name="connsiteX1" fmla="*/ 6230407 w 6230407"/>
                <a:gd name="connsiteY1" fmla="*/ 0 h 6858000"/>
                <a:gd name="connsiteX2" fmla="*/ 6230407 w 6230407"/>
                <a:gd name="connsiteY2" fmla="*/ 322046 h 6858000"/>
                <a:gd name="connsiteX3" fmla="*/ 6061915 w 6230407"/>
                <a:gd name="connsiteY3" fmla="*/ 206288 h 6858000"/>
                <a:gd name="connsiteX4" fmla="*/ 5814792 w 6230407"/>
                <a:gd name="connsiteY4" fmla="*/ 74312 h 6858000"/>
                <a:gd name="connsiteX5" fmla="*/ 5676576 w 6230407"/>
                <a:gd name="connsiteY5" fmla="*/ 15049 h 6858000"/>
                <a:gd name="connsiteX6" fmla="*/ 1821847 w 6230407"/>
                <a:gd name="connsiteY6" fmla="*/ 0 h 6858000"/>
                <a:gd name="connsiteX7" fmla="*/ 3449591 w 6230407"/>
                <a:gd name="connsiteY7" fmla="*/ 0 h 6858000"/>
                <a:gd name="connsiteX8" fmla="*/ 3354111 w 6230407"/>
                <a:gd name="connsiteY8" fmla="*/ 29819 h 6858000"/>
                <a:gd name="connsiteX9" fmla="*/ 3177287 w 6230407"/>
                <a:gd name="connsiteY9" fmla="*/ 93621 h 6858000"/>
                <a:gd name="connsiteX10" fmla="*/ 1915374 w 6230407"/>
                <a:gd name="connsiteY10" fmla="*/ 844207 h 6858000"/>
                <a:gd name="connsiteX11" fmla="*/ 1042545 w 6230407"/>
                <a:gd name="connsiteY11" fmla="*/ 1926532 h 6858000"/>
                <a:gd name="connsiteX12" fmla="*/ 726050 w 6230407"/>
                <a:gd name="connsiteY12" fmla="*/ 3186123 h 6858000"/>
                <a:gd name="connsiteX13" fmla="*/ 1249864 w 6230407"/>
                <a:gd name="connsiteY13" fmla="*/ 4355701 h 6858000"/>
                <a:gd name="connsiteX14" fmla="*/ 1513803 w 6230407"/>
                <a:gd name="connsiteY14" fmla="*/ 4726929 h 6858000"/>
                <a:gd name="connsiteX15" fmla="*/ 3990446 w 6230407"/>
                <a:gd name="connsiteY15" fmla="*/ 6178014 h 6858000"/>
                <a:gd name="connsiteX16" fmla="*/ 5870541 w 6230407"/>
                <a:gd name="connsiteY16" fmla="*/ 5285296 h 6858000"/>
                <a:gd name="connsiteX17" fmla="*/ 6099347 w 6230407"/>
                <a:gd name="connsiteY17" fmla="*/ 5108030 h 6858000"/>
                <a:gd name="connsiteX18" fmla="*/ 6230407 w 6230407"/>
                <a:gd name="connsiteY18" fmla="*/ 5006078 h 6858000"/>
                <a:gd name="connsiteX19" fmla="*/ 6230407 w 6230407"/>
                <a:gd name="connsiteY19" fmla="*/ 5924458 h 6858000"/>
                <a:gd name="connsiteX20" fmla="*/ 6056186 w 6230407"/>
                <a:gd name="connsiteY20" fmla="*/ 6058925 h 6858000"/>
                <a:gd name="connsiteX21" fmla="*/ 4500343 w 6230407"/>
                <a:gd name="connsiteY21" fmla="*/ 6854086 h 6858000"/>
                <a:gd name="connsiteX22" fmla="*/ 4476760 w 6230407"/>
                <a:gd name="connsiteY22" fmla="*/ 6858000 h 6858000"/>
                <a:gd name="connsiteX23" fmla="*/ 3391617 w 6230407"/>
                <a:gd name="connsiteY23" fmla="*/ 6858000 h 6858000"/>
                <a:gd name="connsiteX24" fmla="*/ 3242986 w 6230407"/>
                <a:gd name="connsiteY24" fmla="*/ 6833894 h 6858000"/>
                <a:gd name="connsiteX25" fmla="*/ 913044 w 6230407"/>
                <a:gd name="connsiteY25" fmla="*/ 5134452 h 6858000"/>
                <a:gd name="connsiteX26" fmla="*/ 0 w 6230407"/>
                <a:gd name="connsiteY26" fmla="*/ 3186123 h 6858000"/>
                <a:gd name="connsiteX27" fmla="*/ 1779764 w 6230407"/>
                <a:gd name="connsiteY27" fmla="*/ 2881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230407" h="6858000">
                  <a:moveTo>
                    <a:pt x="5634917" y="0"/>
                  </a:moveTo>
                  <a:lnTo>
                    <a:pt x="6230407" y="0"/>
                  </a:lnTo>
                  <a:lnTo>
                    <a:pt x="6230407" y="322046"/>
                  </a:lnTo>
                  <a:lnTo>
                    <a:pt x="6061915" y="206288"/>
                  </a:lnTo>
                  <a:cubicBezTo>
                    <a:pt x="5982213" y="157828"/>
                    <a:pt x="5899796" y="113801"/>
                    <a:pt x="5814792" y="74312"/>
                  </a:cubicBezTo>
                  <a:cubicBezTo>
                    <a:pt x="5769441" y="53261"/>
                    <a:pt x="5723362" y="33505"/>
                    <a:pt x="5676576" y="15049"/>
                  </a:cubicBezTo>
                  <a:close/>
                  <a:moveTo>
                    <a:pt x="1821847" y="0"/>
                  </a:moveTo>
                  <a:lnTo>
                    <a:pt x="3449591" y="0"/>
                  </a:lnTo>
                  <a:lnTo>
                    <a:pt x="3354111" y="29819"/>
                  </a:lnTo>
                  <a:cubicBezTo>
                    <a:pt x="3295072" y="49686"/>
                    <a:pt x="3236122" y="70955"/>
                    <a:pt x="3177287" y="93621"/>
                  </a:cubicBezTo>
                  <a:cubicBezTo>
                    <a:pt x="2718951" y="269871"/>
                    <a:pt x="2282682" y="529455"/>
                    <a:pt x="1915374" y="844207"/>
                  </a:cubicBezTo>
                  <a:cubicBezTo>
                    <a:pt x="1541678" y="1164331"/>
                    <a:pt x="1247976" y="1528591"/>
                    <a:pt x="1042545" y="1926532"/>
                  </a:cubicBezTo>
                  <a:cubicBezTo>
                    <a:pt x="832613" y="2333329"/>
                    <a:pt x="726050" y="2757113"/>
                    <a:pt x="726050" y="3186123"/>
                  </a:cubicBezTo>
                  <a:cubicBezTo>
                    <a:pt x="726050" y="3618181"/>
                    <a:pt x="896057" y="3870506"/>
                    <a:pt x="1249864" y="4355701"/>
                  </a:cubicBezTo>
                  <a:cubicBezTo>
                    <a:pt x="1335230" y="4472717"/>
                    <a:pt x="1423500" y="4593798"/>
                    <a:pt x="1513803" y="4726929"/>
                  </a:cubicBezTo>
                  <a:cubicBezTo>
                    <a:pt x="2203848" y="5744068"/>
                    <a:pt x="2944562" y="6178014"/>
                    <a:pt x="3990446" y="6178014"/>
                  </a:cubicBezTo>
                  <a:cubicBezTo>
                    <a:pt x="4676863" y="6178014"/>
                    <a:pt x="5180496" y="5824498"/>
                    <a:pt x="5870541" y="5285296"/>
                  </a:cubicBezTo>
                  <a:cubicBezTo>
                    <a:pt x="5947632" y="5225046"/>
                    <a:pt x="6024723" y="5165521"/>
                    <a:pt x="6099347" y="5108030"/>
                  </a:cubicBezTo>
                  <a:lnTo>
                    <a:pt x="6230407" y="5006078"/>
                  </a:lnTo>
                  <a:lnTo>
                    <a:pt x="6230407" y="5924458"/>
                  </a:lnTo>
                  <a:lnTo>
                    <a:pt x="6056186" y="6058925"/>
                  </a:lnTo>
                  <a:cubicBezTo>
                    <a:pt x="5577260" y="6421454"/>
                    <a:pt x="5092142" y="6735949"/>
                    <a:pt x="4500343" y="6854086"/>
                  </a:cubicBezTo>
                  <a:lnTo>
                    <a:pt x="4476760" y="6858000"/>
                  </a:lnTo>
                  <a:lnTo>
                    <a:pt x="3391617" y="6858000"/>
                  </a:lnTo>
                  <a:lnTo>
                    <a:pt x="3242986" y="6833894"/>
                  </a:lnTo>
                  <a:cubicBezTo>
                    <a:pt x="2233307" y="6634206"/>
                    <a:pt x="1512986" y="6018796"/>
                    <a:pt x="913044" y="5134452"/>
                  </a:cubicBezTo>
                  <a:cubicBezTo>
                    <a:pt x="469951" y="4481428"/>
                    <a:pt x="0" y="4033545"/>
                    <a:pt x="0" y="3186123"/>
                  </a:cubicBezTo>
                  <a:cubicBezTo>
                    <a:pt x="0" y="1915018"/>
                    <a:pt x="732545" y="779286"/>
                    <a:pt x="1779764" y="2881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DF24F7D-73CE-4EF0-86BC-1C1C4C5CB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698" y="0"/>
              <a:ext cx="6477994" cy="6858000"/>
            </a:xfrm>
            <a:custGeom>
              <a:avLst/>
              <a:gdLst>
                <a:gd name="connsiteX0" fmla="*/ 5061392 w 6230408"/>
                <a:gd name="connsiteY0" fmla="*/ 0 h 6858000"/>
                <a:gd name="connsiteX1" fmla="*/ 6230408 w 6230408"/>
                <a:gd name="connsiteY1" fmla="*/ 0 h 6858000"/>
                <a:gd name="connsiteX2" fmla="*/ 6230408 w 6230408"/>
                <a:gd name="connsiteY2" fmla="*/ 502666 h 6858000"/>
                <a:gd name="connsiteX3" fmla="*/ 6204367 w 6230408"/>
                <a:gd name="connsiteY3" fmla="*/ 480166 h 6858000"/>
                <a:gd name="connsiteX4" fmla="*/ 5753525 w 6230408"/>
                <a:gd name="connsiteY4" fmla="*/ 205991 h 6858000"/>
                <a:gd name="connsiteX5" fmla="*/ 5205685 w 6230408"/>
                <a:gd name="connsiteY5" fmla="*/ 25948 h 6858000"/>
                <a:gd name="connsiteX6" fmla="*/ 1821847 w 6230408"/>
                <a:gd name="connsiteY6" fmla="*/ 0 h 6858000"/>
                <a:gd name="connsiteX7" fmla="*/ 4114919 w 6230408"/>
                <a:gd name="connsiteY7" fmla="*/ 0 h 6858000"/>
                <a:gd name="connsiteX8" fmla="*/ 4086206 w 6230408"/>
                <a:gd name="connsiteY8" fmla="*/ 3507 h 6858000"/>
                <a:gd name="connsiteX9" fmla="*/ 3229262 w 6230408"/>
                <a:gd name="connsiteY9" fmla="*/ 229075 h 6858000"/>
                <a:gd name="connsiteX10" fmla="*/ 2009741 w 6230408"/>
                <a:gd name="connsiteY10" fmla="*/ 954400 h 6858000"/>
                <a:gd name="connsiteX11" fmla="*/ 1171466 w 6230408"/>
                <a:gd name="connsiteY11" fmla="*/ 1993025 h 6858000"/>
                <a:gd name="connsiteX12" fmla="*/ 871086 w 6230408"/>
                <a:gd name="connsiteY12" fmla="*/ 3186123 h 6858000"/>
                <a:gd name="connsiteX13" fmla="*/ 1367025 w 6230408"/>
                <a:gd name="connsiteY13" fmla="*/ 4270190 h 6858000"/>
                <a:gd name="connsiteX14" fmla="*/ 1633868 w 6230408"/>
                <a:gd name="connsiteY14" fmla="*/ 4645483 h 6858000"/>
                <a:gd name="connsiteX15" fmla="*/ 2651877 w 6230408"/>
                <a:gd name="connsiteY15" fmla="*/ 5684689 h 6858000"/>
                <a:gd name="connsiteX16" fmla="*/ 3990301 w 6230408"/>
                <a:gd name="connsiteY16" fmla="*/ 6032833 h 6858000"/>
                <a:gd name="connsiteX17" fmla="*/ 4851225 w 6230408"/>
                <a:gd name="connsiteY17" fmla="*/ 5811141 h 6858000"/>
                <a:gd name="connsiteX18" fmla="*/ 5780965 w 6230408"/>
                <a:gd name="connsiteY18" fmla="*/ 5171038 h 6858000"/>
                <a:gd name="connsiteX19" fmla="*/ 6010496 w 6230408"/>
                <a:gd name="connsiteY19" fmla="*/ 4993191 h 6858000"/>
                <a:gd name="connsiteX20" fmla="*/ 6230408 w 6230408"/>
                <a:gd name="connsiteY20" fmla="*/ 4822117 h 6858000"/>
                <a:gd name="connsiteX21" fmla="*/ 6230408 w 6230408"/>
                <a:gd name="connsiteY21" fmla="*/ 5924457 h 6858000"/>
                <a:gd name="connsiteX22" fmla="*/ 6056186 w 6230408"/>
                <a:gd name="connsiteY22" fmla="*/ 6058925 h 6858000"/>
                <a:gd name="connsiteX23" fmla="*/ 4500343 w 6230408"/>
                <a:gd name="connsiteY23" fmla="*/ 6854086 h 6858000"/>
                <a:gd name="connsiteX24" fmla="*/ 4476760 w 6230408"/>
                <a:gd name="connsiteY24" fmla="*/ 6858000 h 6858000"/>
                <a:gd name="connsiteX25" fmla="*/ 3391617 w 6230408"/>
                <a:gd name="connsiteY25" fmla="*/ 6858000 h 6858000"/>
                <a:gd name="connsiteX26" fmla="*/ 3242986 w 6230408"/>
                <a:gd name="connsiteY26" fmla="*/ 6833894 h 6858000"/>
                <a:gd name="connsiteX27" fmla="*/ 913044 w 6230408"/>
                <a:gd name="connsiteY27" fmla="*/ 5134452 h 6858000"/>
                <a:gd name="connsiteX28" fmla="*/ 0 w 6230408"/>
                <a:gd name="connsiteY28" fmla="*/ 3186123 h 6858000"/>
                <a:gd name="connsiteX29" fmla="*/ 1779764 w 6230408"/>
                <a:gd name="connsiteY29" fmla="*/ 2881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230408" h="6858000">
                  <a:moveTo>
                    <a:pt x="5061392" y="0"/>
                  </a:moveTo>
                  <a:lnTo>
                    <a:pt x="6230408" y="0"/>
                  </a:lnTo>
                  <a:lnTo>
                    <a:pt x="6230408" y="502666"/>
                  </a:lnTo>
                  <a:lnTo>
                    <a:pt x="6204367" y="480166"/>
                  </a:lnTo>
                  <a:cubicBezTo>
                    <a:pt x="6064466" y="372115"/>
                    <a:pt x="5913877" y="280469"/>
                    <a:pt x="5753525" y="205991"/>
                  </a:cubicBezTo>
                  <a:cubicBezTo>
                    <a:pt x="5581848" y="126214"/>
                    <a:pt x="5398775" y="66109"/>
                    <a:pt x="5205685" y="25948"/>
                  </a:cubicBezTo>
                  <a:close/>
                  <a:moveTo>
                    <a:pt x="1821847" y="0"/>
                  </a:moveTo>
                  <a:lnTo>
                    <a:pt x="4114919" y="0"/>
                  </a:lnTo>
                  <a:lnTo>
                    <a:pt x="4086206" y="3507"/>
                  </a:lnTo>
                  <a:cubicBezTo>
                    <a:pt x="3798985" y="45364"/>
                    <a:pt x="3509190" y="121369"/>
                    <a:pt x="3229262" y="229075"/>
                  </a:cubicBezTo>
                  <a:cubicBezTo>
                    <a:pt x="2786315" y="399518"/>
                    <a:pt x="2364564" y="650390"/>
                    <a:pt x="2009741" y="954400"/>
                  </a:cubicBezTo>
                  <a:cubicBezTo>
                    <a:pt x="1655354" y="1257973"/>
                    <a:pt x="1365573" y="1617151"/>
                    <a:pt x="1171466" y="1993025"/>
                  </a:cubicBezTo>
                  <a:cubicBezTo>
                    <a:pt x="972132" y="2379061"/>
                    <a:pt x="871086" y="2780487"/>
                    <a:pt x="871086" y="3186123"/>
                  </a:cubicBezTo>
                  <a:cubicBezTo>
                    <a:pt x="871086" y="3573756"/>
                    <a:pt x="1023091" y="3798642"/>
                    <a:pt x="1367025" y="4270190"/>
                  </a:cubicBezTo>
                  <a:cubicBezTo>
                    <a:pt x="1453117" y="4388222"/>
                    <a:pt x="1542113" y="4510319"/>
                    <a:pt x="1633868" y="4645483"/>
                  </a:cubicBezTo>
                  <a:cubicBezTo>
                    <a:pt x="1958347" y="5123709"/>
                    <a:pt x="2291248" y="5463723"/>
                    <a:pt x="2651877" y="5684689"/>
                  </a:cubicBezTo>
                  <a:cubicBezTo>
                    <a:pt x="3034139" y="5919011"/>
                    <a:pt x="3472005" y="6032833"/>
                    <a:pt x="3990301" y="6032833"/>
                  </a:cubicBezTo>
                  <a:cubicBezTo>
                    <a:pt x="4284438" y="6032833"/>
                    <a:pt x="4557959" y="5962420"/>
                    <a:pt x="4851225" y="5811141"/>
                  </a:cubicBezTo>
                  <a:cubicBezTo>
                    <a:pt x="5152330" y="5655798"/>
                    <a:pt x="5450387" y="5429315"/>
                    <a:pt x="5780965" y="5171038"/>
                  </a:cubicBezTo>
                  <a:cubicBezTo>
                    <a:pt x="5858491" y="5110498"/>
                    <a:pt x="5935727" y="5050828"/>
                    <a:pt x="6010496" y="4993191"/>
                  </a:cubicBezTo>
                  <a:lnTo>
                    <a:pt x="6230408" y="4822117"/>
                  </a:lnTo>
                  <a:lnTo>
                    <a:pt x="6230408" y="5924457"/>
                  </a:lnTo>
                  <a:lnTo>
                    <a:pt x="6056186" y="6058925"/>
                  </a:lnTo>
                  <a:cubicBezTo>
                    <a:pt x="5577260" y="6421454"/>
                    <a:pt x="5092142" y="6735949"/>
                    <a:pt x="4500343" y="6854086"/>
                  </a:cubicBezTo>
                  <a:lnTo>
                    <a:pt x="4476760" y="6858000"/>
                  </a:lnTo>
                  <a:lnTo>
                    <a:pt x="3391617" y="6858000"/>
                  </a:lnTo>
                  <a:lnTo>
                    <a:pt x="3242986" y="6833894"/>
                  </a:lnTo>
                  <a:cubicBezTo>
                    <a:pt x="2233307" y="6634206"/>
                    <a:pt x="1512986" y="6018796"/>
                    <a:pt x="913044" y="5134452"/>
                  </a:cubicBezTo>
                  <a:cubicBezTo>
                    <a:pt x="469951" y="4481428"/>
                    <a:pt x="0" y="4033545"/>
                    <a:pt x="0" y="3186123"/>
                  </a:cubicBezTo>
                  <a:cubicBezTo>
                    <a:pt x="0" y="1915018"/>
                    <a:pt x="732545" y="779286"/>
                    <a:pt x="1779764" y="2881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3445B6-9C0D-4865-BF68-CD74892D0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05128" y="0"/>
              <a:ext cx="6648564" cy="6858000"/>
            </a:xfrm>
            <a:custGeom>
              <a:avLst/>
              <a:gdLst>
                <a:gd name="connsiteX0" fmla="*/ 1242460 w 6394458"/>
                <a:gd name="connsiteY0" fmla="*/ 0 h 6858000"/>
                <a:gd name="connsiteX1" fmla="*/ 2160732 w 6394458"/>
                <a:gd name="connsiteY1" fmla="*/ 0 h 6858000"/>
                <a:gd name="connsiteX2" fmla="*/ 2096124 w 6394458"/>
                <a:gd name="connsiteY2" fmla="*/ 41936 h 6858000"/>
                <a:gd name="connsiteX3" fmla="*/ 1942232 w 6394458"/>
                <a:gd name="connsiteY3" fmla="*/ 154451 h 6858000"/>
                <a:gd name="connsiteX4" fmla="*/ 1941942 w 6394458"/>
                <a:gd name="connsiteY4" fmla="*/ 154741 h 6858000"/>
                <a:gd name="connsiteX5" fmla="*/ 1941652 w 6394458"/>
                <a:gd name="connsiteY5" fmla="*/ 155032 h 6858000"/>
                <a:gd name="connsiteX6" fmla="*/ 1878498 w 6394458"/>
                <a:gd name="connsiteY6" fmla="*/ 203377 h 6858000"/>
                <a:gd name="connsiteX7" fmla="*/ 1865722 w 6394458"/>
                <a:gd name="connsiteY7" fmla="*/ 213395 h 6858000"/>
                <a:gd name="connsiteX8" fmla="*/ 1791679 w 6394458"/>
                <a:gd name="connsiteY8" fmla="*/ 272483 h 6858000"/>
                <a:gd name="connsiteX9" fmla="*/ 1503495 w 6394458"/>
                <a:gd name="connsiteY9" fmla="*/ 525389 h 6858000"/>
                <a:gd name="connsiteX10" fmla="*/ 990135 w 6394458"/>
                <a:gd name="connsiteY10" fmla="*/ 1098128 h 6858000"/>
                <a:gd name="connsiteX11" fmla="*/ 771637 w 6394458"/>
                <a:gd name="connsiteY11" fmla="*/ 1416800 h 6858000"/>
                <a:gd name="connsiteX12" fmla="*/ 585660 w 6394458"/>
                <a:gd name="connsiteY12" fmla="*/ 1756960 h 6858000"/>
                <a:gd name="connsiteX13" fmla="*/ 585515 w 6394458"/>
                <a:gd name="connsiteY13" fmla="*/ 1757395 h 6858000"/>
                <a:gd name="connsiteX14" fmla="*/ 585370 w 6394458"/>
                <a:gd name="connsiteY14" fmla="*/ 1757831 h 6858000"/>
                <a:gd name="connsiteX15" fmla="*/ 544574 w 6394458"/>
                <a:gd name="connsiteY15" fmla="*/ 1845230 h 6858000"/>
                <a:gd name="connsiteX16" fmla="*/ 524539 w 6394458"/>
                <a:gd name="connsiteY16" fmla="*/ 1889510 h 6858000"/>
                <a:gd name="connsiteX17" fmla="*/ 505666 w 6394458"/>
                <a:gd name="connsiteY17" fmla="*/ 1933935 h 6858000"/>
                <a:gd name="connsiteX18" fmla="*/ 502762 w 6394458"/>
                <a:gd name="connsiteY18" fmla="*/ 1940904 h 6858000"/>
                <a:gd name="connsiteX19" fmla="*/ 469661 w 6394458"/>
                <a:gd name="connsiteY19" fmla="*/ 2023512 h 6858000"/>
                <a:gd name="connsiteX20" fmla="*/ 456885 w 6394458"/>
                <a:gd name="connsiteY20" fmla="*/ 2057049 h 6858000"/>
                <a:gd name="connsiteX21" fmla="*/ 435688 w 6394458"/>
                <a:gd name="connsiteY21" fmla="*/ 2114395 h 6858000"/>
                <a:gd name="connsiteX22" fmla="*/ 435543 w 6394458"/>
                <a:gd name="connsiteY22" fmla="*/ 2114976 h 6858000"/>
                <a:gd name="connsiteX23" fmla="*/ 435253 w 6394458"/>
                <a:gd name="connsiteY23" fmla="*/ 2115557 h 6858000"/>
                <a:gd name="connsiteX24" fmla="*/ 324770 w 6394458"/>
                <a:gd name="connsiteY24" fmla="*/ 2488382 h 6858000"/>
                <a:gd name="connsiteX25" fmla="*/ 235338 w 6394458"/>
                <a:gd name="connsiteY25" fmla="*/ 3261036 h 6858000"/>
                <a:gd name="connsiteX26" fmla="*/ 272505 w 6394458"/>
                <a:gd name="connsiteY26" fmla="*/ 3641991 h 6858000"/>
                <a:gd name="connsiteX27" fmla="*/ 385891 w 6394458"/>
                <a:gd name="connsiteY27" fmla="*/ 4006104 h 6858000"/>
                <a:gd name="connsiteX28" fmla="*/ 386182 w 6394458"/>
                <a:gd name="connsiteY28" fmla="*/ 4006685 h 6858000"/>
                <a:gd name="connsiteX29" fmla="*/ 386472 w 6394458"/>
                <a:gd name="connsiteY29" fmla="*/ 4007266 h 6858000"/>
                <a:gd name="connsiteX30" fmla="*/ 413911 w 6394458"/>
                <a:gd name="connsiteY30" fmla="*/ 4068823 h 6858000"/>
                <a:gd name="connsiteX31" fmla="*/ 425380 w 6394458"/>
                <a:gd name="connsiteY31" fmla="*/ 4093794 h 6858000"/>
                <a:gd name="connsiteX32" fmla="*/ 435834 w 6394458"/>
                <a:gd name="connsiteY32" fmla="*/ 4114845 h 6858000"/>
                <a:gd name="connsiteX33" fmla="*/ 468644 w 6394458"/>
                <a:gd name="connsiteY33" fmla="*/ 4178435 h 6858000"/>
                <a:gd name="connsiteX34" fmla="*/ 468935 w 6394458"/>
                <a:gd name="connsiteY34" fmla="*/ 4179015 h 6858000"/>
                <a:gd name="connsiteX35" fmla="*/ 469225 w 6394458"/>
                <a:gd name="connsiteY35" fmla="*/ 4179596 h 6858000"/>
                <a:gd name="connsiteX36" fmla="*/ 566496 w 6394458"/>
                <a:gd name="connsiteY36" fmla="*/ 4345828 h 6858000"/>
                <a:gd name="connsiteX37" fmla="*/ 674366 w 6394458"/>
                <a:gd name="connsiteY37" fmla="*/ 4507124 h 6858000"/>
                <a:gd name="connsiteX38" fmla="*/ 790946 w 6394458"/>
                <a:gd name="connsiteY38" fmla="*/ 4665372 h 6858000"/>
                <a:gd name="connsiteX39" fmla="*/ 938015 w 6394458"/>
                <a:gd name="connsiteY39" fmla="*/ 4855559 h 6858000"/>
                <a:gd name="connsiteX40" fmla="*/ 1035286 w 6394458"/>
                <a:gd name="connsiteY40" fmla="*/ 4980269 h 6858000"/>
                <a:gd name="connsiteX41" fmla="*/ 1158254 w 6394458"/>
                <a:gd name="connsiteY41" fmla="*/ 5140985 h 6858000"/>
                <a:gd name="connsiteX42" fmla="*/ 1221118 w 6394458"/>
                <a:gd name="connsiteY42" fmla="*/ 5226351 h 6858000"/>
                <a:gd name="connsiteX43" fmla="*/ 1277448 w 6394458"/>
                <a:gd name="connsiteY43" fmla="*/ 5303007 h 6858000"/>
                <a:gd name="connsiteX44" fmla="*/ 1277739 w 6394458"/>
                <a:gd name="connsiteY44" fmla="*/ 5303297 h 6858000"/>
                <a:gd name="connsiteX45" fmla="*/ 1278029 w 6394458"/>
                <a:gd name="connsiteY45" fmla="*/ 5303588 h 6858000"/>
                <a:gd name="connsiteX46" fmla="*/ 1376607 w 6394458"/>
                <a:gd name="connsiteY46" fmla="*/ 5433525 h 6858000"/>
                <a:gd name="connsiteX47" fmla="*/ 1395625 w 6394458"/>
                <a:gd name="connsiteY47" fmla="*/ 5458060 h 6858000"/>
                <a:gd name="connsiteX48" fmla="*/ 1405207 w 6394458"/>
                <a:gd name="connsiteY48" fmla="*/ 5469965 h 6858000"/>
                <a:gd name="connsiteX49" fmla="*/ 1518739 w 6394458"/>
                <a:gd name="connsiteY49" fmla="*/ 5607597 h 6858000"/>
                <a:gd name="connsiteX50" fmla="*/ 1779194 w 6394458"/>
                <a:gd name="connsiteY50" fmla="*/ 5888957 h 6858000"/>
                <a:gd name="connsiteX51" fmla="*/ 2361805 w 6394458"/>
                <a:gd name="connsiteY51" fmla="*/ 6356876 h 6858000"/>
                <a:gd name="connsiteX52" fmla="*/ 2682656 w 6394458"/>
                <a:gd name="connsiteY52" fmla="*/ 6532110 h 6858000"/>
                <a:gd name="connsiteX53" fmla="*/ 2682946 w 6394458"/>
                <a:gd name="connsiteY53" fmla="*/ 6532255 h 6858000"/>
                <a:gd name="connsiteX54" fmla="*/ 2683236 w 6394458"/>
                <a:gd name="connsiteY54" fmla="*/ 6532400 h 6858000"/>
                <a:gd name="connsiteX55" fmla="*/ 3021944 w 6394458"/>
                <a:gd name="connsiteY55" fmla="*/ 6664805 h 6858000"/>
                <a:gd name="connsiteX56" fmla="*/ 3375605 w 6394458"/>
                <a:gd name="connsiteY56" fmla="*/ 6756415 h 6858000"/>
                <a:gd name="connsiteX57" fmla="*/ 3555048 w 6394458"/>
                <a:gd name="connsiteY57" fmla="*/ 6786612 h 6858000"/>
                <a:gd name="connsiteX58" fmla="*/ 3735218 w 6394458"/>
                <a:gd name="connsiteY58" fmla="*/ 6807083 h 6858000"/>
                <a:gd name="connsiteX59" fmla="*/ 4108188 w 6394458"/>
                <a:gd name="connsiteY59" fmla="*/ 6823343 h 6858000"/>
                <a:gd name="connsiteX60" fmla="*/ 4126917 w 6394458"/>
                <a:gd name="connsiteY60" fmla="*/ 6823343 h 6858000"/>
                <a:gd name="connsiteX61" fmla="*/ 4151597 w 6394458"/>
                <a:gd name="connsiteY61" fmla="*/ 6823488 h 6858000"/>
                <a:gd name="connsiteX62" fmla="*/ 4199652 w 6394458"/>
                <a:gd name="connsiteY62" fmla="*/ 6822763 h 6858000"/>
                <a:gd name="connsiteX63" fmla="*/ 4200088 w 6394458"/>
                <a:gd name="connsiteY63" fmla="*/ 6822763 h 6858000"/>
                <a:gd name="connsiteX64" fmla="*/ 4200523 w 6394458"/>
                <a:gd name="connsiteY64" fmla="*/ 6822763 h 6858000"/>
                <a:gd name="connsiteX65" fmla="*/ 4245675 w 6394458"/>
                <a:gd name="connsiteY65" fmla="*/ 6821601 h 6858000"/>
                <a:gd name="connsiteX66" fmla="*/ 4291117 w 6394458"/>
                <a:gd name="connsiteY66" fmla="*/ 6819277 h 6858000"/>
                <a:gd name="connsiteX67" fmla="*/ 4469108 w 6394458"/>
                <a:gd name="connsiteY67" fmla="*/ 6803743 h 6858000"/>
                <a:gd name="connsiteX68" fmla="*/ 5157267 w 6394458"/>
                <a:gd name="connsiteY68" fmla="*/ 6617766 h 6858000"/>
                <a:gd name="connsiteX69" fmla="*/ 5484069 w 6394458"/>
                <a:gd name="connsiteY69" fmla="*/ 6455744 h 6858000"/>
                <a:gd name="connsiteX70" fmla="*/ 5801144 w 6394458"/>
                <a:gd name="connsiteY70" fmla="*/ 6257717 h 6858000"/>
                <a:gd name="connsiteX71" fmla="*/ 6111106 w 6394458"/>
                <a:gd name="connsiteY71" fmla="*/ 6032542 h 6858000"/>
                <a:gd name="connsiteX72" fmla="*/ 6264127 w 6394458"/>
                <a:gd name="connsiteY72" fmla="*/ 5913203 h 6858000"/>
                <a:gd name="connsiteX73" fmla="*/ 6394458 w 6394458"/>
                <a:gd name="connsiteY73" fmla="*/ 5808939 h 6858000"/>
                <a:gd name="connsiteX74" fmla="*/ 6394458 w 6394458"/>
                <a:gd name="connsiteY74" fmla="*/ 6858000 h 6858000"/>
                <a:gd name="connsiteX75" fmla="*/ 2234128 w 6394458"/>
                <a:gd name="connsiteY75" fmla="*/ 6858000 h 6858000"/>
                <a:gd name="connsiteX76" fmla="*/ 2151583 w 6394458"/>
                <a:gd name="connsiteY76" fmla="*/ 6802146 h 6858000"/>
                <a:gd name="connsiteX77" fmla="*/ 593791 w 6394458"/>
                <a:gd name="connsiteY77" fmla="*/ 5241450 h 6858000"/>
                <a:gd name="connsiteX78" fmla="*/ 0 w 6394458"/>
                <a:gd name="connsiteY78" fmla="*/ 3044861 h 6858000"/>
                <a:gd name="connsiteX79" fmla="*/ 342337 w 6394458"/>
                <a:gd name="connsiteY79" fmla="*/ 1349581 h 6858000"/>
                <a:gd name="connsiteX80" fmla="*/ 1129762 w 6394458"/>
                <a:gd name="connsiteY80" fmla="*/ 1181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394458" h="6858000">
                  <a:moveTo>
                    <a:pt x="1242460" y="0"/>
                  </a:moveTo>
                  <a:lnTo>
                    <a:pt x="2160732" y="0"/>
                  </a:lnTo>
                  <a:lnTo>
                    <a:pt x="2096124" y="41936"/>
                  </a:lnTo>
                  <a:cubicBezTo>
                    <a:pt x="2053586" y="71988"/>
                    <a:pt x="1997691" y="111913"/>
                    <a:pt x="1942232" y="154451"/>
                  </a:cubicBezTo>
                  <a:lnTo>
                    <a:pt x="1941942" y="154741"/>
                  </a:lnTo>
                  <a:lnTo>
                    <a:pt x="1941652" y="155032"/>
                  </a:lnTo>
                  <a:cubicBezTo>
                    <a:pt x="1920455" y="170711"/>
                    <a:pt x="1899113" y="187262"/>
                    <a:pt x="1878498" y="203377"/>
                  </a:cubicBezTo>
                  <a:lnTo>
                    <a:pt x="1865722" y="213395"/>
                  </a:lnTo>
                  <a:cubicBezTo>
                    <a:pt x="1838863" y="233865"/>
                    <a:pt x="1813311" y="254771"/>
                    <a:pt x="1791679" y="272483"/>
                  </a:cubicBezTo>
                  <a:cubicBezTo>
                    <a:pt x="1684245" y="360463"/>
                    <a:pt x="1590023" y="443216"/>
                    <a:pt x="1503495" y="525389"/>
                  </a:cubicBezTo>
                  <a:cubicBezTo>
                    <a:pt x="1315050" y="703090"/>
                    <a:pt x="1142430" y="895746"/>
                    <a:pt x="990135" y="1098128"/>
                  </a:cubicBezTo>
                  <a:cubicBezTo>
                    <a:pt x="911301" y="1202949"/>
                    <a:pt x="837695" y="1310238"/>
                    <a:pt x="771637" y="1416800"/>
                  </a:cubicBezTo>
                  <a:cubicBezTo>
                    <a:pt x="697595" y="1538898"/>
                    <a:pt x="636764" y="1650106"/>
                    <a:pt x="585660" y="1756960"/>
                  </a:cubicBezTo>
                  <a:lnTo>
                    <a:pt x="585515" y="1757395"/>
                  </a:lnTo>
                  <a:lnTo>
                    <a:pt x="585370" y="1757831"/>
                  </a:lnTo>
                  <a:cubicBezTo>
                    <a:pt x="570271" y="1788174"/>
                    <a:pt x="556334" y="1818952"/>
                    <a:pt x="544574" y="1845230"/>
                  </a:cubicBezTo>
                  <a:lnTo>
                    <a:pt x="524539" y="1889510"/>
                  </a:lnTo>
                  <a:lnTo>
                    <a:pt x="505666" y="1933935"/>
                  </a:lnTo>
                  <a:lnTo>
                    <a:pt x="502762" y="1940904"/>
                  </a:lnTo>
                  <a:cubicBezTo>
                    <a:pt x="491002" y="1969214"/>
                    <a:pt x="479823" y="1996073"/>
                    <a:pt x="469661" y="2023512"/>
                  </a:cubicBezTo>
                  <a:cubicBezTo>
                    <a:pt x="465450" y="2034691"/>
                    <a:pt x="461240" y="2045870"/>
                    <a:pt x="456885" y="2057049"/>
                  </a:cubicBezTo>
                  <a:cubicBezTo>
                    <a:pt x="449190" y="2076794"/>
                    <a:pt x="442076" y="2095522"/>
                    <a:pt x="435688" y="2114395"/>
                  </a:cubicBezTo>
                  <a:lnTo>
                    <a:pt x="435543" y="2114976"/>
                  </a:lnTo>
                  <a:lnTo>
                    <a:pt x="435253" y="2115557"/>
                  </a:lnTo>
                  <a:cubicBezTo>
                    <a:pt x="390392" y="2239687"/>
                    <a:pt x="353226" y="2365123"/>
                    <a:pt x="324770" y="2488382"/>
                  </a:cubicBezTo>
                  <a:cubicBezTo>
                    <a:pt x="265391" y="2742158"/>
                    <a:pt x="235193" y="3002178"/>
                    <a:pt x="235338" y="3261036"/>
                  </a:cubicBezTo>
                  <a:cubicBezTo>
                    <a:pt x="236210" y="3391989"/>
                    <a:pt x="248695" y="3520474"/>
                    <a:pt x="272505" y="3641991"/>
                  </a:cubicBezTo>
                  <a:cubicBezTo>
                    <a:pt x="299073" y="3770621"/>
                    <a:pt x="337110" y="3893154"/>
                    <a:pt x="385891" y="4006104"/>
                  </a:cubicBezTo>
                  <a:lnTo>
                    <a:pt x="386182" y="4006685"/>
                  </a:lnTo>
                  <a:lnTo>
                    <a:pt x="386472" y="4007266"/>
                  </a:lnTo>
                  <a:cubicBezTo>
                    <a:pt x="394747" y="4027591"/>
                    <a:pt x="404039" y="4047626"/>
                    <a:pt x="413911" y="4068823"/>
                  </a:cubicBezTo>
                  <a:cubicBezTo>
                    <a:pt x="417686" y="4077098"/>
                    <a:pt x="421606" y="4085374"/>
                    <a:pt x="425380" y="4093794"/>
                  </a:cubicBezTo>
                  <a:cubicBezTo>
                    <a:pt x="428865" y="4100908"/>
                    <a:pt x="432349" y="4107876"/>
                    <a:pt x="435834" y="4114845"/>
                  </a:cubicBezTo>
                  <a:cubicBezTo>
                    <a:pt x="446867" y="4136913"/>
                    <a:pt x="457320" y="4157819"/>
                    <a:pt x="468644" y="4178435"/>
                  </a:cubicBezTo>
                  <a:lnTo>
                    <a:pt x="468935" y="4179015"/>
                  </a:lnTo>
                  <a:lnTo>
                    <a:pt x="469225" y="4179596"/>
                  </a:lnTo>
                  <a:cubicBezTo>
                    <a:pt x="495213" y="4229103"/>
                    <a:pt x="525120" y="4280352"/>
                    <a:pt x="566496" y="4345828"/>
                  </a:cubicBezTo>
                  <a:cubicBezTo>
                    <a:pt x="598727" y="4397368"/>
                    <a:pt x="633135" y="4447745"/>
                    <a:pt x="674366" y="4507124"/>
                  </a:cubicBezTo>
                  <a:cubicBezTo>
                    <a:pt x="713129" y="4561713"/>
                    <a:pt x="753199" y="4615139"/>
                    <a:pt x="790946" y="4665372"/>
                  </a:cubicBezTo>
                  <a:cubicBezTo>
                    <a:pt x="839001" y="4729106"/>
                    <a:pt x="889379" y="4793421"/>
                    <a:pt x="938015" y="4855559"/>
                  </a:cubicBezTo>
                  <a:cubicBezTo>
                    <a:pt x="969955" y="4896355"/>
                    <a:pt x="1003056" y="4938457"/>
                    <a:pt x="1035286" y="4980269"/>
                  </a:cubicBezTo>
                  <a:cubicBezTo>
                    <a:pt x="1069113" y="5023969"/>
                    <a:pt x="1113684" y="5081606"/>
                    <a:pt x="1158254" y="5140985"/>
                  </a:cubicBezTo>
                  <a:cubicBezTo>
                    <a:pt x="1179451" y="5169005"/>
                    <a:pt x="1200647" y="5198186"/>
                    <a:pt x="1221118" y="5226351"/>
                  </a:cubicBezTo>
                  <a:cubicBezTo>
                    <a:pt x="1240572" y="5253065"/>
                    <a:pt x="1259010" y="5278471"/>
                    <a:pt x="1277448" y="5303007"/>
                  </a:cubicBezTo>
                  <a:lnTo>
                    <a:pt x="1277739" y="5303297"/>
                  </a:lnTo>
                  <a:lnTo>
                    <a:pt x="1278029" y="5303588"/>
                  </a:lnTo>
                  <a:cubicBezTo>
                    <a:pt x="1309824" y="5347287"/>
                    <a:pt x="1343796" y="5391132"/>
                    <a:pt x="1376607" y="5433525"/>
                  </a:cubicBezTo>
                  <a:lnTo>
                    <a:pt x="1395625" y="5458060"/>
                  </a:lnTo>
                  <a:lnTo>
                    <a:pt x="1405207" y="5469965"/>
                  </a:lnTo>
                  <a:cubicBezTo>
                    <a:pt x="1442083" y="5515552"/>
                    <a:pt x="1479976" y="5562736"/>
                    <a:pt x="1518739" y="5607597"/>
                  </a:cubicBezTo>
                  <a:cubicBezTo>
                    <a:pt x="1603960" y="5707481"/>
                    <a:pt x="1691650" y="5802139"/>
                    <a:pt x="1779194" y="5888957"/>
                  </a:cubicBezTo>
                  <a:cubicBezTo>
                    <a:pt x="1965606" y="6072902"/>
                    <a:pt x="2161746" y="6230423"/>
                    <a:pt x="2361805" y="6356876"/>
                  </a:cubicBezTo>
                  <a:cubicBezTo>
                    <a:pt x="2475047" y="6427870"/>
                    <a:pt x="2579867" y="6485217"/>
                    <a:pt x="2682656" y="6532110"/>
                  </a:cubicBezTo>
                  <a:lnTo>
                    <a:pt x="2682946" y="6532255"/>
                  </a:lnTo>
                  <a:lnTo>
                    <a:pt x="2683236" y="6532400"/>
                  </a:lnTo>
                  <a:cubicBezTo>
                    <a:pt x="2787767" y="6581616"/>
                    <a:pt x="2901734" y="6626187"/>
                    <a:pt x="3021944" y="6664805"/>
                  </a:cubicBezTo>
                  <a:cubicBezTo>
                    <a:pt x="3132572" y="6700374"/>
                    <a:pt x="3251620" y="6731298"/>
                    <a:pt x="3375605" y="6756415"/>
                  </a:cubicBezTo>
                  <a:cubicBezTo>
                    <a:pt x="3432661" y="6767738"/>
                    <a:pt x="3493201" y="6777901"/>
                    <a:pt x="3555048" y="6786612"/>
                  </a:cubicBezTo>
                  <a:cubicBezTo>
                    <a:pt x="3613121" y="6794742"/>
                    <a:pt x="3673807" y="6801566"/>
                    <a:pt x="3735218" y="6807083"/>
                  </a:cubicBezTo>
                  <a:cubicBezTo>
                    <a:pt x="3852670" y="6817826"/>
                    <a:pt x="3974622" y="6823052"/>
                    <a:pt x="4108188" y="6823343"/>
                  </a:cubicBezTo>
                  <a:lnTo>
                    <a:pt x="4126917" y="6823343"/>
                  </a:lnTo>
                  <a:cubicBezTo>
                    <a:pt x="4135192" y="6823488"/>
                    <a:pt x="4143322" y="6823488"/>
                    <a:pt x="4151597" y="6823488"/>
                  </a:cubicBezTo>
                  <a:cubicBezTo>
                    <a:pt x="4171487" y="6823488"/>
                    <a:pt x="4186296" y="6823343"/>
                    <a:pt x="4199652" y="6822763"/>
                  </a:cubicBezTo>
                  <a:lnTo>
                    <a:pt x="4200088" y="6822763"/>
                  </a:lnTo>
                  <a:lnTo>
                    <a:pt x="4200523" y="6822763"/>
                  </a:lnTo>
                  <a:lnTo>
                    <a:pt x="4245675" y="6821601"/>
                  </a:lnTo>
                  <a:lnTo>
                    <a:pt x="4291117" y="6819277"/>
                  </a:lnTo>
                  <a:cubicBezTo>
                    <a:pt x="4342801" y="6816955"/>
                    <a:pt x="4397825" y="6812164"/>
                    <a:pt x="4469108" y="6803743"/>
                  </a:cubicBezTo>
                  <a:cubicBezTo>
                    <a:pt x="4700672" y="6775433"/>
                    <a:pt x="4932236" y="6712860"/>
                    <a:pt x="5157267" y="6617766"/>
                  </a:cubicBezTo>
                  <a:cubicBezTo>
                    <a:pt x="5260490" y="6574648"/>
                    <a:pt x="5367344" y="6521656"/>
                    <a:pt x="5484069" y="6455744"/>
                  </a:cubicBezTo>
                  <a:cubicBezTo>
                    <a:pt x="5584535" y="6399414"/>
                    <a:pt x="5688194" y="6334663"/>
                    <a:pt x="5801144" y="6257717"/>
                  </a:cubicBezTo>
                  <a:cubicBezTo>
                    <a:pt x="5894061" y="6194419"/>
                    <a:pt x="5992638" y="6122844"/>
                    <a:pt x="6111106" y="6032542"/>
                  </a:cubicBezTo>
                  <a:cubicBezTo>
                    <a:pt x="6163081" y="5993052"/>
                    <a:pt x="6215491" y="5951676"/>
                    <a:pt x="6264127" y="5913203"/>
                  </a:cubicBezTo>
                  <a:lnTo>
                    <a:pt x="6394458" y="5808939"/>
                  </a:lnTo>
                  <a:lnTo>
                    <a:pt x="6394458" y="6858000"/>
                  </a:lnTo>
                  <a:lnTo>
                    <a:pt x="2234128" y="6858000"/>
                  </a:lnTo>
                  <a:lnTo>
                    <a:pt x="2151583" y="6802146"/>
                  </a:lnTo>
                  <a:cubicBezTo>
                    <a:pt x="1509012" y="6424386"/>
                    <a:pt x="970245" y="5884748"/>
                    <a:pt x="593791" y="5241450"/>
                  </a:cubicBezTo>
                  <a:cubicBezTo>
                    <a:pt x="205286" y="4577683"/>
                    <a:pt x="0" y="3818240"/>
                    <a:pt x="0" y="3044861"/>
                  </a:cubicBezTo>
                  <a:cubicBezTo>
                    <a:pt x="0" y="2457023"/>
                    <a:pt x="115129" y="1886606"/>
                    <a:pt x="342337" y="1349581"/>
                  </a:cubicBezTo>
                  <a:cubicBezTo>
                    <a:pt x="534284" y="895692"/>
                    <a:pt x="798705" y="482372"/>
                    <a:pt x="1129762" y="118183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05757E-C772-4187-BD34-A12DC33F3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4266" y="0"/>
              <a:ext cx="6419426" cy="6858000"/>
            </a:xfrm>
            <a:custGeom>
              <a:avLst/>
              <a:gdLst>
                <a:gd name="connsiteX0" fmla="*/ 6419426 w 6419426"/>
                <a:gd name="connsiteY0" fmla="*/ 6276207 h 6858000"/>
                <a:gd name="connsiteX1" fmla="*/ 6419426 w 6419426"/>
                <a:gd name="connsiteY1" fmla="*/ 6858000 h 6858000"/>
                <a:gd name="connsiteX2" fmla="*/ 5377226 w 6419426"/>
                <a:gd name="connsiteY2" fmla="*/ 6858000 h 6858000"/>
                <a:gd name="connsiteX3" fmla="*/ 5526079 w 6419426"/>
                <a:gd name="connsiteY3" fmla="*/ 6799309 h 6858000"/>
                <a:gd name="connsiteX4" fmla="*/ 6372097 w 6419426"/>
                <a:gd name="connsiteY4" fmla="*/ 6313400 h 6858000"/>
                <a:gd name="connsiteX5" fmla="*/ 0 w 6419426"/>
                <a:gd name="connsiteY5" fmla="*/ 3944218 h 6858000"/>
                <a:gd name="connsiteX6" fmla="*/ 31811 w 6419426"/>
                <a:gd name="connsiteY6" fmla="*/ 4082046 h 6858000"/>
                <a:gd name="connsiteX7" fmla="*/ 2375871 w 6419426"/>
                <a:gd name="connsiteY7" fmla="*/ 6799309 h 6858000"/>
                <a:gd name="connsiteX8" fmla="*/ 2524724 w 6419426"/>
                <a:gd name="connsiteY8" fmla="*/ 6858000 h 6858000"/>
                <a:gd name="connsiteX9" fmla="*/ 0 w 6419426"/>
                <a:gd name="connsiteY9" fmla="*/ 6858000 h 6858000"/>
                <a:gd name="connsiteX10" fmla="*/ 0 w 6419426"/>
                <a:gd name="connsiteY10" fmla="*/ 0 h 6858000"/>
                <a:gd name="connsiteX11" fmla="*/ 1320019 w 6419426"/>
                <a:gd name="connsiteY11" fmla="*/ 0 h 6858000"/>
                <a:gd name="connsiteX12" fmla="*/ 1089625 w 6419426"/>
                <a:gd name="connsiteY12" fmla="*/ 209396 h 6858000"/>
                <a:gd name="connsiteX13" fmla="*/ 31811 w 6419426"/>
                <a:gd name="connsiteY13" fmla="*/ 2059448 h 6858000"/>
                <a:gd name="connsiteX14" fmla="*/ 0 w 6419426"/>
                <a:gd name="connsiteY14" fmla="*/ 219727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419426" h="6858000">
                  <a:moveTo>
                    <a:pt x="6419426" y="6276207"/>
                  </a:moveTo>
                  <a:lnTo>
                    <a:pt x="6419426" y="6858000"/>
                  </a:lnTo>
                  <a:lnTo>
                    <a:pt x="5377226" y="6858000"/>
                  </a:lnTo>
                  <a:lnTo>
                    <a:pt x="5526079" y="6799309"/>
                  </a:lnTo>
                  <a:cubicBezTo>
                    <a:pt x="5828657" y="6671330"/>
                    <a:pt x="6112428" y="6507594"/>
                    <a:pt x="6372097" y="6313400"/>
                  </a:cubicBezTo>
                  <a:close/>
                  <a:moveTo>
                    <a:pt x="0" y="3944218"/>
                  </a:moveTo>
                  <a:lnTo>
                    <a:pt x="31811" y="4082046"/>
                  </a:lnTo>
                  <a:cubicBezTo>
                    <a:pt x="347839" y="5310348"/>
                    <a:pt x="1226077" y="6312987"/>
                    <a:pt x="2375871" y="6799309"/>
                  </a:cubicBezTo>
                  <a:lnTo>
                    <a:pt x="2524724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1320019" y="0"/>
                  </a:lnTo>
                  <a:lnTo>
                    <a:pt x="1089625" y="209396"/>
                  </a:lnTo>
                  <a:cubicBezTo>
                    <a:pt x="586180" y="712841"/>
                    <a:pt x="214775" y="1348326"/>
                    <a:pt x="31811" y="2059448"/>
                  </a:cubicBezTo>
                  <a:lnTo>
                    <a:pt x="0" y="2197276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B091E6C-CE66-F836-63F9-0BA93E68D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798445"/>
            <a:ext cx="4803636" cy="1311664"/>
          </a:xfrm>
        </p:spPr>
        <p:txBody>
          <a:bodyPr anchor="b">
            <a:normAutofit/>
          </a:bodyPr>
          <a:lstStyle/>
          <a:p>
            <a:r>
              <a:rPr lang="es-ES" sz="3600">
                <a:solidFill>
                  <a:schemeClr val="tx2"/>
                </a:solidFill>
                <a:ea typeface="+mj-lt"/>
                <a:cs typeface="+mj-lt"/>
              </a:rPr>
              <a:t>Responsabilidad Técnica</a:t>
            </a:r>
            <a:endParaRPr lang="es-ES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015A19-CEF1-4FB5-0EA0-9AD8B3059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272143"/>
            <a:ext cx="4706803" cy="3788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En proyectos reales:</a:t>
            </a:r>
            <a:endParaRPr lang="es-E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No todos hacen todo.</a:t>
            </a:r>
            <a:endParaRPr lang="es-E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Cada rol responde por su área.</a:t>
            </a:r>
            <a:endParaRPr lang="es-ES" sz="1800">
              <a:solidFill>
                <a:schemeClr val="tx2"/>
              </a:solidFill>
            </a:endParaRPr>
          </a:p>
          <a:p>
            <a:pPr>
              <a:buFont typeface="Arial"/>
              <a:buChar char="•"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El equipo es colectivo, pero la responsabilidad es clara.</a:t>
            </a:r>
            <a:endParaRPr lang="es-ES" sz="1800">
              <a:solidFill>
                <a:schemeClr val="tx2"/>
              </a:solidFill>
            </a:endParaRPr>
          </a:p>
          <a:p>
            <a:pPr indent="0">
              <a:buNone/>
            </a:pPr>
            <a:r>
              <a:rPr lang="es-ES" sz="1800">
                <a:solidFill>
                  <a:schemeClr val="tx2"/>
                </a:solidFill>
                <a:ea typeface="+mn-lt"/>
                <a:cs typeface="+mn-lt"/>
              </a:rPr>
              <a:t>La falta de roles genera caos.</a:t>
            </a:r>
            <a:endParaRPr lang="es-E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s-E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575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0DFA0FD-AB28-4B25-B870-4D2BBC35B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bos conectados con una línea roja">
            <a:extLst>
              <a:ext uri="{FF2B5EF4-FFF2-40B4-BE49-F238E27FC236}">
                <a16:creationId xmlns:a16="http://schemas.microsoft.com/office/drawing/2014/main" id="{99243FF8-C17C-8E28-665E-27B59A6053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9538" r="8755" b="-6"/>
          <a:stretch>
            <a:fillRect/>
          </a:stretch>
        </p:blipFill>
        <p:spPr>
          <a:xfrm>
            <a:off x="5833976" y="10"/>
            <a:ext cx="6394152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D628DFB-9CD1-4E2B-8B44-9FDF7E80F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79564" y="0"/>
            <a:ext cx="6648564" cy="6858000"/>
            <a:chOff x="5705128" y="0"/>
            <a:chExt cx="6648564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CB07514-66C4-498E-85FA-6CCDFB253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8018" y="0"/>
              <a:ext cx="6485674" cy="6858000"/>
            </a:xfrm>
            <a:custGeom>
              <a:avLst/>
              <a:gdLst>
                <a:gd name="connsiteX0" fmla="*/ 1720317 w 6237794"/>
                <a:gd name="connsiteY0" fmla="*/ 0 h 6858000"/>
                <a:gd name="connsiteX1" fmla="*/ 2433560 w 6237794"/>
                <a:gd name="connsiteY1" fmla="*/ 0 h 6858000"/>
                <a:gd name="connsiteX2" fmla="*/ 2351473 w 6237794"/>
                <a:gd name="connsiteY2" fmla="*/ 41605 h 6858000"/>
                <a:gd name="connsiteX3" fmla="*/ 1473152 w 6237794"/>
                <a:gd name="connsiteY3" fmla="*/ 667521 h 6858000"/>
                <a:gd name="connsiteX4" fmla="*/ 982876 w 6237794"/>
                <a:gd name="connsiteY4" fmla="*/ 1193803 h 6858000"/>
                <a:gd name="connsiteX5" fmla="*/ 595242 w 6237794"/>
                <a:gd name="connsiteY5" fmla="*/ 1798192 h 6858000"/>
                <a:gd name="connsiteX6" fmla="*/ 332174 w 6237794"/>
                <a:gd name="connsiteY6" fmla="*/ 2466315 h 6858000"/>
                <a:gd name="connsiteX7" fmla="*/ 236500 w 6237794"/>
                <a:gd name="connsiteY7" fmla="*/ 3178573 h 6858000"/>
                <a:gd name="connsiteX8" fmla="*/ 276860 w 6237794"/>
                <a:gd name="connsiteY8" fmla="*/ 3527298 h 6858000"/>
                <a:gd name="connsiteX9" fmla="*/ 396054 w 6237794"/>
                <a:gd name="connsiteY9" fmla="*/ 3853520 h 6858000"/>
                <a:gd name="connsiteX10" fmla="*/ 479243 w 6237794"/>
                <a:gd name="connsiteY10" fmla="*/ 4007121 h 6858000"/>
                <a:gd name="connsiteX11" fmla="*/ 574772 w 6237794"/>
                <a:gd name="connsiteY11" fmla="*/ 4155787 h 6858000"/>
                <a:gd name="connsiteX12" fmla="*/ 795447 w 6237794"/>
                <a:gd name="connsiteY12" fmla="*/ 4443100 h 6858000"/>
                <a:gd name="connsiteX13" fmla="*/ 1034270 w 6237794"/>
                <a:gd name="connsiteY13" fmla="*/ 4732591 h 6858000"/>
                <a:gd name="connsiteX14" fmla="*/ 1153028 w 6237794"/>
                <a:gd name="connsiteY14" fmla="*/ 4883725 h 6858000"/>
                <a:gd name="connsiteX15" fmla="*/ 1210084 w 6237794"/>
                <a:gd name="connsiteY15" fmla="*/ 4957912 h 6858000"/>
                <a:gd name="connsiteX16" fmla="*/ 1265979 w 6237794"/>
                <a:gd name="connsiteY16" fmla="*/ 5028906 h 6858000"/>
                <a:gd name="connsiteX17" fmla="*/ 1746238 w 6237794"/>
                <a:gd name="connsiteY17" fmla="*/ 5553590 h 6858000"/>
                <a:gd name="connsiteX18" fmla="*/ 2001611 w 6237794"/>
                <a:gd name="connsiteY18" fmla="*/ 5789654 h 6858000"/>
                <a:gd name="connsiteX19" fmla="*/ 2269035 w 6237794"/>
                <a:gd name="connsiteY19" fmla="*/ 6007280 h 6858000"/>
                <a:gd name="connsiteX20" fmla="*/ 2866455 w 6237794"/>
                <a:gd name="connsiteY20" fmla="*/ 6351505 h 6858000"/>
                <a:gd name="connsiteX21" fmla="*/ 3200661 w 6237794"/>
                <a:gd name="connsiteY21" fmla="*/ 6448777 h 6858000"/>
                <a:gd name="connsiteX22" fmla="*/ 3286318 w 6237794"/>
                <a:gd name="connsiteY22" fmla="*/ 6465908 h 6858000"/>
                <a:gd name="connsiteX23" fmla="*/ 3372701 w 6237794"/>
                <a:gd name="connsiteY23" fmla="*/ 6480281 h 6858000"/>
                <a:gd name="connsiteX24" fmla="*/ 3547063 w 6237794"/>
                <a:gd name="connsiteY24" fmla="*/ 6500896 h 6858000"/>
                <a:gd name="connsiteX25" fmla="*/ 3634753 w 6237794"/>
                <a:gd name="connsiteY25" fmla="*/ 6507575 h 6858000"/>
                <a:gd name="connsiteX26" fmla="*/ 3722733 w 6237794"/>
                <a:gd name="connsiteY26" fmla="*/ 6512221 h 6858000"/>
                <a:gd name="connsiteX27" fmla="*/ 3811003 w 6237794"/>
                <a:gd name="connsiteY27" fmla="*/ 6514253 h 6858000"/>
                <a:gd name="connsiteX28" fmla="*/ 3899418 w 6237794"/>
                <a:gd name="connsiteY28" fmla="*/ 6513817 h 6858000"/>
                <a:gd name="connsiteX29" fmla="*/ 3943698 w 6237794"/>
                <a:gd name="connsiteY29" fmla="*/ 6513381 h 6858000"/>
                <a:gd name="connsiteX30" fmla="*/ 3986381 w 6237794"/>
                <a:gd name="connsiteY30" fmla="*/ 6511495 h 6858000"/>
                <a:gd name="connsiteX31" fmla="*/ 4028919 w 6237794"/>
                <a:gd name="connsiteY31" fmla="*/ 6509317 h 6858000"/>
                <a:gd name="connsiteX32" fmla="*/ 4071312 w 6237794"/>
                <a:gd name="connsiteY32" fmla="*/ 6505833 h 6858000"/>
                <a:gd name="connsiteX33" fmla="*/ 4239432 w 6237794"/>
                <a:gd name="connsiteY33" fmla="*/ 6485072 h 6858000"/>
                <a:gd name="connsiteX34" fmla="*/ 4879826 w 6237794"/>
                <a:gd name="connsiteY34" fmla="*/ 6274849 h 6858000"/>
                <a:gd name="connsiteX35" fmla="*/ 5471439 w 6237794"/>
                <a:gd name="connsiteY35" fmla="*/ 5906235 h 6858000"/>
                <a:gd name="connsiteX36" fmla="*/ 5614877 w 6237794"/>
                <a:gd name="connsiteY36" fmla="*/ 5797930 h 6858000"/>
                <a:gd name="connsiteX37" fmla="*/ 5758316 w 6237794"/>
                <a:gd name="connsiteY37" fmla="*/ 5685995 h 6858000"/>
                <a:gd name="connsiteX38" fmla="*/ 6048824 w 6237794"/>
                <a:gd name="connsiteY38" fmla="*/ 5453705 h 6858000"/>
                <a:gd name="connsiteX39" fmla="*/ 6237794 w 6237794"/>
                <a:gd name="connsiteY39" fmla="*/ 5308644 h 6858000"/>
                <a:gd name="connsiteX40" fmla="*/ 6237794 w 6237794"/>
                <a:gd name="connsiteY40" fmla="*/ 6081399 h 6858000"/>
                <a:gd name="connsiteX41" fmla="*/ 6123011 w 6237794"/>
                <a:gd name="connsiteY41" fmla="*/ 6166399 h 6858000"/>
                <a:gd name="connsiteX42" fmla="*/ 5965925 w 6237794"/>
                <a:gd name="connsiteY42" fmla="*/ 6278479 h 6858000"/>
                <a:gd name="connsiteX43" fmla="*/ 5803903 w 6237794"/>
                <a:gd name="connsiteY43" fmla="*/ 6387364 h 6858000"/>
                <a:gd name="connsiteX44" fmla="*/ 5463744 w 6237794"/>
                <a:gd name="connsiteY44" fmla="*/ 6591780 h 6858000"/>
                <a:gd name="connsiteX45" fmla="*/ 5097888 w 6237794"/>
                <a:gd name="connsiteY45" fmla="*/ 6765562 h 6858000"/>
                <a:gd name="connsiteX46" fmla="*/ 4905602 w 6237794"/>
                <a:gd name="connsiteY46" fmla="*/ 6836446 h 6858000"/>
                <a:gd name="connsiteX47" fmla="*/ 4831447 w 6237794"/>
                <a:gd name="connsiteY47" fmla="*/ 6858000 h 6858000"/>
                <a:gd name="connsiteX48" fmla="*/ 3036485 w 6237794"/>
                <a:gd name="connsiteY48" fmla="*/ 6858000 h 6858000"/>
                <a:gd name="connsiteX49" fmla="*/ 2911533 w 6237794"/>
                <a:gd name="connsiteY49" fmla="*/ 6825558 h 6858000"/>
                <a:gd name="connsiteX50" fmla="*/ 2719386 w 6237794"/>
                <a:gd name="connsiteY50" fmla="*/ 6767158 h 6858000"/>
                <a:gd name="connsiteX51" fmla="*/ 1980415 w 6237794"/>
                <a:gd name="connsiteY51" fmla="*/ 6440210 h 6858000"/>
                <a:gd name="connsiteX52" fmla="*/ 1357588 w 6237794"/>
                <a:gd name="connsiteY52" fmla="*/ 5931206 h 6858000"/>
                <a:gd name="connsiteX53" fmla="*/ 1105118 w 6237794"/>
                <a:gd name="connsiteY53" fmla="*/ 5624874 h 6858000"/>
                <a:gd name="connsiteX54" fmla="*/ 884588 w 6237794"/>
                <a:gd name="connsiteY54" fmla="*/ 5300539 h 6858000"/>
                <a:gd name="connsiteX55" fmla="*/ 833049 w 6237794"/>
                <a:gd name="connsiteY55" fmla="*/ 5217931 h 6858000"/>
                <a:gd name="connsiteX56" fmla="*/ 783833 w 6237794"/>
                <a:gd name="connsiteY56" fmla="*/ 5137791 h 6858000"/>
                <a:gd name="connsiteX57" fmla="*/ 686706 w 6237794"/>
                <a:gd name="connsiteY57" fmla="*/ 4982447 h 6858000"/>
                <a:gd name="connsiteX58" fmla="*/ 485485 w 6237794"/>
                <a:gd name="connsiteY58" fmla="*/ 4665082 h 6858000"/>
                <a:gd name="connsiteX59" fmla="*/ 289055 w 6237794"/>
                <a:gd name="connsiteY59" fmla="*/ 4329568 h 6858000"/>
                <a:gd name="connsiteX60" fmla="*/ 200495 w 6237794"/>
                <a:gd name="connsiteY60" fmla="*/ 4151721 h 6858000"/>
                <a:gd name="connsiteX61" fmla="*/ 125291 w 6237794"/>
                <a:gd name="connsiteY61" fmla="*/ 3965600 h 6858000"/>
                <a:gd name="connsiteX62" fmla="*/ 67654 w 6237794"/>
                <a:gd name="connsiteY62" fmla="*/ 3772509 h 6858000"/>
                <a:gd name="connsiteX63" fmla="*/ 46168 w 6237794"/>
                <a:gd name="connsiteY63" fmla="*/ 3674076 h 6858000"/>
                <a:gd name="connsiteX64" fmla="*/ 36731 w 6237794"/>
                <a:gd name="connsiteY64" fmla="*/ 3624714 h 6858000"/>
                <a:gd name="connsiteX65" fmla="*/ 28891 w 6237794"/>
                <a:gd name="connsiteY65" fmla="*/ 3575208 h 6858000"/>
                <a:gd name="connsiteX66" fmla="*/ 0 w 6237794"/>
                <a:gd name="connsiteY66" fmla="*/ 3178573 h 6858000"/>
                <a:gd name="connsiteX67" fmla="*/ 80575 w 6237794"/>
                <a:gd name="connsiteY67" fmla="*/ 2405774 h 6858000"/>
                <a:gd name="connsiteX68" fmla="*/ 322737 w 6237794"/>
                <a:gd name="connsiteY68" fmla="*/ 1665351 h 6858000"/>
                <a:gd name="connsiteX69" fmla="*/ 1230700 w 6237794"/>
                <a:gd name="connsiteY69" fmla="*/ 407938 h 6858000"/>
                <a:gd name="connsiteX70" fmla="*/ 1521825 w 6237794"/>
                <a:gd name="connsiteY70" fmla="*/ 14944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6237794" h="6858000">
                  <a:moveTo>
                    <a:pt x="1720317" y="0"/>
                  </a:moveTo>
                  <a:lnTo>
                    <a:pt x="2433560" y="0"/>
                  </a:lnTo>
                  <a:lnTo>
                    <a:pt x="2351473" y="41605"/>
                  </a:lnTo>
                  <a:cubicBezTo>
                    <a:pt x="2036528" y="216271"/>
                    <a:pt x="1740794" y="426339"/>
                    <a:pt x="1473152" y="667521"/>
                  </a:cubicBezTo>
                  <a:cubicBezTo>
                    <a:pt x="1295305" y="828818"/>
                    <a:pt x="1130525" y="1004777"/>
                    <a:pt x="982876" y="1193803"/>
                  </a:cubicBezTo>
                  <a:cubicBezTo>
                    <a:pt x="834936" y="1382538"/>
                    <a:pt x="704418" y="1584921"/>
                    <a:pt x="595242" y="1798192"/>
                  </a:cubicBezTo>
                  <a:cubicBezTo>
                    <a:pt x="486066" y="2011317"/>
                    <a:pt x="395183" y="2234461"/>
                    <a:pt x="332174" y="2466315"/>
                  </a:cubicBezTo>
                  <a:cubicBezTo>
                    <a:pt x="269166" y="2697588"/>
                    <a:pt x="236355" y="2938008"/>
                    <a:pt x="236500" y="3178573"/>
                  </a:cubicBezTo>
                  <a:cubicBezTo>
                    <a:pt x="237807" y="3296751"/>
                    <a:pt x="249421" y="3414057"/>
                    <a:pt x="276860" y="3527298"/>
                  </a:cubicBezTo>
                  <a:cubicBezTo>
                    <a:pt x="303864" y="3640684"/>
                    <a:pt x="345821" y="3749135"/>
                    <a:pt x="396054" y="3853520"/>
                  </a:cubicBezTo>
                  <a:cubicBezTo>
                    <a:pt x="421461" y="3905640"/>
                    <a:pt x="449626" y="3956743"/>
                    <a:pt x="479243" y="4007121"/>
                  </a:cubicBezTo>
                  <a:cubicBezTo>
                    <a:pt x="509295" y="4057354"/>
                    <a:pt x="541380" y="4106861"/>
                    <a:pt x="574772" y="4155787"/>
                  </a:cubicBezTo>
                  <a:cubicBezTo>
                    <a:pt x="642426" y="4253348"/>
                    <a:pt x="717630" y="4348007"/>
                    <a:pt x="795447" y="4443100"/>
                  </a:cubicBezTo>
                  <a:cubicBezTo>
                    <a:pt x="873264" y="4538339"/>
                    <a:pt x="954565" y="4633577"/>
                    <a:pt x="1034270" y="4732591"/>
                  </a:cubicBezTo>
                  <a:cubicBezTo>
                    <a:pt x="1074195" y="4781952"/>
                    <a:pt x="1113684" y="4832476"/>
                    <a:pt x="1153028" y="4883725"/>
                  </a:cubicBezTo>
                  <a:lnTo>
                    <a:pt x="1210084" y="4957912"/>
                  </a:lnTo>
                  <a:cubicBezTo>
                    <a:pt x="1228813" y="4981576"/>
                    <a:pt x="1246670" y="5005822"/>
                    <a:pt x="1265979" y="5028906"/>
                  </a:cubicBezTo>
                  <a:cubicBezTo>
                    <a:pt x="1416677" y="5216770"/>
                    <a:pt x="1580151" y="5389681"/>
                    <a:pt x="1746238" y="5553590"/>
                  </a:cubicBezTo>
                  <a:cubicBezTo>
                    <a:pt x="1829717" y="5635182"/>
                    <a:pt x="1914648" y="5714015"/>
                    <a:pt x="2001611" y="5789654"/>
                  </a:cubicBezTo>
                  <a:cubicBezTo>
                    <a:pt x="2088575" y="5865293"/>
                    <a:pt x="2177135" y="5938465"/>
                    <a:pt x="2269035" y="6007280"/>
                  </a:cubicBezTo>
                  <a:cubicBezTo>
                    <a:pt x="2452108" y="6145202"/>
                    <a:pt x="2649554" y="6268461"/>
                    <a:pt x="2866455" y="6351505"/>
                  </a:cubicBezTo>
                  <a:cubicBezTo>
                    <a:pt x="2974615" y="6393027"/>
                    <a:pt x="3086694" y="6424821"/>
                    <a:pt x="3200661" y="6448777"/>
                  </a:cubicBezTo>
                  <a:cubicBezTo>
                    <a:pt x="3229262" y="6454438"/>
                    <a:pt x="3257572" y="6460971"/>
                    <a:pt x="3286318" y="6465908"/>
                  </a:cubicBezTo>
                  <a:lnTo>
                    <a:pt x="3372701" y="6480281"/>
                  </a:lnTo>
                  <a:cubicBezTo>
                    <a:pt x="3430628" y="6487975"/>
                    <a:pt x="3488556" y="6496106"/>
                    <a:pt x="3547063" y="6500896"/>
                  </a:cubicBezTo>
                  <a:cubicBezTo>
                    <a:pt x="3576245" y="6503654"/>
                    <a:pt x="3605426" y="6506268"/>
                    <a:pt x="3634753" y="6507575"/>
                  </a:cubicBezTo>
                  <a:cubicBezTo>
                    <a:pt x="3664079" y="6509026"/>
                    <a:pt x="3693261" y="6511350"/>
                    <a:pt x="3722733" y="6512221"/>
                  </a:cubicBezTo>
                  <a:lnTo>
                    <a:pt x="3811003" y="6514253"/>
                  </a:lnTo>
                  <a:cubicBezTo>
                    <a:pt x="3840329" y="6514979"/>
                    <a:pt x="3869946" y="6513963"/>
                    <a:pt x="3899418" y="6513817"/>
                  </a:cubicBezTo>
                  <a:lnTo>
                    <a:pt x="3943698" y="6513381"/>
                  </a:lnTo>
                  <a:cubicBezTo>
                    <a:pt x="3958071" y="6512946"/>
                    <a:pt x="3972154" y="6512075"/>
                    <a:pt x="3986381" y="6511495"/>
                  </a:cubicBezTo>
                  <a:cubicBezTo>
                    <a:pt x="4000609" y="6510768"/>
                    <a:pt x="4014837" y="6510333"/>
                    <a:pt x="4028919" y="6509317"/>
                  </a:cubicBezTo>
                  <a:lnTo>
                    <a:pt x="4071312" y="6505833"/>
                  </a:lnTo>
                  <a:cubicBezTo>
                    <a:pt x="4127788" y="6501332"/>
                    <a:pt x="4183828" y="6493782"/>
                    <a:pt x="4239432" y="6485072"/>
                  </a:cubicBezTo>
                  <a:cubicBezTo>
                    <a:pt x="4461994" y="6448195"/>
                    <a:pt x="4675992" y="6376041"/>
                    <a:pt x="4879826" y="6274849"/>
                  </a:cubicBezTo>
                  <a:cubicBezTo>
                    <a:pt x="5084386" y="6174820"/>
                    <a:pt x="5279074" y="6046770"/>
                    <a:pt x="5471439" y="5906235"/>
                  </a:cubicBezTo>
                  <a:cubicBezTo>
                    <a:pt x="5519494" y="5871246"/>
                    <a:pt x="5567258" y="5834806"/>
                    <a:pt x="5614877" y="5797930"/>
                  </a:cubicBezTo>
                  <a:cubicBezTo>
                    <a:pt x="5662787" y="5761199"/>
                    <a:pt x="5710551" y="5723887"/>
                    <a:pt x="5758316" y="5685995"/>
                  </a:cubicBezTo>
                  <a:lnTo>
                    <a:pt x="6048824" y="5453705"/>
                  </a:lnTo>
                  <a:lnTo>
                    <a:pt x="6237794" y="5308644"/>
                  </a:lnTo>
                  <a:lnTo>
                    <a:pt x="6237794" y="6081399"/>
                  </a:lnTo>
                  <a:lnTo>
                    <a:pt x="6123011" y="6166399"/>
                  </a:lnTo>
                  <a:cubicBezTo>
                    <a:pt x="6071326" y="6204001"/>
                    <a:pt x="6019061" y="6241458"/>
                    <a:pt x="5965925" y="6278479"/>
                  </a:cubicBezTo>
                  <a:cubicBezTo>
                    <a:pt x="5912644" y="6315210"/>
                    <a:pt x="5858927" y="6351650"/>
                    <a:pt x="5803903" y="6387364"/>
                  </a:cubicBezTo>
                  <a:cubicBezTo>
                    <a:pt x="5694437" y="6458938"/>
                    <a:pt x="5581486" y="6528335"/>
                    <a:pt x="5463744" y="6591780"/>
                  </a:cubicBezTo>
                  <a:cubicBezTo>
                    <a:pt x="5346147" y="6655514"/>
                    <a:pt x="5224486" y="6714748"/>
                    <a:pt x="5097888" y="6765562"/>
                  </a:cubicBezTo>
                  <a:cubicBezTo>
                    <a:pt x="5034879" y="6791332"/>
                    <a:pt x="4970700" y="6815005"/>
                    <a:pt x="4905602" y="6836446"/>
                  </a:cubicBezTo>
                  <a:lnTo>
                    <a:pt x="4831447" y="6858000"/>
                  </a:lnTo>
                  <a:lnTo>
                    <a:pt x="3036485" y="6858000"/>
                  </a:lnTo>
                  <a:lnTo>
                    <a:pt x="2911533" y="6825558"/>
                  </a:lnTo>
                  <a:cubicBezTo>
                    <a:pt x="2847182" y="6807410"/>
                    <a:pt x="2783121" y="6787919"/>
                    <a:pt x="2719386" y="6767158"/>
                  </a:cubicBezTo>
                  <a:cubicBezTo>
                    <a:pt x="2464884" y="6683389"/>
                    <a:pt x="2213285" y="6579149"/>
                    <a:pt x="1980415" y="6440210"/>
                  </a:cubicBezTo>
                  <a:cubicBezTo>
                    <a:pt x="1747399" y="6301563"/>
                    <a:pt x="1539355" y="6125749"/>
                    <a:pt x="1357588" y="5931206"/>
                  </a:cubicBezTo>
                  <a:cubicBezTo>
                    <a:pt x="1266269" y="5834080"/>
                    <a:pt x="1183226" y="5730711"/>
                    <a:pt x="1105118" y="5624874"/>
                  </a:cubicBezTo>
                  <a:cubicBezTo>
                    <a:pt x="1027446" y="5518601"/>
                    <a:pt x="953549" y="5410732"/>
                    <a:pt x="884588" y="5300539"/>
                  </a:cubicBezTo>
                  <a:cubicBezTo>
                    <a:pt x="866876" y="5273245"/>
                    <a:pt x="850180" y="5245516"/>
                    <a:pt x="833049" y="5217931"/>
                  </a:cubicBezTo>
                  <a:lnTo>
                    <a:pt x="783833" y="5137791"/>
                  </a:lnTo>
                  <a:cubicBezTo>
                    <a:pt x="752328" y="5085962"/>
                    <a:pt x="719662" y="5034567"/>
                    <a:pt x="686706" y="4982447"/>
                  </a:cubicBezTo>
                  <a:lnTo>
                    <a:pt x="485485" y="4665082"/>
                  </a:lnTo>
                  <a:cubicBezTo>
                    <a:pt x="417976" y="4556922"/>
                    <a:pt x="351338" y="4445568"/>
                    <a:pt x="289055" y="4329568"/>
                  </a:cubicBezTo>
                  <a:cubicBezTo>
                    <a:pt x="257987" y="4271496"/>
                    <a:pt x="227934" y="4212408"/>
                    <a:pt x="200495" y="4151721"/>
                  </a:cubicBezTo>
                  <a:cubicBezTo>
                    <a:pt x="173201" y="4090891"/>
                    <a:pt x="147794" y="4028898"/>
                    <a:pt x="125291" y="3965600"/>
                  </a:cubicBezTo>
                  <a:cubicBezTo>
                    <a:pt x="103224" y="3902155"/>
                    <a:pt x="83624" y="3837840"/>
                    <a:pt x="67654" y="3772509"/>
                  </a:cubicBezTo>
                  <a:cubicBezTo>
                    <a:pt x="60105" y="3739843"/>
                    <a:pt x="52410" y="3707032"/>
                    <a:pt x="46168" y="3674076"/>
                  </a:cubicBezTo>
                  <a:lnTo>
                    <a:pt x="36731" y="3624714"/>
                  </a:lnTo>
                  <a:lnTo>
                    <a:pt x="28891" y="3575208"/>
                  </a:lnTo>
                  <a:cubicBezTo>
                    <a:pt x="8566" y="3442948"/>
                    <a:pt x="0" y="3310252"/>
                    <a:pt x="0" y="3178573"/>
                  </a:cubicBezTo>
                  <a:cubicBezTo>
                    <a:pt x="726" y="2919425"/>
                    <a:pt x="27730" y="2660277"/>
                    <a:pt x="80575" y="2405774"/>
                  </a:cubicBezTo>
                  <a:cubicBezTo>
                    <a:pt x="133276" y="2151417"/>
                    <a:pt x="213997" y="1901996"/>
                    <a:pt x="322737" y="1665351"/>
                  </a:cubicBezTo>
                  <a:cubicBezTo>
                    <a:pt x="541235" y="1192061"/>
                    <a:pt x="857875" y="768568"/>
                    <a:pt x="1230700" y="407938"/>
                  </a:cubicBezTo>
                  <a:cubicBezTo>
                    <a:pt x="1324124" y="317781"/>
                    <a:pt x="1421323" y="231579"/>
                    <a:pt x="1521825" y="14944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3BFB38F-216C-4A75-8C1C-DAF998A5C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698" y="0"/>
              <a:ext cx="6477994" cy="6858000"/>
            </a:xfrm>
            <a:custGeom>
              <a:avLst/>
              <a:gdLst>
                <a:gd name="connsiteX0" fmla="*/ 5634917 w 6230407"/>
                <a:gd name="connsiteY0" fmla="*/ 0 h 6858000"/>
                <a:gd name="connsiteX1" fmla="*/ 6230407 w 6230407"/>
                <a:gd name="connsiteY1" fmla="*/ 0 h 6858000"/>
                <a:gd name="connsiteX2" fmla="*/ 6230407 w 6230407"/>
                <a:gd name="connsiteY2" fmla="*/ 322046 h 6858000"/>
                <a:gd name="connsiteX3" fmla="*/ 6061915 w 6230407"/>
                <a:gd name="connsiteY3" fmla="*/ 206288 h 6858000"/>
                <a:gd name="connsiteX4" fmla="*/ 5814792 w 6230407"/>
                <a:gd name="connsiteY4" fmla="*/ 74312 h 6858000"/>
                <a:gd name="connsiteX5" fmla="*/ 5676576 w 6230407"/>
                <a:gd name="connsiteY5" fmla="*/ 15049 h 6858000"/>
                <a:gd name="connsiteX6" fmla="*/ 1821847 w 6230407"/>
                <a:gd name="connsiteY6" fmla="*/ 0 h 6858000"/>
                <a:gd name="connsiteX7" fmla="*/ 3449591 w 6230407"/>
                <a:gd name="connsiteY7" fmla="*/ 0 h 6858000"/>
                <a:gd name="connsiteX8" fmla="*/ 3354111 w 6230407"/>
                <a:gd name="connsiteY8" fmla="*/ 29819 h 6858000"/>
                <a:gd name="connsiteX9" fmla="*/ 3177287 w 6230407"/>
                <a:gd name="connsiteY9" fmla="*/ 93621 h 6858000"/>
                <a:gd name="connsiteX10" fmla="*/ 1915374 w 6230407"/>
                <a:gd name="connsiteY10" fmla="*/ 844207 h 6858000"/>
                <a:gd name="connsiteX11" fmla="*/ 1042545 w 6230407"/>
                <a:gd name="connsiteY11" fmla="*/ 1926532 h 6858000"/>
                <a:gd name="connsiteX12" fmla="*/ 726050 w 6230407"/>
                <a:gd name="connsiteY12" fmla="*/ 3186123 h 6858000"/>
                <a:gd name="connsiteX13" fmla="*/ 1249864 w 6230407"/>
                <a:gd name="connsiteY13" fmla="*/ 4355701 h 6858000"/>
                <a:gd name="connsiteX14" fmla="*/ 1513803 w 6230407"/>
                <a:gd name="connsiteY14" fmla="*/ 4726929 h 6858000"/>
                <a:gd name="connsiteX15" fmla="*/ 3990446 w 6230407"/>
                <a:gd name="connsiteY15" fmla="*/ 6178014 h 6858000"/>
                <a:gd name="connsiteX16" fmla="*/ 5870541 w 6230407"/>
                <a:gd name="connsiteY16" fmla="*/ 5285296 h 6858000"/>
                <a:gd name="connsiteX17" fmla="*/ 6099347 w 6230407"/>
                <a:gd name="connsiteY17" fmla="*/ 5108030 h 6858000"/>
                <a:gd name="connsiteX18" fmla="*/ 6230407 w 6230407"/>
                <a:gd name="connsiteY18" fmla="*/ 5006078 h 6858000"/>
                <a:gd name="connsiteX19" fmla="*/ 6230407 w 6230407"/>
                <a:gd name="connsiteY19" fmla="*/ 5924458 h 6858000"/>
                <a:gd name="connsiteX20" fmla="*/ 6056186 w 6230407"/>
                <a:gd name="connsiteY20" fmla="*/ 6058925 h 6858000"/>
                <a:gd name="connsiteX21" fmla="*/ 4500343 w 6230407"/>
                <a:gd name="connsiteY21" fmla="*/ 6854086 h 6858000"/>
                <a:gd name="connsiteX22" fmla="*/ 4476760 w 6230407"/>
                <a:gd name="connsiteY22" fmla="*/ 6858000 h 6858000"/>
                <a:gd name="connsiteX23" fmla="*/ 3391617 w 6230407"/>
                <a:gd name="connsiteY23" fmla="*/ 6858000 h 6858000"/>
                <a:gd name="connsiteX24" fmla="*/ 3242986 w 6230407"/>
                <a:gd name="connsiteY24" fmla="*/ 6833894 h 6858000"/>
                <a:gd name="connsiteX25" fmla="*/ 913044 w 6230407"/>
                <a:gd name="connsiteY25" fmla="*/ 5134452 h 6858000"/>
                <a:gd name="connsiteX26" fmla="*/ 0 w 6230407"/>
                <a:gd name="connsiteY26" fmla="*/ 3186123 h 6858000"/>
                <a:gd name="connsiteX27" fmla="*/ 1779764 w 6230407"/>
                <a:gd name="connsiteY27" fmla="*/ 2881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230407" h="6858000">
                  <a:moveTo>
                    <a:pt x="5634917" y="0"/>
                  </a:moveTo>
                  <a:lnTo>
                    <a:pt x="6230407" y="0"/>
                  </a:lnTo>
                  <a:lnTo>
                    <a:pt x="6230407" y="322046"/>
                  </a:lnTo>
                  <a:lnTo>
                    <a:pt x="6061915" y="206288"/>
                  </a:lnTo>
                  <a:cubicBezTo>
                    <a:pt x="5982213" y="157828"/>
                    <a:pt x="5899796" y="113801"/>
                    <a:pt x="5814792" y="74312"/>
                  </a:cubicBezTo>
                  <a:cubicBezTo>
                    <a:pt x="5769441" y="53261"/>
                    <a:pt x="5723362" y="33505"/>
                    <a:pt x="5676576" y="15049"/>
                  </a:cubicBezTo>
                  <a:close/>
                  <a:moveTo>
                    <a:pt x="1821847" y="0"/>
                  </a:moveTo>
                  <a:lnTo>
                    <a:pt x="3449591" y="0"/>
                  </a:lnTo>
                  <a:lnTo>
                    <a:pt x="3354111" y="29819"/>
                  </a:lnTo>
                  <a:cubicBezTo>
                    <a:pt x="3295072" y="49686"/>
                    <a:pt x="3236122" y="70955"/>
                    <a:pt x="3177287" y="93621"/>
                  </a:cubicBezTo>
                  <a:cubicBezTo>
                    <a:pt x="2718951" y="269871"/>
                    <a:pt x="2282682" y="529455"/>
                    <a:pt x="1915374" y="844207"/>
                  </a:cubicBezTo>
                  <a:cubicBezTo>
                    <a:pt x="1541678" y="1164331"/>
                    <a:pt x="1247976" y="1528591"/>
                    <a:pt x="1042545" y="1926532"/>
                  </a:cubicBezTo>
                  <a:cubicBezTo>
                    <a:pt x="832613" y="2333329"/>
                    <a:pt x="726050" y="2757113"/>
                    <a:pt x="726050" y="3186123"/>
                  </a:cubicBezTo>
                  <a:cubicBezTo>
                    <a:pt x="726050" y="3618181"/>
                    <a:pt x="896057" y="3870506"/>
                    <a:pt x="1249864" y="4355701"/>
                  </a:cubicBezTo>
                  <a:cubicBezTo>
                    <a:pt x="1335230" y="4472717"/>
                    <a:pt x="1423500" y="4593798"/>
                    <a:pt x="1513803" y="4726929"/>
                  </a:cubicBezTo>
                  <a:cubicBezTo>
                    <a:pt x="2203848" y="5744068"/>
                    <a:pt x="2944562" y="6178014"/>
                    <a:pt x="3990446" y="6178014"/>
                  </a:cubicBezTo>
                  <a:cubicBezTo>
                    <a:pt x="4676863" y="6178014"/>
                    <a:pt x="5180496" y="5824498"/>
                    <a:pt x="5870541" y="5285296"/>
                  </a:cubicBezTo>
                  <a:cubicBezTo>
                    <a:pt x="5947632" y="5225046"/>
                    <a:pt x="6024723" y="5165521"/>
                    <a:pt x="6099347" y="5108030"/>
                  </a:cubicBezTo>
                  <a:lnTo>
                    <a:pt x="6230407" y="5006078"/>
                  </a:lnTo>
                  <a:lnTo>
                    <a:pt x="6230407" y="5924458"/>
                  </a:lnTo>
                  <a:lnTo>
                    <a:pt x="6056186" y="6058925"/>
                  </a:lnTo>
                  <a:cubicBezTo>
                    <a:pt x="5577260" y="6421454"/>
                    <a:pt x="5092142" y="6735949"/>
                    <a:pt x="4500343" y="6854086"/>
                  </a:cubicBezTo>
                  <a:lnTo>
                    <a:pt x="4476760" y="6858000"/>
                  </a:lnTo>
                  <a:lnTo>
                    <a:pt x="3391617" y="6858000"/>
                  </a:lnTo>
                  <a:lnTo>
                    <a:pt x="3242986" y="6833894"/>
                  </a:lnTo>
                  <a:cubicBezTo>
                    <a:pt x="2233307" y="6634206"/>
                    <a:pt x="1512986" y="6018796"/>
                    <a:pt x="913044" y="5134452"/>
                  </a:cubicBezTo>
                  <a:cubicBezTo>
                    <a:pt x="469951" y="4481428"/>
                    <a:pt x="0" y="4033545"/>
                    <a:pt x="0" y="3186123"/>
                  </a:cubicBezTo>
                  <a:cubicBezTo>
                    <a:pt x="0" y="1915018"/>
                    <a:pt x="732545" y="779286"/>
                    <a:pt x="1779764" y="2881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DF24F7D-73CE-4EF0-86BC-1C1C4C5CB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698" y="0"/>
              <a:ext cx="6477994" cy="6858000"/>
            </a:xfrm>
            <a:custGeom>
              <a:avLst/>
              <a:gdLst>
                <a:gd name="connsiteX0" fmla="*/ 5061392 w 6230408"/>
                <a:gd name="connsiteY0" fmla="*/ 0 h 6858000"/>
                <a:gd name="connsiteX1" fmla="*/ 6230408 w 6230408"/>
                <a:gd name="connsiteY1" fmla="*/ 0 h 6858000"/>
                <a:gd name="connsiteX2" fmla="*/ 6230408 w 6230408"/>
                <a:gd name="connsiteY2" fmla="*/ 502666 h 6858000"/>
                <a:gd name="connsiteX3" fmla="*/ 6204367 w 6230408"/>
                <a:gd name="connsiteY3" fmla="*/ 480166 h 6858000"/>
                <a:gd name="connsiteX4" fmla="*/ 5753525 w 6230408"/>
                <a:gd name="connsiteY4" fmla="*/ 205991 h 6858000"/>
                <a:gd name="connsiteX5" fmla="*/ 5205685 w 6230408"/>
                <a:gd name="connsiteY5" fmla="*/ 25948 h 6858000"/>
                <a:gd name="connsiteX6" fmla="*/ 1821847 w 6230408"/>
                <a:gd name="connsiteY6" fmla="*/ 0 h 6858000"/>
                <a:gd name="connsiteX7" fmla="*/ 4114919 w 6230408"/>
                <a:gd name="connsiteY7" fmla="*/ 0 h 6858000"/>
                <a:gd name="connsiteX8" fmla="*/ 4086206 w 6230408"/>
                <a:gd name="connsiteY8" fmla="*/ 3507 h 6858000"/>
                <a:gd name="connsiteX9" fmla="*/ 3229262 w 6230408"/>
                <a:gd name="connsiteY9" fmla="*/ 229075 h 6858000"/>
                <a:gd name="connsiteX10" fmla="*/ 2009741 w 6230408"/>
                <a:gd name="connsiteY10" fmla="*/ 954400 h 6858000"/>
                <a:gd name="connsiteX11" fmla="*/ 1171466 w 6230408"/>
                <a:gd name="connsiteY11" fmla="*/ 1993025 h 6858000"/>
                <a:gd name="connsiteX12" fmla="*/ 871086 w 6230408"/>
                <a:gd name="connsiteY12" fmla="*/ 3186123 h 6858000"/>
                <a:gd name="connsiteX13" fmla="*/ 1367025 w 6230408"/>
                <a:gd name="connsiteY13" fmla="*/ 4270190 h 6858000"/>
                <a:gd name="connsiteX14" fmla="*/ 1633868 w 6230408"/>
                <a:gd name="connsiteY14" fmla="*/ 4645483 h 6858000"/>
                <a:gd name="connsiteX15" fmla="*/ 2651877 w 6230408"/>
                <a:gd name="connsiteY15" fmla="*/ 5684689 h 6858000"/>
                <a:gd name="connsiteX16" fmla="*/ 3990301 w 6230408"/>
                <a:gd name="connsiteY16" fmla="*/ 6032833 h 6858000"/>
                <a:gd name="connsiteX17" fmla="*/ 4851225 w 6230408"/>
                <a:gd name="connsiteY17" fmla="*/ 5811141 h 6858000"/>
                <a:gd name="connsiteX18" fmla="*/ 5780965 w 6230408"/>
                <a:gd name="connsiteY18" fmla="*/ 5171038 h 6858000"/>
                <a:gd name="connsiteX19" fmla="*/ 6010496 w 6230408"/>
                <a:gd name="connsiteY19" fmla="*/ 4993191 h 6858000"/>
                <a:gd name="connsiteX20" fmla="*/ 6230408 w 6230408"/>
                <a:gd name="connsiteY20" fmla="*/ 4822117 h 6858000"/>
                <a:gd name="connsiteX21" fmla="*/ 6230408 w 6230408"/>
                <a:gd name="connsiteY21" fmla="*/ 5924457 h 6858000"/>
                <a:gd name="connsiteX22" fmla="*/ 6056186 w 6230408"/>
                <a:gd name="connsiteY22" fmla="*/ 6058925 h 6858000"/>
                <a:gd name="connsiteX23" fmla="*/ 4500343 w 6230408"/>
                <a:gd name="connsiteY23" fmla="*/ 6854086 h 6858000"/>
                <a:gd name="connsiteX24" fmla="*/ 4476760 w 6230408"/>
                <a:gd name="connsiteY24" fmla="*/ 6858000 h 6858000"/>
                <a:gd name="connsiteX25" fmla="*/ 3391617 w 6230408"/>
                <a:gd name="connsiteY25" fmla="*/ 6858000 h 6858000"/>
                <a:gd name="connsiteX26" fmla="*/ 3242986 w 6230408"/>
                <a:gd name="connsiteY26" fmla="*/ 6833894 h 6858000"/>
                <a:gd name="connsiteX27" fmla="*/ 913044 w 6230408"/>
                <a:gd name="connsiteY27" fmla="*/ 5134452 h 6858000"/>
                <a:gd name="connsiteX28" fmla="*/ 0 w 6230408"/>
                <a:gd name="connsiteY28" fmla="*/ 3186123 h 6858000"/>
                <a:gd name="connsiteX29" fmla="*/ 1779764 w 6230408"/>
                <a:gd name="connsiteY29" fmla="*/ 2881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230408" h="6858000">
                  <a:moveTo>
                    <a:pt x="5061392" y="0"/>
                  </a:moveTo>
                  <a:lnTo>
                    <a:pt x="6230408" y="0"/>
                  </a:lnTo>
                  <a:lnTo>
                    <a:pt x="6230408" y="502666"/>
                  </a:lnTo>
                  <a:lnTo>
                    <a:pt x="6204367" y="480166"/>
                  </a:lnTo>
                  <a:cubicBezTo>
                    <a:pt x="6064466" y="372115"/>
                    <a:pt x="5913877" y="280469"/>
                    <a:pt x="5753525" y="205991"/>
                  </a:cubicBezTo>
                  <a:cubicBezTo>
                    <a:pt x="5581848" y="126214"/>
                    <a:pt x="5398775" y="66109"/>
                    <a:pt x="5205685" y="25948"/>
                  </a:cubicBezTo>
                  <a:close/>
                  <a:moveTo>
                    <a:pt x="1821847" y="0"/>
                  </a:moveTo>
                  <a:lnTo>
                    <a:pt x="4114919" y="0"/>
                  </a:lnTo>
                  <a:lnTo>
                    <a:pt x="4086206" y="3507"/>
                  </a:lnTo>
                  <a:cubicBezTo>
                    <a:pt x="3798985" y="45364"/>
                    <a:pt x="3509190" y="121369"/>
                    <a:pt x="3229262" y="229075"/>
                  </a:cubicBezTo>
                  <a:cubicBezTo>
                    <a:pt x="2786315" y="399518"/>
                    <a:pt x="2364564" y="650390"/>
                    <a:pt x="2009741" y="954400"/>
                  </a:cubicBezTo>
                  <a:cubicBezTo>
                    <a:pt x="1655354" y="1257973"/>
                    <a:pt x="1365573" y="1617151"/>
                    <a:pt x="1171466" y="1993025"/>
                  </a:cubicBezTo>
                  <a:cubicBezTo>
                    <a:pt x="972132" y="2379061"/>
                    <a:pt x="871086" y="2780487"/>
                    <a:pt x="871086" y="3186123"/>
                  </a:cubicBezTo>
                  <a:cubicBezTo>
                    <a:pt x="871086" y="3573756"/>
                    <a:pt x="1023091" y="3798642"/>
                    <a:pt x="1367025" y="4270190"/>
                  </a:cubicBezTo>
                  <a:cubicBezTo>
                    <a:pt x="1453117" y="4388222"/>
                    <a:pt x="1542113" y="4510319"/>
                    <a:pt x="1633868" y="4645483"/>
                  </a:cubicBezTo>
                  <a:cubicBezTo>
                    <a:pt x="1958347" y="5123709"/>
                    <a:pt x="2291248" y="5463723"/>
                    <a:pt x="2651877" y="5684689"/>
                  </a:cubicBezTo>
                  <a:cubicBezTo>
                    <a:pt x="3034139" y="5919011"/>
                    <a:pt x="3472005" y="6032833"/>
                    <a:pt x="3990301" y="6032833"/>
                  </a:cubicBezTo>
                  <a:cubicBezTo>
                    <a:pt x="4284438" y="6032833"/>
                    <a:pt x="4557959" y="5962420"/>
                    <a:pt x="4851225" y="5811141"/>
                  </a:cubicBezTo>
                  <a:cubicBezTo>
                    <a:pt x="5152330" y="5655798"/>
                    <a:pt x="5450387" y="5429315"/>
                    <a:pt x="5780965" y="5171038"/>
                  </a:cubicBezTo>
                  <a:cubicBezTo>
                    <a:pt x="5858491" y="5110498"/>
                    <a:pt x="5935727" y="5050828"/>
                    <a:pt x="6010496" y="4993191"/>
                  </a:cubicBezTo>
                  <a:lnTo>
                    <a:pt x="6230408" y="4822117"/>
                  </a:lnTo>
                  <a:lnTo>
                    <a:pt x="6230408" y="5924457"/>
                  </a:lnTo>
                  <a:lnTo>
                    <a:pt x="6056186" y="6058925"/>
                  </a:lnTo>
                  <a:cubicBezTo>
                    <a:pt x="5577260" y="6421454"/>
                    <a:pt x="5092142" y="6735949"/>
                    <a:pt x="4500343" y="6854086"/>
                  </a:cubicBezTo>
                  <a:lnTo>
                    <a:pt x="4476760" y="6858000"/>
                  </a:lnTo>
                  <a:lnTo>
                    <a:pt x="3391617" y="6858000"/>
                  </a:lnTo>
                  <a:lnTo>
                    <a:pt x="3242986" y="6833894"/>
                  </a:lnTo>
                  <a:cubicBezTo>
                    <a:pt x="2233307" y="6634206"/>
                    <a:pt x="1512986" y="6018796"/>
                    <a:pt x="913044" y="5134452"/>
                  </a:cubicBezTo>
                  <a:cubicBezTo>
                    <a:pt x="469951" y="4481428"/>
                    <a:pt x="0" y="4033545"/>
                    <a:pt x="0" y="3186123"/>
                  </a:cubicBezTo>
                  <a:cubicBezTo>
                    <a:pt x="0" y="1915018"/>
                    <a:pt x="732545" y="779286"/>
                    <a:pt x="1779764" y="2881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3445B6-9C0D-4865-BF68-CD74892D0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05128" y="0"/>
              <a:ext cx="6648564" cy="6858000"/>
            </a:xfrm>
            <a:custGeom>
              <a:avLst/>
              <a:gdLst>
                <a:gd name="connsiteX0" fmla="*/ 1242460 w 6394458"/>
                <a:gd name="connsiteY0" fmla="*/ 0 h 6858000"/>
                <a:gd name="connsiteX1" fmla="*/ 2160732 w 6394458"/>
                <a:gd name="connsiteY1" fmla="*/ 0 h 6858000"/>
                <a:gd name="connsiteX2" fmla="*/ 2096124 w 6394458"/>
                <a:gd name="connsiteY2" fmla="*/ 41936 h 6858000"/>
                <a:gd name="connsiteX3" fmla="*/ 1942232 w 6394458"/>
                <a:gd name="connsiteY3" fmla="*/ 154451 h 6858000"/>
                <a:gd name="connsiteX4" fmla="*/ 1941942 w 6394458"/>
                <a:gd name="connsiteY4" fmla="*/ 154741 h 6858000"/>
                <a:gd name="connsiteX5" fmla="*/ 1941652 w 6394458"/>
                <a:gd name="connsiteY5" fmla="*/ 155032 h 6858000"/>
                <a:gd name="connsiteX6" fmla="*/ 1878498 w 6394458"/>
                <a:gd name="connsiteY6" fmla="*/ 203377 h 6858000"/>
                <a:gd name="connsiteX7" fmla="*/ 1865722 w 6394458"/>
                <a:gd name="connsiteY7" fmla="*/ 213395 h 6858000"/>
                <a:gd name="connsiteX8" fmla="*/ 1791679 w 6394458"/>
                <a:gd name="connsiteY8" fmla="*/ 272483 h 6858000"/>
                <a:gd name="connsiteX9" fmla="*/ 1503495 w 6394458"/>
                <a:gd name="connsiteY9" fmla="*/ 525389 h 6858000"/>
                <a:gd name="connsiteX10" fmla="*/ 990135 w 6394458"/>
                <a:gd name="connsiteY10" fmla="*/ 1098128 h 6858000"/>
                <a:gd name="connsiteX11" fmla="*/ 771637 w 6394458"/>
                <a:gd name="connsiteY11" fmla="*/ 1416800 h 6858000"/>
                <a:gd name="connsiteX12" fmla="*/ 585660 w 6394458"/>
                <a:gd name="connsiteY12" fmla="*/ 1756960 h 6858000"/>
                <a:gd name="connsiteX13" fmla="*/ 585515 w 6394458"/>
                <a:gd name="connsiteY13" fmla="*/ 1757395 h 6858000"/>
                <a:gd name="connsiteX14" fmla="*/ 585370 w 6394458"/>
                <a:gd name="connsiteY14" fmla="*/ 1757831 h 6858000"/>
                <a:gd name="connsiteX15" fmla="*/ 544574 w 6394458"/>
                <a:gd name="connsiteY15" fmla="*/ 1845230 h 6858000"/>
                <a:gd name="connsiteX16" fmla="*/ 524539 w 6394458"/>
                <a:gd name="connsiteY16" fmla="*/ 1889510 h 6858000"/>
                <a:gd name="connsiteX17" fmla="*/ 505666 w 6394458"/>
                <a:gd name="connsiteY17" fmla="*/ 1933935 h 6858000"/>
                <a:gd name="connsiteX18" fmla="*/ 502762 w 6394458"/>
                <a:gd name="connsiteY18" fmla="*/ 1940904 h 6858000"/>
                <a:gd name="connsiteX19" fmla="*/ 469661 w 6394458"/>
                <a:gd name="connsiteY19" fmla="*/ 2023512 h 6858000"/>
                <a:gd name="connsiteX20" fmla="*/ 456885 w 6394458"/>
                <a:gd name="connsiteY20" fmla="*/ 2057049 h 6858000"/>
                <a:gd name="connsiteX21" fmla="*/ 435688 w 6394458"/>
                <a:gd name="connsiteY21" fmla="*/ 2114395 h 6858000"/>
                <a:gd name="connsiteX22" fmla="*/ 435543 w 6394458"/>
                <a:gd name="connsiteY22" fmla="*/ 2114976 h 6858000"/>
                <a:gd name="connsiteX23" fmla="*/ 435253 w 6394458"/>
                <a:gd name="connsiteY23" fmla="*/ 2115557 h 6858000"/>
                <a:gd name="connsiteX24" fmla="*/ 324770 w 6394458"/>
                <a:gd name="connsiteY24" fmla="*/ 2488382 h 6858000"/>
                <a:gd name="connsiteX25" fmla="*/ 235338 w 6394458"/>
                <a:gd name="connsiteY25" fmla="*/ 3261036 h 6858000"/>
                <a:gd name="connsiteX26" fmla="*/ 272505 w 6394458"/>
                <a:gd name="connsiteY26" fmla="*/ 3641991 h 6858000"/>
                <a:gd name="connsiteX27" fmla="*/ 385891 w 6394458"/>
                <a:gd name="connsiteY27" fmla="*/ 4006104 h 6858000"/>
                <a:gd name="connsiteX28" fmla="*/ 386182 w 6394458"/>
                <a:gd name="connsiteY28" fmla="*/ 4006685 h 6858000"/>
                <a:gd name="connsiteX29" fmla="*/ 386472 w 6394458"/>
                <a:gd name="connsiteY29" fmla="*/ 4007266 h 6858000"/>
                <a:gd name="connsiteX30" fmla="*/ 413911 w 6394458"/>
                <a:gd name="connsiteY30" fmla="*/ 4068823 h 6858000"/>
                <a:gd name="connsiteX31" fmla="*/ 425380 w 6394458"/>
                <a:gd name="connsiteY31" fmla="*/ 4093794 h 6858000"/>
                <a:gd name="connsiteX32" fmla="*/ 435834 w 6394458"/>
                <a:gd name="connsiteY32" fmla="*/ 4114845 h 6858000"/>
                <a:gd name="connsiteX33" fmla="*/ 468644 w 6394458"/>
                <a:gd name="connsiteY33" fmla="*/ 4178435 h 6858000"/>
                <a:gd name="connsiteX34" fmla="*/ 468935 w 6394458"/>
                <a:gd name="connsiteY34" fmla="*/ 4179015 h 6858000"/>
                <a:gd name="connsiteX35" fmla="*/ 469225 w 6394458"/>
                <a:gd name="connsiteY35" fmla="*/ 4179596 h 6858000"/>
                <a:gd name="connsiteX36" fmla="*/ 566496 w 6394458"/>
                <a:gd name="connsiteY36" fmla="*/ 4345828 h 6858000"/>
                <a:gd name="connsiteX37" fmla="*/ 674366 w 6394458"/>
                <a:gd name="connsiteY37" fmla="*/ 4507124 h 6858000"/>
                <a:gd name="connsiteX38" fmla="*/ 790946 w 6394458"/>
                <a:gd name="connsiteY38" fmla="*/ 4665372 h 6858000"/>
                <a:gd name="connsiteX39" fmla="*/ 938015 w 6394458"/>
                <a:gd name="connsiteY39" fmla="*/ 4855559 h 6858000"/>
                <a:gd name="connsiteX40" fmla="*/ 1035286 w 6394458"/>
                <a:gd name="connsiteY40" fmla="*/ 4980269 h 6858000"/>
                <a:gd name="connsiteX41" fmla="*/ 1158254 w 6394458"/>
                <a:gd name="connsiteY41" fmla="*/ 5140985 h 6858000"/>
                <a:gd name="connsiteX42" fmla="*/ 1221118 w 6394458"/>
                <a:gd name="connsiteY42" fmla="*/ 5226351 h 6858000"/>
                <a:gd name="connsiteX43" fmla="*/ 1277448 w 6394458"/>
                <a:gd name="connsiteY43" fmla="*/ 5303007 h 6858000"/>
                <a:gd name="connsiteX44" fmla="*/ 1277739 w 6394458"/>
                <a:gd name="connsiteY44" fmla="*/ 5303297 h 6858000"/>
                <a:gd name="connsiteX45" fmla="*/ 1278029 w 6394458"/>
                <a:gd name="connsiteY45" fmla="*/ 5303588 h 6858000"/>
                <a:gd name="connsiteX46" fmla="*/ 1376607 w 6394458"/>
                <a:gd name="connsiteY46" fmla="*/ 5433525 h 6858000"/>
                <a:gd name="connsiteX47" fmla="*/ 1395625 w 6394458"/>
                <a:gd name="connsiteY47" fmla="*/ 5458060 h 6858000"/>
                <a:gd name="connsiteX48" fmla="*/ 1405207 w 6394458"/>
                <a:gd name="connsiteY48" fmla="*/ 5469965 h 6858000"/>
                <a:gd name="connsiteX49" fmla="*/ 1518739 w 6394458"/>
                <a:gd name="connsiteY49" fmla="*/ 5607597 h 6858000"/>
                <a:gd name="connsiteX50" fmla="*/ 1779194 w 6394458"/>
                <a:gd name="connsiteY50" fmla="*/ 5888957 h 6858000"/>
                <a:gd name="connsiteX51" fmla="*/ 2361805 w 6394458"/>
                <a:gd name="connsiteY51" fmla="*/ 6356876 h 6858000"/>
                <a:gd name="connsiteX52" fmla="*/ 2682656 w 6394458"/>
                <a:gd name="connsiteY52" fmla="*/ 6532110 h 6858000"/>
                <a:gd name="connsiteX53" fmla="*/ 2682946 w 6394458"/>
                <a:gd name="connsiteY53" fmla="*/ 6532255 h 6858000"/>
                <a:gd name="connsiteX54" fmla="*/ 2683236 w 6394458"/>
                <a:gd name="connsiteY54" fmla="*/ 6532400 h 6858000"/>
                <a:gd name="connsiteX55" fmla="*/ 3021944 w 6394458"/>
                <a:gd name="connsiteY55" fmla="*/ 6664805 h 6858000"/>
                <a:gd name="connsiteX56" fmla="*/ 3375605 w 6394458"/>
                <a:gd name="connsiteY56" fmla="*/ 6756415 h 6858000"/>
                <a:gd name="connsiteX57" fmla="*/ 3555048 w 6394458"/>
                <a:gd name="connsiteY57" fmla="*/ 6786612 h 6858000"/>
                <a:gd name="connsiteX58" fmla="*/ 3735218 w 6394458"/>
                <a:gd name="connsiteY58" fmla="*/ 6807083 h 6858000"/>
                <a:gd name="connsiteX59" fmla="*/ 4108188 w 6394458"/>
                <a:gd name="connsiteY59" fmla="*/ 6823343 h 6858000"/>
                <a:gd name="connsiteX60" fmla="*/ 4126917 w 6394458"/>
                <a:gd name="connsiteY60" fmla="*/ 6823343 h 6858000"/>
                <a:gd name="connsiteX61" fmla="*/ 4151597 w 6394458"/>
                <a:gd name="connsiteY61" fmla="*/ 6823488 h 6858000"/>
                <a:gd name="connsiteX62" fmla="*/ 4199652 w 6394458"/>
                <a:gd name="connsiteY62" fmla="*/ 6822763 h 6858000"/>
                <a:gd name="connsiteX63" fmla="*/ 4200088 w 6394458"/>
                <a:gd name="connsiteY63" fmla="*/ 6822763 h 6858000"/>
                <a:gd name="connsiteX64" fmla="*/ 4200523 w 6394458"/>
                <a:gd name="connsiteY64" fmla="*/ 6822763 h 6858000"/>
                <a:gd name="connsiteX65" fmla="*/ 4245675 w 6394458"/>
                <a:gd name="connsiteY65" fmla="*/ 6821601 h 6858000"/>
                <a:gd name="connsiteX66" fmla="*/ 4291117 w 6394458"/>
                <a:gd name="connsiteY66" fmla="*/ 6819277 h 6858000"/>
                <a:gd name="connsiteX67" fmla="*/ 4469108 w 6394458"/>
                <a:gd name="connsiteY67" fmla="*/ 6803743 h 6858000"/>
                <a:gd name="connsiteX68" fmla="*/ 5157267 w 6394458"/>
                <a:gd name="connsiteY68" fmla="*/ 6617766 h 6858000"/>
                <a:gd name="connsiteX69" fmla="*/ 5484069 w 6394458"/>
                <a:gd name="connsiteY69" fmla="*/ 6455744 h 6858000"/>
                <a:gd name="connsiteX70" fmla="*/ 5801144 w 6394458"/>
                <a:gd name="connsiteY70" fmla="*/ 6257717 h 6858000"/>
                <a:gd name="connsiteX71" fmla="*/ 6111106 w 6394458"/>
                <a:gd name="connsiteY71" fmla="*/ 6032542 h 6858000"/>
                <a:gd name="connsiteX72" fmla="*/ 6264127 w 6394458"/>
                <a:gd name="connsiteY72" fmla="*/ 5913203 h 6858000"/>
                <a:gd name="connsiteX73" fmla="*/ 6394458 w 6394458"/>
                <a:gd name="connsiteY73" fmla="*/ 5808939 h 6858000"/>
                <a:gd name="connsiteX74" fmla="*/ 6394458 w 6394458"/>
                <a:gd name="connsiteY74" fmla="*/ 6858000 h 6858000"/>
                <a:gd name="connsiteX75" fmla="*/ 2234128 w 6394458"/>
                <a:gd name="connsiteY75" fmla="*/ 6858000 h 6858000"/>
                <a:gd name="connsiteX76" fmla="*/ 2151583 w 6394458"/>
                <a:gd name="connsiteY76" fmla="*/ 6802146 h 6858000"/>
                <a:gd name="connsiteX77" fmla="*/ 593791 w 6394458"/>
                <a:gd name="connsiteY77" fmla="*/ 5241450 h 6858000"/>
                <a:gd name="connsiteX78" fmla="*/ 0 w 6394458"/>
                <a:gd name="connsiteY78" fmla="*/ 3044861 h 6858000"/>
                <a:gd name="connsiteX79" fmla="*/ 342337 w 6394458"/>
                <a:gd name="connsiteY79" fmla="*/ 1349581 h 6858000"/>
                <a:gd name="connsiteX80" fmla="*/ 1129762 w 6394458"/>
                <a:gd name="connsiteY80" fmla="*/ 1181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394458" h="6858000">
                  <a:moveTo>
                    <a:pt x="1242460" y="0"/>
                  </a:moveTo>
                  <a:lnTo>
                    <a:pt x="2160732" y="0"/>
                  </a:lnTo>
                  <a:lnTo>
                    <a:pt x="2096124" y="41936"/>
                  </a:lnTo>
                  <a:cubicBezTo>
                    <a:pt x="2053586" y="71988"/>
                    <a:pt x="1997691" y="111913"/>
                    <a:pt x="1942232" y="154451"/>
                  </a:cubicBezTo>
                  <a:lnTo>
                    <a:pt x="1941942" y="154741"/>
                  </a:lnTo>
                  <a:lnTo>
                    <a:pt x="1941652" y="155032"/>
                  </a:lnTo>
                  <a:cubicBezTo>
                    <a:pt x="1920455" y="170711"/>
                    <a:pt x="1899113" y="187262"/>
                    <a:pt x="1878498" y="203377"/>
                  </a:cubicBezTo>
                  <a:lnTo>
                    <a:pt x="1865722" y="213395"/>
                  </a:lnTo>
                  <a:cubicBezTo>
                    <a:pt x="1838863" y="233865"/>
                    <a:pt x="1813311" y="254771"/>
                    <a:pt x="1791679" y="272483"/>
                  </a:cubicBezTo>
                  <a:cubicBezTo>
                    <a:pt x="1684245" y="360463"/>
                    <a:pt x="1590023" y="443216"/>
                    <a:pt x="1503495" y="525389"/>
                  </a:cubicBezTo>
                  <a:cubicBezTo>
                    <a:pt x="1315050" y="703090"/>
                    <a:pt x="1142430" y="895746"/>
                    <a:pt x="990135" y="1098128"/>
                  </a:cubicBezTo>
                  <a:cubicBezTo>
                    <a:pt x="911301" y="1202949"/>
                    <a:pt x="837695" y="1310238"/>
                    <a:pt x="771637" y="1416800"/>
                  </a:cubicBezTo>
                  <a:cubicBezTo>
                    <a:pt x="697595" y="1538898"/>
                    <a:pt x="636764" y="1650106"/>
                    <a:pt x="585660" y="1756960"/>
                  </a:cubicBezTo>
                  <a:lnTo>
                    <a:pt x="585515" y="1757395"/>
                  </a:lnTo>
                  <a:lnTo>
                    <a:pt x="585370" y="1757831"/>
                  </a:lnTo>
                  <a:cubicBezTo>
                    <a:pt x="570271" y="1788174"/>
                    <a:pt x="556334" y="1818952"/>
                    <a:pt x="544574" y="1845230"/>
                  </a:cubicBezTo>
                  <a:lnTo>
                    <a:pt x="524539" y="1889510"/>
                  </a:lnTo>
                  <a:lnTo>
                    <a:pt x="505666" y="1933935"/>
                  </a:lnTo>
                  <a:lnTo>
                    <a:pt x="502762" y="1940904"/>
                  </a:lnTo>
                  <a:cubicBezTo>
                    <a:pt x="491002" y="1969214"/>
                    <a:pt x="479823" y="1996073"/>
                    <a:pt x="469661" y="2023512"/>
                  </a:cubicBezTo>
                  <a:cubicBezTo>
                    <a:pt x="465450" y="2034691"/>
                    <a:pt x="461240" y="2045870"/>
                    <a:pt x="456885" y="2057049"/>
                  </a:cubicBezTo>
                  <a:cubicBezTo>
                    <a:pt x="449190" y="2076794"/>
                    <a:pt x="442076" y="2095522"/>
                    <a:pt x="435688" y="2114395"/>
                  </a:cubicBezTo>
                  <a:lnTo>
                    <a:pt x="435543" y="2114976"/>
                  </a:lnTo>
                  <a:lnTo>
                    <a:pt x="435253" y="2115557"/>
                  </a:lnTo>
                  <a:cubicBezTo>
                    <a:pt x="390392" y="2239687"/>
                    <a:pt x="353226" y="2365123"/>
                    <a:pt x="324770" y="2488382"/>
                  </a:cubicBezTo>
                  <a:cubicBezTo>
                    <a:pt x="265391" y="2742158"/>
                    <a:pt x="235193" y="3002178"/>
                    <a:pt x="235338" y="3261036"/>
                  </a:cubicBezTo>
                  <a:cubicBezTo>
                    <a:pt x="236210" y="3391989"/>
                    <a:pt x="248695" y="3520474"/>
                    <a:pt x="272505" y="3641991"/>
                  </a:cubicBezTo>
                  <a:cubicBezTo>
                    <a:pt x="299073" y="3770621"/>
                    <a:pt x="337110" y="3893154"/>
                    <a:pt x="385891" y="4006104"/>
                  </a:cubicBezTo>
                  <a:lnTo>
                    <a:pt x="386182" y="4006685"/>
                  </a:lnTo>
                  <a:lnTo>
                    <a:pt x="386472" y="4007266"/>
                  </a:lnTo>
                  <a:cubicBezTo>
                    <a:pt x="394747" y="4027591"/>
                    <a:pt x="404039" y="4047626"/>
                    <a:pt x="413911" y="4068823"/>
                  </a:cubicBezTo>
                  <a:cubicBezTo>
                    <a:pt x="417686" y="4077098"/>
                    <a:pt x="421606" y="4085374"/>
                    <a:pt x="425380" y="4093794"/>
                  </a:cubicBezTo>
                  <a:cubicBezTo>
                    <a:pt x="428865" y="4100908"/>
                    <a:pt x="432349" y="4107876"/>
                    <a:pt x="435834" y="4114845"/>
                  </a:cubicBezTo>
                  <a:cubicBezTo>
                    <a:pt x="446867" y="4136913"/>
                    <a:pt x="457320" y="4157819"/>
                    <a:pt x="468644" y="4178435"/>
                  </a:cubicBezTo>
                  <a:lnTo>
                    <a:pt x="468935" y="4179015"/>
                  </a:lnTo>
                  <a:lnTo>
                    <a:pt x="469225" y="4179596"/>
                  </a:lnTo>
                  <a:cubicBezTo>
                    <a:pt x="495213" y="4229103"/>
                    <a:pt x="525120" y="4280352"/>
                    <a:pt x="566496" y="4345828"/>
                  </a:cubicBezTo>
                  <a:cubicBezTo>
                    <a:pt x="598727" y="4397368"/>
                    <a:pt x="633135" y="4447745"/>
                    <a:pt x="674366" y="4507124"/>
                  </a:cubicBezTo>
                  <a:cubicBezTo>
                    <a:pt x="713129" y="4561713"/>
                    <a:pt x="753199" y="4615139"/>
                    <a:pt x="790946" y="4665372"/>
                  </a:cubicBezTo>
                  <a:cubicBezTo>
                    <a:pt x="839001" y="4729106"/>
                    <a:pt x="889379" y="4793421"/>
                    <a:pt x="938015" y="4855559"/>
                  </a:cubicBezTo>
                  <a:cubicBezTo>
                    <a:pt x="969955" y="4896355"/>
                    <a:pt x="1003056" y="4938457"/>
                    <a:pt x="1035286" y="4980269"/>
                  </a:cubicBezTo>
                  <a:cubicBezTo>
                    <a:pt x="1069113" y="5023969"/>
                    <a:pt x="1113684" y="5081606"/>
                    <a:pt x="1158254" y="5140985"/>
                  </a:cubicBezTo>
                  <a:cubicBezTo>
                    <a:pt x="1179451" y="5169005"/>
                    <a:pt x="1200647" y="5198186"/>
                    <a:pt x="1221118" y="5226351"/>
                  </a:cubicBezTo>
                  <a:cubicBezTo>
                    <a:pt x="1240572" y="5253065"/>
                    <a:pt x="1259010" y="5278471"/>
                    <a:pt x="1277448" y="5303007"/>
                  </a:cubicBezTo>
                  <a:lnTo>
                    <a:pt x="1277739" y="5303297"/>
                  </a:lnTo>
                  <a:lnTo>
                    <a:pt x="1278029" y="5303588"/>
                  </a:lnTo>
                  <a:cubicBezTo>
                    <a:pt x="1309824" y="5347287"/>
                    <a:pt x="1343796" y="5391132"/>
                    <a:pt x="1376607" y="5433525"/>
                  </a:cubicBezTo>
                  <a:lnTo>
                    <a:pt x="1395625" y="5458060"/>
                  </a:lnTo>
                  <a:lnTo>
                    <a:pt x="1405207" y="5469965"/>
                  </a:lnTo>
                  <a:cubicBezTo>
                    <a:pt x="1442083" y="5515552"/>
                    <a:pt x="1479976" y="5562736"/>
                    <a:pt x="1518739" y="5607597"/>
                  </a:cubicBezTo>
                  <a:cubicBezTo>
                    <a:pt x="1603960" y="5707481"/>
                    <a:pt x="1691650" y="5802139"/>
                    <a:pt x="1779194" y="5888957"/>
                  </a:cubicBezTo>
                  <a:cubicBezTo>
                    <a:pt x="1965606" y="6072902"/>
                    <a:pt x="2161746" y="6230423"/>
                    <a:pt x="2361805" y="6356876"/>
                  </a:cubicBezTo>
                  <a:cubicBezTo>
                    <a:pt x="2475047" y="6427870"/>
                    <a:pt x="2579867" y="6485217"/>
                    <a:pt x="2682656" y="6532110"/>
                  </a:cubicBezTo>
                  <a:lnTo>
                    <a:pt x="2682946" y="6532255"/>
                  </a:lnTo>
                  <a:lnTo>
                    <a:pt x="2683236" y="6532400"/>
                  </a:lnTo>
                  <a:cubicBezTo>
                    <a:pt x="2787767" y="6581616"/>
                    <a:pt x="2901734" y="6626187"/>
                    <a:pt x="3021944" y="6664805"/>
                  </a:cubicBezTo>
                  <a:cubicBezTo>
                    <a:pt x="3132572" y="6700374"/>
                    <a:pt x="3251620" y="6731298"/>
                    <a:pt x="3375605" y="6756415"/>
                  </a:cubicBezTo>
                  <a:cubicBezTo>
                    <a:pt x="3432661" y="6767738"/>
                    <a:pt x="3493201" y="6777901"/>
                    <a:pt x="3555048" y="6786612"/>
                  </a:cubicBezTo>
                  <a:cubicBezTo>
                    <a:pt x="3613121" y="6794742"/>
                    <a:pt x="3673807" y="6801566"/>
                    <a:pt x="3735218" y="6807083"/>
                  </a:cubicBezTo>
                  <a:cubicBezTo>
                    <a:pt x="3852670" y="6817826"/>
                    <a:pt x="3974622" y="6823052"/>
                    <a:pt x="4108188" y="6823343"/>
                  </a:cubicBezTo>
                  <a:lnTo>
                    <a:pt x="4126917" y="6823343"/>
                  </a:lnTo>
                  <a:cubicBezTo>
                    <a:pt x="4135192" y="6823488"/>
                    <a:pt x="4143322" y="6823488"/>
                    <a:pt x="4151597" y="6823488"/>
                  </a:cubicBezTo>
                  <a:cubicBezTo>
                    <a:pt x="4171487" y="6823488"/>
                    <a:pt x="4186296" y="6823343"/>
                    <a:pt x="4199652" y="6822763"/>
                  </a:cubicBezTo>
                  <a:lnTo>
                    <a:pt x="4200088" y="6822763"/>
                  </a:lnTo>
                  <a:lnTo>
                    <a:pt x="4200523" y="6822763"/>
                  </a:lnTo>
                  <a:lnTo>
                    <a:pt x="4245675" y="6821601"/>
                  </a:lnTo>
                  <a:lnTo>
                    <a:pt x="4291117" y="6819277"/>
                  </a:lnTo>
                  <a:cubicBezTo>
                    <a:pt x="4342801" y="6816955"/>
                    <a:pt x="4397825" y="6812164"/>
                    <a:pt x="4469108" y="6803743"/>
                  </a:cubicBezTo>
                  <a:cubicBezTo>
                    <a:pt x="4700672" y="6775433"/>
                    <a:pt x="4932236" y="6712860"/>
                    <a:pt x="5157267" y="6617766"/>
                  </a:cubicBezTo>
                  <a:cubicBezTo>
                    <a:pt x="5260490" y="6574648"/>
                    <a:pt x="5367344" y="6521656"/>
                    <a:pt x="5484069" y="6455744"/>
                  </a:cubicBezTo>
                  <a:cubicBezTo>
                    <a:pt x="5584535" y="6399414"/>
                    <a:pt x="5688194" y="6334663"/>
                    <a:pt x="5801144" y="6257717"/>
                  </a:cubicBezTo>
                  <a:cubicBezTo>
                    <a:pt x="5894061" y="6194419"/>
                    <a:pt x="5992638" y="6122844"/>
                    <a:pt x="6111106" y="6032542"/>
                  </a:cubicBezTo>
                  <a:cubicBezTo>
                    <a:pt x="6163081" y="5993052"/>
                    <a:pt x="6215491" y="5951676"/>
                    <a:pt x="6264127" y="5913203"/>
                  </a:cubicBezTo>
                  <a:lnTo>
                    <a:pt x="6394458" y="5808939"/>
                  </a:lnTo>
                  <a:lnTo>
                    <a:pt x="6394458" y="6858000"/>
                  </a:lnTo>
                  <a:lnTo>
                    <a:pt x="2234128" y="6858000"/>
                  </a:lnTo>
                  <a:lnTo>
                    <a:pt x="2151583" y="6802146"/>
                  </a:lnTo>
                  <a:cubicBezTo>
                    <a:pt x="1509012" y="6424386"/>
                    <a:pt x="970245" y="5884748"/>
                    <a:pt x="593791" y="5241450"/>
                  </a:cubicBezTo>
                  <a:cubicBezTo>
                    <a:pt x="205286" y="4577683"/>
                    <a:pt x="0" y="3818240"/>
                    <a:pt x="0" y="3044861"/>
                  </a:cubicBezTo>
                  <a:cubicBezTo>
                    <a:pt x="0" y="2457023"/>
                    <a:pt x="115129" y="1886606"/>
                    <a:pt x="342337" y="1349581"/>
                  </a:cubicBezTo>
                  <a:cubicBezTo>
                    <a:pt x="534284" y="895692"/>
                    <a:pt x="798705" y="482372"/>
                    <a:pt x="1129762" y="118183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05757E-C772-4187-BD34-A12DC33F3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4266" y="0"/>
              <a:ext cx="6419426" cy="6858000"/>
            </a:xfrm>
            <a:custGeom>
              <a:avLst/>
              <a:gdLst>
                <a:gd name="connsiteX0" fmla="*/ 6419426 w 6419426"/>
                <a:gd name="connsiteY0" fmla="*/ 6276207 h 6858000"/>
                <a:gd name="connsiteX1" fmla="*/ 6419426 w 6419426"/>
                <a:gd name="connsiteY1" fmla="*/ 6858000 h 6858000"/>
                <a:gd name="connsiteX2" fmla="*/ 5377226 w 6419426"/>
                <a:gd name="connsiteY2" fmla="*/ 6858000 h 6858000"/>
                <a:gd name="connsiteX3" fmla="*/ 5526079 w 6419426"/>
                <a:gd name="connsiteY3" fmla="*/ 6799309 h 6858000"/>
                <a:gd name="connsiteX4" fmla="*/ 6372097 w 6419426"/>
                <a:gd name="connsiteY4" fmla="*/ 6313400 h 6858000"/>
                <a:gd name="connsiteX5" fmla="*/ 0 w 6419426"/>
                <a:gd name="connsiteY5" fmla="*/ 3944218 h 6858000"/>
                <a:gd name="connsiteX6" fmla="*/ 31811 w 6419426"/>
                <a:gd name="connsiteY6" fmla="*/ 4082046 h 6858000"/>
                <a:gd name="connsiteX7" fmla="*/ 2375871 w 6419426"/>
                <a:gd name="connsiteY7" fmla="*/ 6799309 h 6858000"/>
                <a:gd name="connsiteX8" fmla="*/ 2524724 w 6419426"/>
                <a:gd name="connsiteY8" fmla="*/ 6858000 h 6858000"/>
                <a:gd name="connsiteX9" fmla="*/ 0 w 6419426"/>
                <a:gd name="connsiteY9" fmla="*/ 6858000 h 6858000"/>
                <a:gd name="connsiteX10" fmla="*/ 0 w 6419426"/>
                <a:gd name="connsiteY10" fmla="*/ 0 h 6858000"/>
                <a:gd name="connsiteX11" fmla="*/ 1320019 w 6419426"/>
                <a:gd name="connsiteY11" fmla="*/ 0 h 6858000"/>
                <a:gd name="connsiteX12" fmla="*/ 1089625 w 6419426"/>
                <a:gd name="connsiteY12" fmla="*/ 209396 h 6858000"/>
                <a:gd name="connsiteX13" fmla="*/ 31811 w 6419426"/>
                <a:gd name="connsiteY13" fmla="*/ 2059448 h 6858000"/>
                <a:gd name="connsiteX14" fmla="*/ 0 w 6419426"/>
                <a:gd name="connsiteY14" fmla="*/ 2197276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419426" h="6858000">
                  <a:moveTo>
                    <a:pt x="6419426" y="6276207"/>
                  </a:moveTo>
                  <a:lnTo>
                    <a:pt x="6419426" y="6858000"/>
                  </a:lnTo>
                  <a:lnTo>
                    <a:pt x="5377226" y="6858000"/>
                  </a:lnTo>
                  <a:lnTo>
                    <a:pt x="5526079" y="6799309"/>
                  </a:lnTo>
                  <a:cubicBezTo>
                    <a:pt x="5828657" y="6671330"/>
                    <a:pt x="6112428" y="6507594"/>
                    <a:pt x="6372097" y="6313400"/>
                  </a:cubicBezTo>
                  <a:close/>
                  <a:moveTo>
                    <a:pt x="0" y="3944218"/>
                  </a:moveTo>
                  <a:lnTo>
                    <a:pt x="31811" y="4082046"/>
                  </a:lnTo>
                  <a:cubicBezTo>
                    <a:pt x="347839" y="5310348"/>
                    <a:pt x="1226077" y="6312987"/>
                    <a:pt x="2375871" y="6799309"/>
                  </a:cubicBezTo>
                  <a:lnTo>
                    <a:pt x="2524724" y="6858000"/>
                  </a:lnTo>
                  <a:lnTo>
                    <a:pt x="0" y="6858000"/>
                  </a:lnTo>
                  <a:close/>
                  <a:moveTo>
                    <a:pt x="0" y="0"/>
                  </a:moveTo>
                  <a:lnTo>
                    <a:pt x="1320019" y="0"/>
                  </a:lnTo>
                  <a:lnTo>
                    <a:pt x="1089625" y="209396"/>
                  </a:lnTo>
                  <a:cubicBezTo>
                    <a:pt x="586180" y="712841"/>
                    <a:pt x="214775" y="1348326"/>
                    <a:pt x="31811" y="2059448"/>
                  </a:cubicBezTo>
                  <a:lnTo>
                    <a:pt x="0" y="2197276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8A26AAF-A31F-29C3-81DD-DBB9F248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798445"/>
            <a:ext cx="4803636" cy="1311664"/>
          </a:xfrm>
        </p:spPr>
        <p:txBody>
          <a:bodyPr anchor="b">
            <a:normAutofit/>
          </a:bodyPr>
          <a:lstStyle/>
          <a:p>
            <a:r>
              <a:rPr lang="es-ES" sz="3600">
                <a:solidFill>
                  <a:schemeClr val="tx2"/>
                </a:solidFill>
                <a:ea typeface="+mj-lt"/>
                <a:cs typeface="+mj-lt"/>
              </a:rPr>
              <a:t>Introducción a DevOps (Conceptual)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1D85D-AAA3-7800-B558-935CCD4B1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272143"/>
            <a:ext cx="4706803" cy="3788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500">
                <a:solidFill>
                  <a:schemeClr val="tx2"/>
                </a:solidFill>
                <a:ea typeface="+mn-lt"/>
                <a:cs typeface="+mn-lt"/>
              </a:rPr>
              <a:t>DevOps significa:</a:t>
            </a:r>
          </a:p>
          <a:p>
            <a:pPr>
              <a:buFont typeface="Arial"/>
            </a:pPr>
            <a:r>
              <a:rPr lang="es-ES" sz="1500">
                <a:solidFill>
                  <a:schemeClr val="tx2"/>
                </a:solidFill>
                <a:ea typeface="+mn-lt"/>
                <a:cs typeface="+mn-lt"/>
              </a:rPr>
              <a:t>Integrar desarrollo y operación.</a:t>
            </a:r>
          </a:p>
          <a:p>
            <a:pPr>
              <a:buFont typeface="Arial"/>
            </a:pPr>
            <a:r>
              <a:rPr lang="es-ES" sz="1500">
                <a:solidFill>
                  <a:schemeClr val="tx2"/>
                </a:solidFill>
                <a:ea typeface="+mn-lt"/>
                <a:cs typeface="+mn-lt"/>
              </a:rPr>
              <a:t>Pensar en despliegue desde el inicio.</a:t>
            </a:r>
          </a:p>
          <a:p>
            <a:pPr>
              <a:buFont typeface="Arial"/>
            </a:pPr>
            <a:r>
              <a:rPr lang="es-ES" sz="1500">
                <a:solidFill>
                  <a:schemeClr val="tx2"/>
                </a:solidFill>
                <a:ea typeface="+mn-lt"/>
                <a:cs typeface="+mn-lt"/>
              </a:rPr>
              <a:t>Diseñar para mantener.</a:t>
            </a:r>
          </a:p>
          <a:p>
            <a:pPr indent="0">
              <a:buNone/>
            </a:pPr>
            <a:r>
              <a:rPr lang="es-ES" sz="1500">
                <a:solidFill>
                  <a:schemeClr val="tx2"/>
                </a:solidFill>
                <a:ea typeface="+mn-lt"/>
                <a:cs typeface="+mn-lt"/>
              </a:rPr>
              <a:t>Conexión con 12 factores:</a:t>
            </a:r>
          </a:p>
          <a:p>
            <a:pPr>
              <a:buFont typeface="Arial"/>
            </a:pPr>
            <a:r>
              <a:rPr lang="es-ES" sz="1500">
                <a:solidFill>
                  <a:schemeClr val="tx2"/>
                </a:solidFill>
                <a:ea typeface="+mn-lt"/>
                <a:cs typeface="+mn-lt"/>
              </a:rPr>
              <a:t>Separación de configuración.</a:t>
            </a:r>
          </a:p>
          <a:p>
            <a:pPr>
              <a:buFont typeface="Arial"/>
            </a:pPr>
            <a:r>
              <a:rPr lang="es-ES" sz="1500">
                <a:solidFill>
                  <a:schemeClr val="tx2"/>
                </a:solidFill>
                <a:ea typeface="+mn-lt"/>
                <a:cs typeface="+mn-lt"/>
              </a:rPr>
              <a:t>Paridad entre entornos.</a:t>
            </a:r>
          </a:p>
          <a:p>
            <a:pPr>
              <a:buFont typeface="Arial"/>
            </a:pPr>
            <a:r>
              <a:rPr lang="es-ES" sz="1500">
                <a:solidFill>
                  <a:schemeClr val="tx2"/>
                </a:solidFill>
                <a:ea typeface="+mn-lt"/>
                <a:cs typeface="+mn-lt"/>
              </a:rPr>
              <a:t>Logs como eventos.</a:t>
            </a:r>
          </a:p>
          <a:p>
            <a:pPr>
              <a:buFont typeface="Arial"/>
            </a:pPr>
            <a:r>
              <a:rPr lang="es-ES" sz="1500">
                <a:solidFill>
                  <a:schemeClr val="tx2"/>
                </a:solidFill>
                <a:ea typeface="+mn-lt"/>
                <a:cs typeface="+mn-lt"/>
              </a:rPr>
              <a:t>Construcción desacoplada.</a:t>
            </a:r>
          </a:p>
          <a:p>
            <a:pPr indent="0">
              <a:buNone/>
            </a:pPr>
            <a:r>
              <a:rPr lang="es-ES" sz="1500">
                <a:solidFill>
                  <a:schemeClr val="tx2"/>
                </a:solidFill>
                <a:ea typeface="+mn-lt"/>
                <a:cs typeface="+mn-lt"/>
              </a:rPr>
              <a:t>No es solo desarrollar.</a:t>
            </a:r>
            <a:br>
              <a:rPr lang="es-ES" sz="1500">
                <a:solidFill>
                  <a:schemeClr val="tx2"/>
                </a:solidFill>
                <a:ea typeface="+mn-lt"/>
                <a:cs typeface="+mn-lt"/>
              </a:rPr>
            </a:br>
            <a:r>
              <a:rPr lang="es-ES" sz="1500">
                <a:solidFill>
                  <a:schemeClr val="tx2"/>
                </a:solidFill>
                <a:ea typeface="+mn-lt"/>
                <a:cs typeface="+mn-lt"/>
              </a:rPr>
              <a:t> Es desarrollar para operar.</a:t>
            </a:r>
          </a:p>
          <a:p>
            <a:pPr marL="0" indent="0">
              <a:buNone/>
            </a:pPr>
            <a:endParaRPr lang="es-ES" sz="15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002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AB08AF-7DEA-3A93-DDD5-6241A5B87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Organización del Trabajo</a:t>
            </a:r>
            <a:endParaRPr lang="es-ES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ABF7891-76DC-40F5-A1B4-0E80BCBCFD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405443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7328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7CACDF-548C-F1E2-ABFA-A703B40C3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1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“Un equipo sin organización produce esfuerzo.</a:t>
            </a:r>
            <a:br>
              <a:rPr lang="en-US" sz="1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</a:br>
            <a:r>
              <a:rPr lang="en-US" sz="17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Un equipo con metodología produce resultados.”</a:t>
            </a:r>
          </a:p>
        </p:txBody>
      </p:sp>
      <p:pic>
        <p:nvPicPr>
          <p:cNvPr id="7" name="Graphic 6" descr="Brindis">
            <a:extLst>
              <a:ext uri="{FF2B5EF4-FFF2-40B4-BE49-F238E27FC236}">
                <a16:creationId xmlns:a16="http://schemas.microsoft.com/office/drawing/2014/main" id="{95E97252-85CB-66E2-846E-0B2974541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239119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Ingeniería de Software</vt:lpstr>
      <vt:lpstr>Objetivo de la Clase</vt:lpstr>
      <vt:lpstr>¿Por qué los Proyectos Fallan?</vt:lpstr>
      <vt:lpstr>¿Qué es una Metodología?</vt:lpstr>
      <vt:lpstr>Enfoque Tradicional vs Enfoque Ágil</vt:lpstr>
      <vt:lpstr>Introducción a Scrum (Nivel Conceptual)</vt:lpstr>
      <vt:lpstr>Product Backlog</vt:lpstr>
      <vt:lpstr>Sprint</vt:lpstr>
      <vt:lpstr>Roles dentro del Equipo</vt:lpstr>
      <vt:lpstr>Responsabilidad Técnica</vt:lpstr>
      <vt:lpstr>Introducción a DevOps (Conceptual)</vt:lpstr>
      <vt:lpstr>Organización del Trabajo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</cp:revision>
  <dcterms:created xsi:type="dcterms:W3CDTF">2026-02-14T04:20:13Z</dcterms:created>
  <dcterms:modified xsi:type="dcterms:W3CDTF">2026-02-14T05:04:00Z</dcterms:modified>
</cp:coreProperties>
</file>