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DE44C9-CBA1-0DCD-3C61-26F02253E035}" v="153" dt="2026-02-14T03:07:58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B1DE44C9-CBA1-0DCD-3C61-26F02253E035}"/>
    <pc:docChg chg="addSld modSld">
      <pc:chgData name="LUIFERNEY ORTIZ PARRA" userId="S::luiferneyortiz@ucundinamarca.edu.co::311f1f2d-e9a2-4bc8-96ab-a2f2d284c8a5" providerId="AD" clId="Web-{B1DE44C9-CBA1-0DCD-3C61-26F02253E035}" dt="2026-02-14T03:33:12.744" v="179"/>
      <pc:docMkLst>
        <pc:docMk/>
      </pc:docMkLst>
      <pc:sldChg chg="addSp delSp modSp mod setBg setClrOvrMap">
        <pc:chgData name="LUIFERNEY ORTIZ PARRA" userId="S::luiferneyortiz@ucundinamarca.edu.co::311f1f2d-e9a2-4bc8-96ab-a2f2d284c8a5" providerId="AD" clId="Web-{B1DE44C9-CBA1-0DCD-3C61-26F02253E035}" dt="2026-02-14T03:02:30.241" v="153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B1DE44C9-CBA1-0DCD-3C61-26F02253E035}" dt="2026-02-14T03:02:30.241" v="153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2:30.241" v="153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2:27.726" v="150"/>
          <ac:spMkLst>
            <pc:docMk/>
            <pc:sldMk cId="2406273178" sldId="256"/>
            <ac:spMk id="9" creationId="{71B2258F-86CA-4D4D-8270-BC05FCDEBFB3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30.241" v="153"/>
          <ac:spMkLst>
            <pc:docMk/>
            <pc:sldMk cId="2406273178" sldId="256"/>
            <ac:spMk id="13" creationId="{AF2F604E-43BE-4DC3-B983-E071523364F8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2:30.226" v="152"/>
          <ac:spMkLst>
            <pc:docMk/>
            <pc:sldMk cId="2406273178" sldId="256"/>
            <ac:spMk id="14" creationId="{91DC6ABD-215C-4EA8-A483-CEF5B99AB385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2:30.226" v="152"/>
          <ac:spMkLst>
            <pc:docMk/>
            <pc:sldMk cId="2406273178" sldId="256"/>
            <ac:spMk id="15" creationId="{04357C93-F0CB-4A1C-8F77-4E9063789819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30.241" v="153"/>
          <ac:spMkLst>
            <pc:docMk/>
            <pc:sldMk cId="2406273178" sldId="256"/>
            <ac:spMk id="17" creationId="{6CCA5F87-1D1E-45CB-8D83-FC7EEFAD9935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30.241" v="153"/>
          <ac:spMkLst>
            <pc:docMk/>
            <pc:sldMk cId="2406273178" sldId="256"/>
            <ac:spMk id="18" creationId="{7CCFC2C6-6238-4A2F-93DE-2ADF74AF635E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30.241" v="153"/>
          <ac:spMkLst>
            <pc:docMk/>
            <pc:sldMk cId="2406273178" sldId="256"/>
            <ac:spMk id="19" creationId="{08C9B587-E65E-4B52-B37C-ABEBB6E87928}"/>
          </ac:spMkLst>
        </pc:spChg>
        <pc:grpChg chg="add del">
          <ac:chgData name="LUIFERNEY ORTIZ PARRA" userId="S::luiferneyortiz@ucundinamarca.edu.co::311f1f2d-e9a2-4bc8-96ab-a2f2d284c8a5" providerId="AD" clId="Web-{B1DE44C9-CBA1-0DCD-3C61-26F02253E035}" dt="2026-02-14T03:02:30.226" v="152"/>
          <ac:grpSpMkLst>
            <pc:docMk/>
            <pc:sldMk cId="2406273178" sldId="256"/>
            <ac:grpSpMk id="11" creationId="{3AF6A671-C637-4547-85F4-51B6D1881399}"/>
          </ac:grpSpMkLst>
        </pc:grpChg>
        <pc:picChg chg="add mod ord">
          <ac:chgData name="LUIFERNEY ORTIZ PARRA" userId="S::luiferneyortiz@ucundinamarca.edu.co::311f1f2d-e9a2-4bc8-96ab-a2f2d284c8a5" providerId="AD" clId="Web-{B1DE44C9-CBA1-0DCD-3C61-26F02253E035}" dt="2026-02-14T03:02:30.241" v="153"/>
          <ac:picMkLst>
            <pc:docMk/>
            <pc:sldMk cId="2406273178" sldId="256"/>
            <ac:picMk id="4" creationId="{96BB751E-8FDB-47D3-EDAA-B11CD1F8ADB0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2:42.913" v="154"/>
        <pc:sldMkLst>
          <pc:docMk/>
          <pc:sldMk cId="2193025647" sldId="257"/>
        </pc:sldMkLst>
        <pc:spChg chg="mod">
          <ac:chgData name="LUIFERNEY ORTIZ PARRA" userId="S::luiferneyortiz@ucundinamarca.edu.co::311f1f2d-e9a2-4bc8-96ab-a2f2d284c8a5" providerId="AD" clId="Web-{B1DE44C9-CBA1-0DCD-3C61-26F02253E035}" dt="2026-02-14T03:02:42.913" v="154"/>
          <ac:spMkLst>
            <pc:docMk/>
            <pc:sldMk cId="2193025647" sldId="257"/>
            <ac:spMk id="2" creationId="{1D3220E4-9004-FA9D-FE7C-A334E2CD17A1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2:42.913" v="154"/>
          <ac:spMkLst>
            <pc:docMk/>
            <pc:sldMk cId="2193025647" sldId="257"/>
            <ac:spMk id="3" creationId="{F0B70F54-4FF8-0ABD-FF02-F52178297DFB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42.913" v="154"/>
          <ac:spMkLst>
            <pc:docMk/>
            <pc:sldMk cId="2193025647" sldId="257"/>
            <ac:spMk id="10" creationId="{245A9F99-D9B1-4094-A2E2-B90AC1DB7B9C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42.913" v="154"/>
          <ac:spMkLst>
            <pc:docMk/>
            <pc:sldMk cId="2193025647" sldId="257"/>
            <ac:spMk id="12" creationId="{B7FAF607-473A-4A43-A23D-BBFF5C4117BB}"/>
          </ac:spMkLst>
        </pc:spChg>
        <pc:grpChg chg="add">
          <ac:chgData name="LUIFERNEY ORTIZ PARRA" userId="S::luiferneyortiz@ucundinamarca.edu.co::311f1f2d-e9a2-4bc8-96ab-a2f2d284c8a5" providerId="AD" clId="Web-{B1DE44C9-CBA1-0DCD-3C61-26F02253E035}" dt="2026-02-14T03:02:42.913" v="154"/>
          <ac:grpSpMkLst>
            <pc:docMk/>
            <pc:sldMk cId="2193025647" sldId="257"/>
            <ac:grpSpMk id="14" creationId="{C5F6476F-D303-44D3-B30F-1BA348F0F64A}"/>
          </ac:grpSpMkLst>
        </pc:grpChg>
        <pc:picChg chg="add">
          <ac:chgData name="LUIFERNEY ORTIZ PARRA" userId="S::luiferneyortiz@ucundinamarca.edu.co::311f1f2d-e9a2-4bc8-96ab-a2f2d284c8a5" providerId="AD" clId="Web-{B1DE44C9-CBA1-0DCD-3C61-26F02253E035}" dt="2026-02-14T03:02:42.913" v="154"/>
          <ac:picMkLst>
            <pc:docMk/>
            <pc:sldMk cId="2193025647" sldId="257"/>
            <ac:picMk id="7" creationId="{3686BC16-8BD1-338A-A92C-D600C2AA8E62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3:04.695" v="161"/>
        <pc:sldMkLst>
          <pc:docMk/>
          <pc:sldMk cId="2729022126" sldId="258"/>
        </pc:sldMkLst>
        <pc:spChg chg="mod">
          <ac:chgData name="LUIFERNEY ORTIZ PARRA" userId="S::luiferneyortiz@ucundinamarca.edu.co::311f1f2d-e9a2-4bc8-96ab-a2f2d284c8a5" providerId="AD" clId="Web-{B1DE44C9-CBA1-0DCD-3C61-26F02253E035}" dt="2026-02-14T03:02:50.445" v="155"/>
          <ac:spMkLst>
            <pc:docMk/>
            <pc:sldMk cId="2729022126" sldId="258"/>
            <ac:spMk id="2" creationId="{42673A8F-94D8-544D-5E64-0FAF813DED7C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3:04.695" v="161"/>
          <ac:spMkLst>
            <pc:docMk/>
            <pc:sldMk cId="2729022126" sldId="258"/>
            <ac:spMk id="3" creationId="{6B894C6F-F162-C194-213D-F86A12C241FD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50.445" v="155"/>
          <ac:spMkLst>
            <pc:docMk/>
            <pc:sldMk cId="2729022126" sldId="258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2:50.445" v="155"/>
          <ac:spMkLst>
            <pc:docMk/>
            <pc:sldMk cId="2729022126" sldId="258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2:50.445" v="155"/>
          <ac:picMkLst>
            <pc:docMk/>
            <pc:sldMk cId="2729022126" sldId="258"/>
            <ac:picMk id="5" creationId="{E25D9D63-DC69-4A41-35FB-14D4248E884D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B1DE44C9-CBA1-0DCD-3C61-26F02253E035}" dt="2026-02-14T03:03:16.398" v="162"/>
        <pc:sldMkLst>
          <pc:docMk/>
          <pc:sldMk cId="699086235" sldId="259"/>
        </pc:sldMkLst>
        <pc:spChg chg="mod">
          <ac:chgData name="LUIFERNEY ORTIZ PARRA" userId="S::luiferneyortiz@ucundinamarca.edu.co::311f1f2d-e9a2-4bc8-96ab-a2f2d284c8a5" providerId="AD" clId="Web-{B1DE44C9-CBA1-0DCD-3C61-26F02253E035}" dt="2026-02-14T03:03:16.398" v="162"/>
          <ac:spMkLst>
            <pc:docMk/>
            <pc:sldMk cId="699086235" sldId="259"/>
            <ac:spMk id="2" creationId="{615E5728-22B3-3BB3-61AC-126451E1FBC6}"/>
          </ac:spMkLst>
        </pc:spChg>
        <pc:spChg chg="del mod">
          <ac:chgData name="LUIFERNEY ORTIZ PARRA" userId="S::luiferneyortiz@ucundinamarca.edu.co::311f1f2d-e9a2-4bc8-96ab-a2f2d284c8a5" providerId="AD" clId="Web-{B1DE44C9-CBA1-0DCD-3C61-26F02253E035}" dt="2026-02-14T03:03:16.398" v="162"/>
          <ac:spMkLst>
            <pc:docMk/>
            <pc:sldMk cId="699086235" sldId="259"/>
            <ac:spMk id="3" creationId="{75E949BF-0D3E-47D8-166C-F9A2ADADA626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3:16.398" v="162"/>
          <ac:spMkLst>
            <pc:docMk/>
            <pc:sldMk cId="699086235" sldId="259"/>
            <ac:spMk id="9" creationId="{35DB3719-6FDC-4E5D-891D-FF40B7300F64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3:16.398" v="162"/>
          <ac:spMkLst>
            <pc:docMk/>
            <pc:sldMk cId="699086235" sldId="259"/>
            <ac:spMk id="11" creationId="{E0CBAC23-2E3F-4A90-BA59-F8299F6A5439}"/>
          </ac:spMkLst>
        </pc:spChg>
        <pc:graphicFrameChg chg="add">
          <ac:chgData name="LUIFERNEY ORTIZ PARRA" userId="S::luiferneyortiz@ucundinamarca.edu.co::311f1f2d-e9a2-4bc8-96ab-a2f2d284c8a5" providerId="AD" clId="Web-{B1DE44C9-CBA1-0DCD-3C61-26F02253E035}" dt="2026-02-14T03:03:16.398" v="162"/>
          <ac:graphicFrameMkLst>
            <pc:docMk/>
            <pc:sldMk cId="699086235" sldId="259"/>
            <ac:graphicFrameMk id="5" creationId="{4463CA5D-6B73-6A38-04E3-117365EF0D3C}"/>
          </ac:graphicFrameMkLst>
        </pc:graphicFrameChg>
      </pc:sldChg>
      <pc:sldChg chg="addSp delSp modSp new mod setBg">
        <pc:chgData name="LUIFERNEY ORTIZ PARRA" userId="S::luiferneyortiz@ucundinamarca.edu.co::311f1f2d-e9a2-4bc8-96ab-a2f2d284c8a5" providerId="AD" clId="Web-{B1DE44C9-CBA1-0DCD-3C61-26F02253E035}" dt="2026-02-14T03:04:27.962" v="163"/>
        <pc:sldMkLst>
          <pc:docMk/>
          <pc:sldMk cId="1445250146" sldId="260"/>
        </pc:sldMkLst>
        <pc:spChg chg="mod">
          <ac:chgData name="LUIFERNEY ORTIZ PARRA" userId="S::luiferneyortiz@ucundinamarca.edu.co::311f1f2d-e9a2-4bc8-96ab-a2f2d284c8a5" providerId="AD" clId="Web-{B1DE44C9-CBA1-0DCD-3C61-26F02253E035}" dt="2026-02-14T03:04:27.962" v="163"/>
          <ac:spMkLst>
            <pc:docMk/>
            <pc:sldMk cId="1445250146" sldId="260"/>
            <ac:spMk id="2" creationId="{384E211D-5C71-763E-04C1-5A813DB4713D}"/>
          </ac:spMkLst>
        </pc:spChg>
        <pc:spChg chg="del mod">
          <ac:chgData name="LUIFERNEY ORTIZ PARRA" userId="S::luiferneyortiz@ucundinamarca.edu.co::311f1f2d-e9a2-4bc8-96ab-a2f2d284c8a5" providerId="AD" clId="Web-{B1DE44C9-CBA1-0DCD-3C61-26F02253E035}" dt="2026-02-14T03:04:27.962" v="163"/>
          <ac:spMkLst>
            <pc:docMk/>
            <pc:sldMk cId="1445250146" sldId="260"/>
            <ac:spMk id="3" creationId="{50C3B50B-8754-2ADD-28D9-ADE0682A9BBE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4:27.962" v="163"/>
          <ac:spMkLst>
            <pc:docMk/>
            <pc:sldMk cId="1445250146" sldId="260"/>
            <ac:spMk id="10" creationId="{D1D34770-47A8-402C-AF23-2B653F2D88C1}"/>
          </ac:spMkLst>
        </pc:spChg>
        <pc:graphicFrameChg chg="add">
          <ac:chgData name="LUIFERNEY ORTIZ PARRA" userId="S::luiferneyortiz@ucundinamarca.edu.co::311f1f2d-e9a2-4bc8-96ab-a2f2d284c8a5" providerId="AD" clId="Web-{B1DE44C9-CBA1-0DCD-3C61-26F02253E035}" dt="2026-02-14T03:04:27.962" v="163"/>
          <ac:graphicFrameMkLst>
            <pc:docMk/>
            <pc:sldMk cId="1445250146" sldId="260"/>
            <ac:graphicFrameMk id="5" creationId="{FDEEFB50-7BB3-09A2-276D-AA6F0414B05C}"/>
          </ac:graphicFrameMkLst>
        </pc:graphicFrameChg>
        <pc:picChg chg="add">
          <ac:chgData name="LUIFERNEY ORTIZ PARRA" userId="S::luiferneyortiz@ucundinamarca.edu.co::311f1f2d-e9a2-4bc8-96ab-a2f2d284c8a5" providerId="AD" clId="Web-{B1DE44C9-CBA1-0DCD-3C61-26F02253E035}" dt="2026-02-14T03:04:27.962" v="163"/>
          <ac:picMkLst>
            <pc:docMk/>
            <pc:sldMk cId="1445250146" sldId="260"/>
            <ac:picMk id="6" creationId="{95ADC28E-247E-FDE2-345B-FB0FFB3F5EC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4:43.713" v="164"/>
        <pc:sldMkLst>
          <pc:docMk/>
          <pc:sldMk cId="2690995934" sldId="261"/>
        </pc:sldMkLst>
        <pc:spChg chg="mod">
          <ac:chgData name="LUIFERNEY ORTIZ PARRA" userId="S::luiferneyortiz@ucundinamarca.edu.co::311f1f2d-e9a2-4bc8-96ab-a2f2d284c8a5" providerId="AD" clId="Web-{B1DE44C9-CBA1-0DCD-3C61-26F02253E035}" dt="2026-02-14T03:04:43.713" v="164"/>
          <ac:spMkLst>
            <pc:docMk/>
            <pc:sldMk cId="2690995934" sldId="261"/>
            <ac:spMk id="2" creationId="{5D1D2160-3B63-F90D-B5CB-7F695C36E9D6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4:43.713" v="164"/>
          <ac:spMkLst>
            <pc:docMk/>
            <pc:sldMk cId="2690995934" sldId="261"/>
            <ac:spMk id="3" creationId="{4F2414A0-B082-AD93-9FC8-F3FC89458871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4:43.713" v="164"/>
          <ac:spMkLst>
            <pc:docMk/>
            <pc:sldMk cId="2690995934" sldId="261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4:43.713" v="164"/>
          <ac:picMkLst>
            <pc:docMk/>
            <pc:sldMk cId="2690995934" sldId="261"/>
            <ac:picMk id="5" creationId="{A323E615-0E69-A3CD-F371-07DED241174E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4:52.432" v="165"/>
        <pc:sldMkLst>
          <pc:docMk/>
          <pc:sldMk cId="400856331" sldId="262"/>
        </pc:sldMkLst>
        <pc:spChg chg="mod">
          <ac:chgData name="LUIFERNEY ORTIZ PARRA" userId="S::luiferneyortiz@ucundinamarca.edu.co::311f1f2d-e9a2-4bc8-96ab-a2f2d284c8a5" providerId="AD" clId="Web-{B1DE44C9-CBA1-0DCD-3C61-26F02253E035}" dt="2026-02-14T03:04:52.432" v="165"/>
          <ac:spMkLst>
            <pc:docMk/>
            <pc:sldMk cId="400856331" sldId="262"/>
            <ac:spMk id="2" creationId="{5B26CBFF-2519-AD62-EB1B-A99AAFAEB047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4:52.432" v="165"/>
          <ac:spMkLst>
            <pc:docMk/>
            <pc:sldMk cId="400856331" sldId="262"/>
            <ac:spMk id="3" creationId="{F443FF47-D0F5-2947-02BA-217DA93B1720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4:52.432" v="165"/>
          <ac:spMkLst>
            <pc:docMk/>
            <pc:sldMk cId="400856331" sldId="262"/>
            <ac:spMk id="9" creationId="{3ECBE1F1-D69B-4AFA-ABD5-8E41720EF6DE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4:52.432" v="165"/>
          <ac:spMkLst>
            <pc:docMk/>
            <pc:sldMk cId="400856331" sldId="262"/>
            <ac:spMk id="11" creationId="{603A6265-E10C-4B85-9C20-E75FCAF9CC63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4:52.432" v="165"/>
          <ac:picMkLst>
            <pc:docMk/>
            <pc:sldMk cId="400856331" sldId="262"/>
            <ac:picMk id="5" creationId="{341E8E48-5367-9976-2E50-20A338C8903C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4:59.900" v="166"/>
        <pc:sldMkLst>
          <pc:docMk/>
          <pc:sldMk cId="488410123" sldId="263"/>
        </pc:sldMkLst>
        <pc:spChg chg="mod">
          <ac:chgData name="LUIFERNEY ORTIZ PARRA" userId="S::luiferneyortiz@ucundinamarca.edu.co::311f1f2d-e9a2-4bc8-96ab-a2f2d284c8a5" providerId="AD" clId="Web-{B1DE44C9-CBA1-0DCD-3C61-26F02253E035}" dt="2026-02-14T03:04:59.900" v="166"/>
          <ac:spMkLst>
            <pc:docMk/>
            <pc:sldMk cId="488410123" sldId="263"/>
            <ac:spMk id="2" creationId="{AEE21A0E-E8AA-6C55-E7B5-29E7B12B8C98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4:59.900" v="166"/>
          <ac:spMkLst>
            <pc:docMk/>
            <pc:sldMk cId="488410123" sldId="263"/>
            <ac:spMk id="3" creationId="{56CC6FF3-0A87-DFB4-72AA-62D5E59389FF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4:59.900" v="166"/>
          <ac:spMkLst>
            <pc:docMk/>
            <pc:sldMk cId="488410123" sldId="263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4:59.900" v="166"/>
          <ac:picMkLst>
            <pc:docMk/>
            <pc:sldMk cId="488410123" sldId="263"/>
            <ac:picMk id="5" creationId="{5791900D-1D2A-C857-645E-5227FC002D9E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B1DE44C9-CBA1-0DCD-3C61-26F02253E035}" dt="2026-02-14T03:05:45.151" v="172"/>
        <pc:sldMkLst>
          <pc:docMk/>
          <pc:sldMk cId="4134847459" sldId="264"/>
        </pc:sldMkLst>
        <pc:spChg chg="mod">
          <ac:chgData name="LUIFERNEY ORTIZ PARRA" userId="S::luiferneyortiz@ucundinamarca.edu.co::311f1f2d-e9a2-4bc8-96ab-a2f2d284c8a5" providerId="AD" clId="Web-{B1DE44C9-CBA1-0DCD-3C61-26F02253E035}" dt="2026-02-14T03:05:35.823" v="171"/>
          <ac:spMkLst>
            <pc:docMk/>
            <pc:sldMk cId="4134847459" sldId="264"/>
            <ac:spMk id="2" creationId="{EF594678-A664-A919-249D-6419B8522B72}"/>
          </ac:spMkLst>
        </pc:spChg>
        <pc:spChg chg="add del mod">
          <ac:chgData name="LUIFERNEY ORTIZ PARRA" userId="S::luiferneyortiz@ucundinamarca.edu.co::311f1f2d-e9a2-4bc8-96ab-a2f2d284c8a5" providerId="AD" clId="Web-{B1DE44C9-CBA1-0DCD-3C61-26F02253E035}" dt="2026-02-14T03:05:35.823" v="171"/>
          <ac:spMkLst>
            <pc:docMk/>
            <pc:sldMk cId="4134847459" sldId="264"/>
            <ac:spMk id="3" creationId="{B1588D86-2880-186D-4267-93B6FA67A8F9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35.776" v="170"/>
          <ac:spMkLst>
            <pc:docMk/>
            <pc:sldMk cId="4134847459" sldId="264"/>
            <ac:spMk id="9" creationId="{BACC6370-2D7E-4714-9D71-7542949D7D5D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13.400" v="168"/>
          <ac:spMkLst>
            <pc:docMk/>
            <pc:sldMk cId="4134847459" sldId="264"/>
            <ac:spMk id="10" creationId="{DB304A14-32D0-4873-B914-423ED7B8DAFD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35.776" v="170"/>
          <ac:spMkLst>
            <pc:docMk/>
            <pc:sldMk cId="4134847459" sldId="264"/>
            <ac:spMk id="11" creationId="{256B2C21-A230-48C0-8DF1-C46611373C44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13.400" v="168"/>
          <ac:spMkLst>
            <pc:docMk/>
            <pc:sldMk cId="4134847459" sldId="264"/>
            <ac:spMk id="12" creationId="{1D460C86-854F-4FB3-ABC2-E823D8FEB9DB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35.776" v="170"/>
          <ac:spMkLst>
            <pc:docMk/>
            <pc:sldMk cId="4134847459" sldId="264"/>
            <ac:spMk id="13" creationId="{3847E18C-932D-4C95-AABA-FEC7C9499AD7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13.400" v="168"/>
          <ac:spMkLst>
            <pc:docMk/>
            <pc:sldMk cId="4134847459" sldId="264"/>
            <ac:spMk id="14" creationId="{BB48116A-278A-4CC5-89D3-9DE8E8FF1245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35.776" v="170"/>
          <ac:spMkLst>
            <pc:docMk/>
            <pc:sldMk cId="4134847459" sldId="264"/>
            <ac:spMk id="15" creationId="{3150CB11-0C61-439E-910F-5787759E72A0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35.776" v="170"/>
          <ac:spMkLst>
            <pc:docMk/>
            <pc:sldMk cId="4134847459" sldId="264"/>
            <ac:spMk id="17" creationId="{43F8A58B-5155-44CE-A5FF-7647B47D0A7A}"/>
          </ac:spMkLst>
        </pc:spChg>
        <pc:spChg chg="add del">
          <ac:chgData name="LUIFERNEY ORTIZ PARRA" userId="S::luiferneyortiz@ucundinamarca.edu.co::311f1f2d-e9a2-4bc8-96ab-a2f2d284c8a5" providerId="AD" clId="Web-{B1DE44C9-CBA1-0DCD-3C61-26F02253E035}" dt="2026-02-14T03:05:35.776" v="170"/>
          <ac:spMkLst>
            <pc:docMk/>
            <pc:sldMk cId="4134847459" sldId="264"/>
            <ac:spMk id="19" creationId="{443F2ACA-E6D6-4028-82DD-F03C262D5DE6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5:35.823" v="171"/>
          <ac:spMkLst>
            <pc:docMk/>
            <pc:sldMk cId="4134847459" sldId="264"/>
            <ac:spMk id="21" creationId="{DB304A14-32D0-4873-B914-423ED7B8DAFD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5:35.823" v="171"/>
          <ac:spMkLst>
            <pc:docMk/>
            <pc:sldMk cId="4134847459" sldId="264"/>
            <ac:spMk id="23" creationId="{1D460C86-854F-4FB3-ABC2-E823D8FEB9DB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5:35.823" v="171"/>
          <ac:spMkLst>
            <pc:docMk/>
            <pc:sldMk cId="4134847459" sldId="264"/>
            <ac:spMk id="24" creationId="{BB48116A-278A-4CC5-89D3-9DE8E8FF1245}"/>
          </ac:spMkLst>
        </pc:spChg>
        <pc:graphicFrameChg chg="add del">
          <ac:chgData name="LUIFERNEY ORTIZ PARRA" userId="S::luiferneyortiz@ucundinamarca.edu.co::311f1f2d-e9a2-4bc8-96ab-a2f2d284c8a5" providerId="AD" clId="Web-{B1DE44C9-CBA1-0DCD-3C61-26F02253E035}" dt="2026-02-14T03:05:13.400" v="168"/>
          <ac:graphicFrameMkLst>
            <pc:docMk/>
            <pc:sldMk cId="4134847459" sldId="264"/>
            <ac:graphicFrameMk id="5" creationId="{2AEB2919-A621-3369-0775-2077EC5B6053}"/>
          </ac:graphicFrameMkLst>
        </pc:graphicFrameChg>
        <pc:graphicFrameChg chg="add del">
          <ac:chgData name="LUIFERNEY ORTIZ PARRA" userId="S::luiferneyortiz@ucundinamarca.edu.co::311f1f2d-e9a2-4bc8-96ab-a2f2d284c8a5" providerId="AD" clId="Web-{B1DE44C9-CBA1-0DCD-3C61-26F02253E035}" dt="2026-02-14T03:05:35.776" v="170"/>
          <ac:graphicFrameMkLst>
            <pc:docMk/>
            <pc:sldMk cId="4134847459" sldId="264"/>
            <ac:graphicFrameMk id="16" creationId="{709B6E6B-2379-B966-5317-A58C63652784}"/>
          </ac:graphicFrameMkLst>
        </pc:graphicFrameChg>
        <pc:graphicFrameChg chg="add modGraphic">
          <ac:chgData name="LUIFERNEY ORTIZ PARRA" userId="S::luiferneyortiz@ucundinamarca.edu.co::311f1f2d-e9a2-4bc8-96ab-a2f2d284c8a5" providerId="AD" clId="Web-{B1DE44C9-CBA1-0DCD-3C61-26F02253E035}" dt="2026-02-14T03:05:45.151" v="172"/>
          <ac:graphicFrameMkLst>
            <pc:docMk/>
            <pc:sldMk cId="4134847459" sldId="264"/>
            <ac:graphicFrameMk id="25" creationId="{2AEB2919-A621-3369-0775-2077EC5B6053}"/>
          </ac:graphicFrameMkLst>
        </pc:graphicFrameChg>
        <pc:picChg chg="add del">
          <ac:chgData name="LUIFERNEY ORTIZ PARRA" userId="S::luiferneyortiz@ucundinamarca.edu.co::311f1f2d-e9a2-4bc8-96ab-a2f2d284c8a5" providerId="AD" clId="Web-{B1DE44C9-CBA1-0DCD-3C61-26F02253E035}" dt="2026-02-14T03:05:13.400" v="168"/>
          <ac:picMkLst>
            <pc:docMk/>
            <pc:sldMk cId="4134847459" sldId="264"/>
            <ac:picMk id="6" creationId="{DAF9CFB0-6846-58D7-92C9-87643FA51E28}"/>
          </ac:picMkLst>
        </pc:picChg>
        <pc:picChg chg="add">
          <ac:chgData name="LUIFERNEY ORTIZ PARRA" userId="S::luiferneyortiz@ucundinamarca.edu.co::311f1f2d-e9a2-4bc8-96ab-a2f2d284c8a5" providerId="AD" clId="Web-{B1DE44C9-CBA1-0DCD-3C61-26F02253E035}" dt="2026-02-14T03:05:35.823" v="171"/>
          <ac:picMkLst>
            <pc:docMk/>
            <pc:sldMk cId="4134847459" sldId="264"/>
            <ac:picMk id="22" creationId="{DAF9CFB0-6846-58D7-92C9-87643FA51E2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6:04.479" v="173"/>
        <pc:sldMkLst>
          <pc:docMk/>
          <pc:sldMk cId="98051944" sldId="265"/>
        </pc:sldMkLst>
        <pc:spChg chg="mod">
          <ac:chgData name="LUIFERNEY ORTIZ PARRA" userId="S::luiferneyortiz@ucundinamarca.edu.co::311f1f2d-e9a2-4bc8-96ab-a2f2d284c8a5" providerId="AD" clId="Web-{B1DE44C9-CBA1-0DCD-3C61-26F02253E035}" dt="2026-02-14T03:06:04.479" v="173"/>
          <ac:spMkLst>
            <pc:docMk/>
            <pc:sldMk cId="98051944" sldId="265"/>
            <ac:spMk id="2" creationId="{8A045602-C260-EA6A-CA55-D42D45375F7B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6:04.479" v="173"/>
          <ac:spMkLst>
            <pc:docMk/>
            <pc:sldMk cId="98051944" sldId="265"/>
            <ac:spMk id="3" creationId="{0B812A1A-1B97-49B1-7776-91B1CC186EAA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6:04.479" v="173"/>
          <ac:spMkLst>
            <pc:docMk/>
            <pc:sldMk cId="98051944" sldId="265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6:04.479" v="173"/>
          <ac:picMkLst>
            <pc:docMk/>
            <pc:sldMk cId="98051944" sldId="265"/>
            <ac:picMk id="5" creationId="{B9F746D4-C6A0-1280-1AB0-14DA3E1B0DBF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B1DE44C9-CBA1-0DCD-3C61-26F02253E035}" dt="2026-02-14T03:07:51.092" v="174"/>
        <pc:sldMkLst>
          <pc:docMk/>
          <pc:sldMk cId="144293850" sldId="266"/>
        </pc:sldMkLst>
        <pc:spChg chg="mod">
          <ac:chgData name="LUIFERNEY ORTIZ PARRA" userId="S::luiferneyortiz@ucundinamarca.edu.co::311f1f2d-e9a2-4bc8-96ab-a2f2d284c8a5" providerId="AD" clId="Web-{B1DE44C9-CBA1-0DCD-3C61-26F02253E035}" dt="2026-02-14T03:07:51.092" v="174"/>
          <ac:spMkLst>
            <pc:docMk/>
            <pc:sldMk cId="144293850" sldId="266"/>
            <ac:spMk id="2" creationId="{0F123AA8-2095-6C28-EA72-4BB4A6115675}"/>
          </ac:spMkLst>
        </pc:spChg>
        <pc:spChg chg="del mod">
          <ac:chgData name="LUIFERNEY ORTIZ PARRA" userId="S::luiferneyortiz@ucundinamarca.edu.co::311f1f2d-e9a2-4bc8-96ab-a2f2d284c8a5" providerId="AD" clId="Web-{B1DE44C9-CBA1-0DCD-3C61-26F02253E035}" dt="2026-02-14T03:07:51.092" v="174"/>
          <ac:spMkLst>
            <pc:docMk/>
            <pc:sldMk cId="144293850" sldId="266"/>
            <ac:spMk id="3" creationId="{BB7F893F-349A-454B-5F33-3C863CBCEF1F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7:51.092" v="174"/>
          <ac:spMkLst>
            <pc:docMk/>
            <pc:sldMk cId="144293850" sldId="266"/>
            <ac:spMk id="9" creationId="{2E442304-DDBD-4F7B-8017-36BCC863FB40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7:51.092" v="174"/>
          <ac:spMkLst>
            <pc:docMk/>
            <pc:sldMk cId="144293850" sldId="266"/>
            <ac:spMk id="11" creationId="{5E107275-3853-46FD-A241-DE4355A42675}"/>
          </ac:spMkLst>
        </pc:spChg>
        <pc:graphicFrameChg chg="add">
          <ac:chgData name="LUIFERNEY ORTIZ PARRA" userId="S::luiferneyortiz@ucundinamarca.edu.co::311f1f2d-e9a2-4bc8-96ab-a2f2d284c8a5" providerId="AD" clId="Web-{B1DE44C9-CBA1-0DCD-3C61-26F02253E035}" dt="2026-02-14T03:07:51.092" v="174"/>
          <ac:graphicFrameMkLst>
            <pc:docMk/>
            <pc:sldMk cId="144293850" sldId="266"/>
            <ac:graphicFrameMk id="5" creationId="{4644E3E3-DD91-5C84-8008-F2EB77B2670E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8:11.750" v="175"/>
        <pc:sldMkLst>
          <pc:docMk/>
          <pc:sldMk cId="557548470" sldId="267"/>
        </pc:sldMkLst>
        <pc:spChg chg="mod">
          <ac:chgData name="LUIFERNEY ORTIZ PARRA" userId="S::luiferneyortiz@ucundinamarca.edu.co::311f1f2d-e9a2-4bc8-96ab-a2f2d284c8a5" providerId="AD" clId="Web-{B1DE44C9-CBA1-0DCD-3C61-26F02253E035}" dt="2026-02-14T03:08:11.750" v="175"/>
          <ac:spMkLst>
            <pc:docMk/>
            <pc:sldMk cId="557548470" sldId="267"/>
            <ac:spMk id="2" creationId="{8B7EF853-A1FB-A5AC-4F41-A4172B5D1F1D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8:11.750" v="175"/>
          <ac:spMkLst>
            <pc:docMk/>
            <pc:sldMk cId="557548470" sldId="267"/>
            <ac:spMk id="3" creationId="{CFB7C6ED-9E5E-4290-DC7A-23DF0C929630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8:11.750" v="175"/>
          <ac:spMkLst>
            <pc:docMk/>
            <pc:sldMk cId="557548470" sldId="267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8:11.750" v="175"/>
          <ac:spMkLst>
            <pc:docMk/>
            <pc:sldMk cId="557548470" sldId="267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8:11.750" v="175"/>
          <ac:picMkLst>
            <pc:docMk/>
            <pc:sldMk cId="557548470" sldId="267"/>
            <ac:picMk id="5" creationId="{22315D23-7DD3-5A27-B9F9-DECDCA15E9EE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8:19.376" v="176"/>
        <pc:sldMkLst>
          <pc:docMk/>
          <pc:sldMk cId="241654835" sldId="268"/>
        </pc:sldMkLst>
        <pc:spChg chg="mod">
          <ac:chgData name="LUIFERNEY ORTIZ PARRA" userId="S::luiferneyortiz@ucundinamarca.edu.co::311f1f2d-e9a2-4bc8-96ab-a2f2d284c8a5" providerId="AD" clId="Web-{B1DE44C9-CBA1-0DCD-3C61-26F02253E035}" dt="2026-02-14T03:08:19.376" v="176"/>
          <ac:spMkLst>
            <pc:docMk/>
            <pc:sldMk cId="241654835" sldId="268"/>
            <ac:spMk id="2" creationId="{A153C359-4041-5F6E-B688-0CBDBF4E6E08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8:19.376" v="176"/>
          <ac:spMkLst>
            <pc:docMk/>
            <pc:sldMk cId="241654835" sldId="268"/>
            <ac:spMk id="3" creationId="{663E14CD-4D91-10D2-A8A4-E93C480D7AC8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8:19.376" v="176"/>
          <ac:spMkLst>
            <pc:docMk/>
            <pc:sldMk cId="241654835" sldId="268"/>
            <ac:spMk id="9" creationId="{2C61293E-6EBE-43EF-A52C-9BEBFD7679D4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8:19.376" v="176"/>
          <ac:spMkLst>
            <pc:docMk/>
            <pc:sldMk cId="241654835" sldId="268"/>
            <ac:spMk id="11" creationId="{21540236-BFD5-4A9D-8840-4703E7F76825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8:19.376" v="176"/>
          <ac:picMkLst>
            <pc:docMk/>
            <pc:sldMk cId="241654835" sldId="268"/>
            <ac:picMk id="5" creationId="{B4FF2C96-0573-C018-3044-170191F21931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08:28.658" v="177"/>
        <pc:sldMkLst>
          <pc:docMk/>
          <pc:sldMk cId="205968611" sldId="269"/>
        </pc:sldMkLst>
        <pc:spChg chg="mod">
          <ac:chgData name="LUIFERNEY ORTIZ PARRA" userId="S::luiferneyortiz@ucundinamarca.edu.co::311f1f2d-e9a2-4bc8-96ab-a2f2d284c8a5" providerId="AD" clId="Web-{B1DE44C9-CBA1-0DCD-3C61-26F02253E035}" dt="2026-02-14T03:08:28.658" v="177"/>
          <ac:spMkLst>
            <pc:docMk/>
            <pc:sldMk cId="205968611" sldId="269"/>
            <ac:spMk id="2" creationId="{03106273-6C57-3858-C2BD-1111F3A5138F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08:28.658" v="177"/>
          <ac:spMkLst>
            <pc:docMk/>
            <pc:sldMk cId="205968611" sldId="269"/>
            <ac:spMk id="3" creationId="{8773EE17-FBFB-144F-764A-426322F67393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8:28.658" v="177"/>
          <ac:spMkLst>
            <pc:docMk/>
            <pc:sldMk cId="205968611" sldId="269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08:28.658" v="177"/>
          <ac:spMkLst>
            <pc:docMk/>
            <pc:sldMk cId="205968611" sldId="269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08:28.658" v="177"/>
          <ac:picMkLst>
            <pc:docMk/>
            <pc:sldMk cId="205968611" sldId="269"/>
            <ac:picMk id="5" creationId="{5E3D8517-606D-8349-BDA6-601039F67D09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33:06.212" v="178"/>
        <pc:sldMkLst>
          <pc:docMk/>
          <pc:sldMk cId="3620582675" sldId="270"/>
        </pc:sldMkLst>
        <pc:spChg chg="mod">
          <ac:chgData name="LUIFERNEY ORTIZ PARRA" userId="S::luiferneyortiz@ucundinamarca.edu.co::311f1f2d-e9a2-4bc8-96ab-a2f2d284c8a5" providerId="AD" clId="Web-{B1DE44C9-CBA1-0DCD-3C61-26F02253E035}" dt="2026-02-14T03:33:06.212" v="178"/>
          <ac:spMkLst>
            <pc:docMk/>
            <pc:sldMk cId="3620582675" sldId="270"/>
            <ac:spMk id="2" creationId="{F5BE8389-31A7-D85E-EE4E-1B5CC54E823B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33:06.212" v="178"/>
          <ac:spMkLst>
            <pc:docMk/>
            <pc:sldMk cId="3620582675" sldId="270"/>
            <ac:spMk id="3" creationId="{D9C231BC-291D-F5DF-2771-4825EFC8C5D3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33:06.212" v="178"/>
          <ac:picMkLst>
            <pc:docMk/>
            <pc:sldMk cId="3620582675" sldId="270"/>
            <ac:picMk id="5" creationId="{B7B223D9-08BD-B10D-9B29-4EC8E2192FE5}"/>
          </ac:picMkLst>
        </pc:picChg>
        <pc:cxnChg chg="add">
          <ac:chgData name="LUIFERNEY ORTIZ PARRA" userId="S::luiferneyortiz@ucundinamarca.edu.co::311f1f2d-e9a2-4bc8-96ab-a2f2d284c8a5" providerId="AD" clId="Web-{B1DE44C9-CBA1-0DCD-3C61-26F02253E035}" dt="2026-02-14T03:33:06.212" v="178"/>
          <ac:cxnSpMkLst>
            <pc:docMk/>
            <pc:sldMk cId="3620582675" sldId="270"/>
            <ac:cxnSpMk id="9" creationId="{1503BFE4-729B-D9D0-C17B-501E6AF1127A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B1DE44C9-CBA1-0DCD-3C61-26F02253E035}" dt="2026-02-14T03:33:12.744" v="179"/>
        <pc:sldMkLst>
          <pc:docMk/>
          <pc:sldMk cId="1171334051" sldId="271"/>
        </pc:sldMkLst>
        <pc:spChg chg="mod">
          <ac:chgData name="LUIFERNEY ORTIZ PARRA" userId="S::luiferneyortiz@ucundinamarca.edu.co::311f1f2d-e9a2-4bc8-96ab-a2f2d284c8a5" providerId="AD" clId="Web-{B1DE44C9-CBA1-0DCD-3C61-26F02253E035}" dt="2026-02-14T03:33:12.744" v="179"/>
          <ac:spMkLst>
            <pc:docMk/>
            <pc:sldMk cId="1171334051" sldId="271"/>
            <ac:spMk id="2" creationId="{7B7ADEA1-B4CF-EE15-6282-D979CA040B2F}"/>
          </ac:spMkLst>
        </pc:spChg>
        <pc:spChg chg="mod">
          <ac:chgData name="LUIFERNEY ORTIZ PARRA" userId="S::luiferneyortiz@ucundinamarca.edu.co::311f1f2d-e9a2-4bc8-96ab-a2f2d284c8a5" providerId="AD" clId="Web-{B1DE44C9-CBA1-0DCD-3C61-26F02253E035}" dt="2026-02-14T03:33:12.744" v="179"/>
          <ac:spMkLst>
            <pc:docMk/>
            <pc:sldMk cId="1171334051" sldId="271"/>
            <ac:spMk id="3" creationId="{03D4AC32-AC18-5D9C-8621-2D2EAE7BBC0D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33:12.744" v="179"/>
          <ac:spMkLst>
            <pc:docMk/>
            <pc:sldMk cId="1171334051" sldId="271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B1DE44C9-CBA1-0DCD-3C61-26F02253E035}" dt="2026-02-14T03:33:12.744" v="179"/>
          <ac:spMkLst>
            <pc:docMk/>
            <pc:sldMk cId="1171334051" sldId="271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B1DE44C9-CBA1-0DCD-3C61-26F02253E035}" dt="2026-02-14T03:33:12.744" v="179"/>
          <ac:picMkLst>
            <pc:docMk/>
            <pc:sldMk cId="1171334051" sldId="271"/>
            <ac:picMk id="5" creationId="{EA28E4D9-AE0B-C004-6B0D-3F981606D32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CA05B7-EB3D-47C4-8354-AB9E606C252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E99805F-57A6-4E22-97CF-70318ABA6893}">
      <dgm:prSet/>
      <dgm:spPr/>
      <dgm:t>
        <a:bodyPr/>
        <a:lstStyle/>
        <a:p>
          <a:pPr>
            <a:defRPr cap="all"/>
          </a:pPr>
          <a:r>
            <a:rPr lang="es-ES"/>
            <a:t>Un requisito es:</a:t>
          </a:r>
          <a:endParaRPr lang="en-US"/>
        </a:p>
      </dgm:t>
    </dgm:pt>
    <dgm:pt modelId="{905956D4-5547-4F00-A8E3-9BB396F9F2D3}" type="parTrans" cxnId="{4E9DA1DB-66FF-47B6-B69C-B10B99324896}">
      <dgm:prSet/>
      <dgm:spPr/>
      <dgm:t>
        <a:bodyPr/>
        <a:lstStyle/>
        <a:p>
          <a:endParaRPr lang="en-US"/>
        </a:p>
      </dgm:t>
    </dgm:pt>
    <dgm:pt modelId="{AF91D989-9675-4A2E-8CEF-7B6677CA2482}" type="sibTrans" cxnId="{4E9DA1DB-66FF-47B6-B69C-B10B99324896}">
      <dgm:prSet/>
      <dgm:spPr/>
      <dgm:t>
        <a:bodyPr/>
        <a:lstStyle/>
        <a:p>
          <a:endParaRPr lang="en-US"/>
        </a:p>
      </dgm:t>
    </dgm:pt>
    <dgm:pt modelId="{3E4FFD3E-529F-411D-9B57-31297A4FA511}">
      <dgm:prSet/>
      <dgm:spPr/>
      <dgm:t>
        <a:bodyPr/>
        <a:lstStyle/>
        <a:p>
          <a:pPr>
            <a:defRPr cap="all"/>
          </a:pPr>
          <a:r>
            <a:rPr lang="es-ES"/>
            <a:t>Una condición o capacidad que el sistema debe cumplir para satisfacer una necesidad del usuario o del negocio.</a:t>
          </a:r>
          <a:endParaRPr lang="en-US"/>
        </a:p>
      </dgm:t>
    </dgm:pt>
    <dgm:pt modelId="{6EA49548-31D3-44AC-B69D-EA2610929073}" type="parTrans" cxnId="{B393F95F-65B0-46D4-AF53-F5CB1F974B2A}">
      <dgm:prSet/>
      <dgm:spPr/>
      <dgm:t>
        <a:bodyPr/>
        <a:lstStyle/>
        <a:p>
          <a:endParaRPr lang="en-US"/>
        </a:p>
      </dgm:t>
    </dgm:pt>
    <dgm:pt modelId="{7F38CC05-7C0D-4710-9DD9-4A16F300BAC4}" type="sibTrans" cxnId="{B393F95F-65B0-46D4-AF53-F5CB1F974B2A}">
      <dgm:prSet/>
      <dgm:spPr/>
      <dgm:t>
        <a:bodyPr/>
        <a:lstStyle/>
        <a:p>
          <a:endParaRPr lang="en-US"/>
        </a:p>
      </dgm:t>
    </dgm:pt>
    <dgm:pt modelId="{1DC758A1-6076-48E3-B354-EE0C508AE5B1}">
      <dgm:prSet/>
      <dgm:spPr/>
      <dgm:t>
        <a:bodyPr/>
        <a:lstStyle/>
        <a:p>
          <a:pPr>
            <a:defRPr cap="all"/>
          </a:pPr>
          <a:r>
            <a:rPr lang="es-ES"/>
            <a:t>Un requisito no es una tecnología.</a:t>
          </a:r>
          <a:br>
            <a:rPr lang="es-ES"/>
          </a:br>
          <a:r>
            <a:rPr lang="es-ES"/>
            <a:t> Un requisito no es una solución técnica.</a:t>
          </a:r>
          <a:endParaRPr lang="en-US"/>
        </a:p>
      </dgm:t>
    </dgm:pt>
    <dgm:pt modelId="{6E3C3AC4-01A0-4DD2-893F-F05D3903C989}" type="parTrans" cxnId="{1D19068C-8E59-49D9-BAE6-CEE5CD3381FA}">
      <dgm:prSet/>
      <dgm:spPr/>
      <dgm:t>
        <a:bodyPr/>
        <a:lstStyle/>
        <a:p>
          <a:endParaRPr lang="en-US"/>
        </a:p>
      </dgm:t>
    </dgm:pt>
    <dgm:pt modelId="{2A0CF0B8-DD0A-4973-9394-EF0C5680403C}" type="sibTrans" cxnId="{1D19068C-8E59-49D9-BAE6-CEE5CD3381FA}">
      <dgm:prSet/>
      <dgm:spPr/>
      <dgm:t>
        <a:bodyPr/>
        <a:lstStyle/>
        <a:p>
          <a:endParaRPr lang="en-US"/>
        </a:p>
      </dgm:t>
    </dgm:pt>
    <dgm:pt modelId="{3E3E13B3-533E-4556-B2D2-37905ABE8DF4}">
      <dgm:prSet/>
      <dgm:spPr/>
      <dgm:t>
        <a:bodyPr/>
        <a:lstStyle/>
        <a:p>
          <a:pPr>
            <a:defRPr cap="all"/>
          </a:pPr>
          <a:r>
            <a:rPr lang="es-ES"/>
            <a:t>Es una necesidad claramente definida.</a:t>
          </a:r>
          <a:endParaRPr lang="en-US"/>
        </a:p>
      </dgm:t>
    </dgm:pt>
    <dgm:pt modelId="{21591A27-6B32-40B9-90C2-0F19EC719024}" type="parTrans" cxnId="{38453D62-EF8B-44B0-80DF-8CFEA21AB1D9}">
      <dgm:prSet/>
      <dgm:spPr/>
      <dgm:t>
        <a:bodyPr/>
        <a:lstStyle/>
        <a:p>
          <a:endParaRPr lang="en-US"/>
        </a:p>
      </dgm:t>
    </dgm:pt>
    <dgm:pt modelId="{07A01C72-0A5B-4D40-AB93-F6E13DAAA370}" type="sibTrans" cxnId="{38453D62-EF8B-44B0-80DF-8CFEA21AB1D9}">
      <dgm:prSet/>
      <dgm:spPr/>
      <dgm:t>
        <a:bodyPr/>
        <a:lstStyle/>
        <a:p>
          <a:endParaRPr lang="en-US"/>
        </a:p>
      </dgm:t>
    </dgm:pt>
    <dgm:pt modelId="{0BF01556-0A7A-4774-8CAD-F86FF864F36D}" type="pres">
      <dgm:prSet presAssocID="{D3CA05B7-EB3D-47C4-8354-AB9E606C2529}" presName="root" presStyleCnt="0">
        <dgm:presLayoutVars>
          <dgm:dir/>
          <dgm:resizeHandles val="exact"/>
        </dgm:presLayoutVars>
      </dgm:prSet>
      <dgm:spPr/>
    </dgm:pt>
    <dgm:pt modelId="{CEDD16BB-3280-4E91-87F0-E537122B87D0}" type="pres">
      <dgm:prSet presAssocID="{DE99805F-57A6-4E22-97CF-70318ABA6893}" presName="compNode" presStyleCnt="0"/>
      <dgm:spPr/>
    </dgm:pt>
    <dgm:pt modelId="{08D299DD-FECC-4D25-BD43-051E44AE4045}" type="pres">
      <dgm:prSet presAssocID="{DE99805F-57A6-4E22-97CF-70318ABA689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E8FD7CD-5AFF-478D-825B-77875DF100E0}" type="pres">
      <dgm:prSet presAssocID="{DE99805F-57A6-4E22-97CF-70318ABA689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E93E856-AE8C-4798-B8C3-895E72E80D27}" type="pres">
      <dgm:prSet presAssocID="{DE99805F-57A6-4E22-97CF-70318ABA6893}" presName="spaceRect" presStyleCnt="0"/>
      <dgm:spPr/>
    </dgm:pt>
    <dgm:pt modelId="{C37321E9-D303-4C78-92AB-B54AFC287C22}" type="pres">
      <dgm:prSet presAssocID="{DE99805F-57A6-4E22-97CF-70318ABA6893}" presName="textRect" presStyleLbl="revTx" presStyleIdx="0" presStyleCnt="4">
        <dgm:presLayoutVars>
          <dgm:chMax val="1"/>
          <dgm:chPref val="1"/>
        </dgm:presLayoutVars>
      </dgm:prSet>
      <dgm:spPr/>
    </dgm:pt>
    <dgm:pt modelId="{82584D2B-48C5-4D51-B807-355174593985}" type="pres">
      <dgm:prSet presAssocID="{AF91D989-9675-4A2E-8CEF-7B6677CA2482}" presName="sibTrans" presStyleCnt="0"/>
      <dgm:spPr/>
    </dgm:pt>
    <dgm:pt modelId="{3957C9D6-F106-4228-925C-35C1262152F4}" type="pres">
      <dgm:prSet presAssocID="{3E4FFD3E-529F-411D-9B57-31297A4FA511}" presName="compNode" presStyleCnt="0"/>
      <dgm:spPr/>
    </dgm:pt>
    <dgm:pt modelId="{9D196F33-FE9E-4908-AA0A-8E419BAF011E}" type="pres">
      <dgm:prSet presAssocID="{3E4FFD3E-529F-411D-9B57-31297A4FA511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8A0391C-0204-474D-9B4C-53E27771B03E}" type="pres">
      <dgm:prSet presAssocID="{3E4FFD3E-529F-411D-9B57-31297A4FA5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4AB7862B-E780-41E3-9301-921DE524D72B}" type="pres">
      <dgm:prSet presAssocID="{3E4FFD3E-529F-411D-9B57-31297A4FA511}" presName="spaceRect" presStyleCnt="0"/>
      <dgm:spPr/>
    </dgm:pt>
    <dgm:pt modelId="{96930794-C184-4447-B605-75A41E61C8D4}" type="pres">
      <dgm:prSet presAssocID="{3E4FFD3E-529F-411D-9B57-31297A4FA511}" presName="textRect" presStyleLbl="revTx" presStyleIdx="1" presStyleCnt="4">
        <dgm:presLayoutVars>
          <dgm:chMax val="1"/>
          <dgm:chPref val="1"/>
        </dgm:presLayoutVars>
      </dgm:prSet>
      <dgm:spPr/>
    </dgm:pt>
    <dgm:pt modelId="{C222C985-4E2E-4653-A65C-5D55FBA5B20C}" type="pres">
      <dgm:prSet presAssocID="{7F38CC05-7C0D-4710-9DD9-4A16F300BAC4}" presName="sibTrans" presStyleCnt="0"/>
      <dgm:spPr/>
    </dgm:pt>
    <dgm:pt modelId="{67C26D05-E849-4931-8192-60222326834C}" type="pres">
      <dgm:prSet presAssocID="{1DC758A1-6076-48E3-B354-EE0C508AE5B1}" presName="compNode" presStyleCnt="0"/>
      <dgm:spPr/>
    </dgm:pt>
    <dgm:pt modelId="{7466BBD1-DC7C-422F-B2C9-2B9C02C55007}" type="pres">
      <dgm:prSet presAssocID="{1DC758A1-6076-48E3-B354-EE0C508AE5B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4E44C08-D054-44D0-AE37-248A2A3CB450}" type="pres">
      <dgm:prSet presAssocID="{1DC758A1-6076-48E3-B354-EE0C508AE5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C5CD19E7-016E-4F3F-8079-8D0C25063C35}" type="pres">
      <dgm:prSet presAssocID="{1DC758A1-6076-48E3-B354-EE0C508AE5B1}" presName="spaceRect" presStyleCnt="0"/>
      <dgm:spPr/>
    </dgm:pt>
    <dgm:pt modelId="{3178D3B5-66C3-4832-AAF2-0D478D07FA4B}" type="pres">
      <dgm:prSet presAssocID="{1DC758A1-6076-48E3-B354-EE0C508AE5B1}" presName="textRect" presStyleLbl="revTx" presStyleIdx="2" presStyleCnt="4">
        <dgm:presLayoutVars>
          <dgm:chMax val="1"/>
          <dgm:chPref val="1"/>
        </dgm:presLayoutVars>
      </dgm:prSet>
      <dgm:spPr/>
    </dgm:pt>
    <dgm:pt modelId="{6AB8DA20-BF29-45CF-9280-8F75F02C8F37}" type="pres">
      <dgm:prSet presAssocID="{2A0CF0B8-DD0A-4973-9394-EF0C5680403C}" presName="sibTrans" presStyleCnt="0"/>
      <dgm:spPr/>
    </dgm:pt>
    <dgm:pt modelId="{8CA02EA0-B76E-44A7-9C1C-D6A6B750CF3F}" type="pres">
      <dgm:prSet presAssocID="{3E3E13B3-533E-4556-B2D2-37905ABE8DF4}" presName="compNode" presStyleCnt="0"/>
      <dgm:spPr/>
    </dgm:pt>
    <dgm:pt modelId="{24D1664D-5547-4C60-BC54-7B49B6D4CF3C}" type="pres">
      <dgm:prSet presAssocID="{3E3E13B3-533E-4556-B2D2-37905ABE8DF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89A451E-7757-450A-B2B2-658294B7758B}" type="pres">
      <dgm:prSet presAssocID="{3E3E13B3-533E-4556-B2D2-37905ABE8D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F183132-E7E5-4002-AF00-AF1E307631DE}" type="pres">
      <dgm:prSet presAssocID="{3E3E13B3-533E-4556-B2D2-37905ABE8DF4}" presName="spaceRect" presStyleCnt="0"/>
      <dgm:spPr/>
    </dgm:pt>
    <dgm:pt modelId="{3D60ED9A-F5B7-4443-A57E-AB4C6A3C1A1E}" type="pres">
      <dgm:prSet presAssocID="{3E3E13B3-533E-4556-B2D2-37905ABE8DF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BD455B-2759-424B-9657-B14748E9756E}" type="presOf" srcId="{3E4FFD3E-529F-411D-9B57-31297A4FA511}" destId="{96930794-C184-4447-B605-75A41E61C8D4}" srcOrd="0" destOrd="0" presId="urn:microsoft.com/office/officeart/2018/5/layout/IconLeafLabelList"/>
    <dgm:cxn modelId="{96EADA5B-77F8-4DFE-A6B1-F4154A664454}" type="presOf" srcId="{DE99805F-57A6-4E22-97CF-70318ABA6893}" destId="{C37321E9-D303-4C78-92AB-B54AFC287C22}" srcOrd="0" destOrd="0" presId="urn:microsoft.com/office/officeart/2018/5/layout/IconLeafLabelList"/>
    <dgm:cxn modelId="{B393F95F-65B0-46D4-AF53-F5CB1F974B2A}" srcId="{D3CA05B7-EB3D-47C4-8354-AB9E606C2529}" destId="{3E4FFD3E-529F-411D-9B57-31297A4FA511}" srcOrd="1" destOrd="0" parTransId="{6EA49548-31D3-44AC-B69D-EA2610929073}" sibTransId="{7F38CC05-7C0D-4710-9DD9-4A16F300BAC4}"/>
    <dgm:cxn modelId="{38453D62-EF8B-44B0-80DF-8CFEA21AB1D9}" srcId="{D3CA05B7-EB3D-47C4-8354-AB9E606C2529}" destId="{3E3E13B3-533E-4556-B2D2-37905ABE8DF4}" srcOrd="3" destOrd="0" parTransId="{21591A27-6B32-40B9-90C2-0F19EC719024}" sibTransId="{07A01C72-0A5B-4D40-AB93-F6E13DAAA370}"/>
    <dgm:cxn modelId="{7BF9F54D-FBF4-4196-8408-9286EA0007E3}" type="presOf" srcId="{D3CA05B7-EB3D-47C4-8354-AB9E606C2529}" destId="{0BF01556-0A7A-4774-8CAD-F86FF864F36D}" srcOrd="0" destOrd="0" presId="urn:microsoft.com/office/officeart/2018/5/layout/IconLeafLabelList"/>
    <dgm:cxn modelId="{B7164275-4CE6-4E8A-B89C-7911AD1674E8}" type="presOf" srcId="{1DC758A1-6076-48E3-B354-EE0C508AE5B1}" destId="{3178D3B5-66C3-4832-AAF2-0D478D07FA4B}" srcOrd="0" destOrd="0" presId="urn:microsoft.com/office/officeart/2018/5/layout/IconLeafLabelList"/>
    <dgm:cxn modelId="{1D19068C-8E59-49D9-BAE6-CEE5CD3381FA}" srcId="{D3CA05B7-EB3D-47C4-8354-AB9E606C2529}" destId="{1DC758A1-6076-48E3-B354-EE0C508AE5B1}" srcOrd="2" destOrd="0" parTransId="{6E3C3AC4-01A0-4DD2-893F-F05D3903C989}" sibTransId="{2A0CF0B8-DD0A-4973-9394-EF0C5680403C}"/>
    <dgm:cxn modelId="{656D83D3-F029-4D7F-AB3D-317B84CA4FE2}" type="presOf" srcId="{3E3E13B3-533E-4556-B2D2-37905ABE8DF4}" destId="{3D60ED9A-F5B7-4443-A57E-AB4C6A3C1A1E}" srcOrd="0" destOrd="0" presId="urn:microsoft.com/office/officeart/2018/5/layout/IconLeafLabelList"/>
    <dgm:cxn modelId="{4E9DA1DB-66FF-47B6-B69C-B10B99324896}" srcId="{D3CA05B7-EB3D-47C4-8354-AB9E606C2529}" destId="{DE99805F-57A6-4E22-97CF-70318ABA6893}" srcOrd="0" destOrd="0" parTransId="{905956D4-5547-4F00-A8E3-9BB396F9F2D3}" sibTransId="{AF91D989-9675-4A2E-8CEF-7B6677CA2482}"/>
    <dgm:cxn modelId="{2F88E845-1A17-4DC3-853C-8C7EE1579000}" type="presParOf" srcId="{0BF01556-0A7A-4774-8CAD-F86FF864F36D}" destId="{CEDD16BB-3280-4E91-87F0-E537122B87D0}" srcOrd="0" destOrd="0" presId="urn:microsoft.com/office/officeart/2018/5/layout/IconLeafLabelList"/>
    <dgm:cxn modelId="{6ABFE748-3EA1-4C44-A883-BFFB1104B127}" type="presParOf" srcId="{CEDD16BB-3280-4E91-87F0-E537122B87D0}" destId="{08D299DD-FECC-4D25-BD43-051E44AE4045}" srcOrd="0" destOrd="0" presId="urn:microsoft.com/office/officeart/2018/5/layout/IconLeafLabelList"/>
    <dgm:cxn modelId="{E0EFE3F7-9415-449F-8BFC-3B28D79CAA22}" type="presParOf" srcId="{CEDD16BB-3280-4E91-87F0-E537122B87D0}" destId="{5E8FD7CD-5AFF-478D-825B-77875DF100E0}" srcOrd="1" destOrd="0" presId="urn:microsoft.com/office/officeart/2018/5/layout/IconLeafLabelList"/>
    <dgm:cxn modelId="{497EFF1F-4E90-4470-8728-5986F4C9F177}" type="presParOf" srcId="{CEDD16BB-3280-4E91-87F0-E537122B87D0}" destId="{CE93E856-AE8C-4798-B8C3-895E72E80D27}" srcOrd="2" destOrd="0" presId="urn:microsoft.com/office/officeart/2018/5/layout/IconLeafLabelList"/>
    <dgm:cxn modelId="{85BD74B0-D950-4E67-9C3F-8779DE4FE0F8}" type="presParOf" srcId="{CEDD16BB-3280-4E91-87F0-E537122B87D0}" destId="{C37321E9-D303-4C78-92AB-B54AFC287C22}" srcOrd="3" destOrd="0" presId="urn:microsoft.com/office/officeart/2018/5/layout/IconLeafLabelList"/>
    <dgm:cxn modelId="{DD170E9A-12C6-4687-92A8-B39E285BBD3D}" type="presParOf" srcId="{0BF01556-0A7A-4774-8CAD-F86FF864F36D}" destId="{82584D2B-48C5-4D51-B807-355174593985}" srcOrd="1" destOrd="0" presId="urn:microsoft.com/office/officeart/2018/5/layout/IconLeafLabelList"/>
    <dgm:cxn modelId="{66DA62E9-9E8F-4E33-938C-5660BEF585B8}" type="presParOf" srcId="{0BF01556-0A7A-4774-8CAD-F86FF864F36D}" destId="{3957C9D6-F106-4228-925C-35C1262152F4}" srcOrd="2" destOrd="0" presId="urn:microsoft.com/office/officeart/2018/5/layout/IconLeafLabelList"/>
    <dgm:cxn modelId="{945A1CF9-63D1-4429-8C5A-CC2A89A03640}" type="presParOf" srcId="{3957C9D6-F106-4228-925C-35C1262152F4}" destId="{9D196F33-FE9E-4908-AA0A-8E419BAF011E}" srcOrd="0" destOrd="0" presId="urn:microsoft.com/office/officeart/2018/5/layout/IconLeafLabelList"/>
    <dgm:cxn modelId="{A0436966-89CB-4A06-B8BC-D33EBBA8F736}" type="presParOf" srcId="{3957C9D6-F106-4228-925C-35C1262152F4}" destId="{78A0391C-0204-474D-9B4C-53E27771B03E}" srcOrd="1" destOrd="0" presId="urn:microsoft.com/office/officeart/2018/5/layout/IconLeafLabelList"/>
    <dgm:cxn modelId="{60B93340-626F-471C-8050-6C1E585CBE8A}" type="presParOf" srcId="{3957C9D6-F106-4228-925C-35C1262152F4}" destId="{4AB7862B-E780-41E3-9301-921DE524D72B}" srcOrd="2" destOrd="0" presId="urn:microsoft.com/office/officeart/2018/5/layout/IconLeafLabelList"/>
    <dgm:cxn modelId="{CF8F7438-A2A9-403A-AD76-5EE128605997}" type="presParOf" srcId="{3957C9D6-F106-4228-925C-35C1262152F4}" destId="{96930794-C184-4447-B605-75A41E61C8D4}" srcOrd="3" destOrd="0" presId="urn:microsoft.com/office/officeart/2018/5/layout/IconLeafLabelList"/>
    <dgm:cxn modelId="{27EFCAE9-9567-4585-A606-8D7A0E52E7DE}" type="presParOf" srcId="{0BF01556-0A7A-4774-8CAD-F86FF864F36D}" destId="{C222C985-4E2E-4653-A65C-5D55FBA5B20C}" srcOrd="3" destOrd="0" presId="urn:microsoft.com/office/officeart/2018/5/layout/IconLeafLabelList"/>
    <dgm:cxn modelId="{ADCD3050-9B06-470F-8D20-CC6DDA08C9B2}" type="presParOf" srcId="{0BF01556-0A7A-4774-8CAD-F86FF864F36D}" destId="{67C26D05-E849-4931-8192-60222326834C}" srcOrd="4" destOrd="0" presId="urn:microsoft.com/office/officeart/2018/5/layout/IconLeafLabelList"/>
    <dgm:cxn modelId="{86D5D0AE-E53A-4BE4-A623-197210989131}" type="presParOf" srcId="{67C26D05-E849-4931-8192-60222326834C}" destId="{7466BBD1-DC7C-422F-B2C9-2B9C02C55007}" srcOrd="0" destOrd="0" presId="urn:microsoft.com/office/officeart/2018/5/layout/IconLeafLabelList"/>
    <dgm:cxn modelId="{9380336E-C567-4573-9630-E1E3A6A88470}" type="presParOf" srcId="{67C26D05-E849-4931-8192-60222326834C}" destId="{04E44C08-D054-44D0-AE37-248A2A3CB450}" srcOrd="1" destOrd="0" presId="urn:microsoft.com/office/officeart/2018/5/layout/IconLeafLabelList"/>
    <dgm:cxn modelId="{0FA85044-F016-46EE-A696-D84E2288D0D3}" type="presParOf" srcId="{67C26D05-E849-4931-8192-60222326834C}" destId="{C5CD19E7-016E-4F3F-8079-8D0C25063C35}" srcOrd="2" destOrd="0" presId="urn:microsoft.com/office/officeart/2018/5/layout/IconLeafLabelList"/>
    <dgm:cxn modelId="{AB92843A-39C9-4ECF-84B1-C685684E4413}" type="presParOf" srcId="{67C26D05-E849-4931-8192-60222326834C}" destId="{3178D3B5-66C3-4832-AAF2-0D478D07FA4B}" srcOrd="3" destOrd="0" presId="urn:microsoft.com/office/officeart/2018/5/layout/IconLeafLabelList"/>
    <dgm:cxn modelId="{5FBDC22A-34CE-44F3-BF57-875ABBFA8520}" type="presParOf" srcId="{0BF01556-0A7A-4774-8CAD-F86FF864F36D}" destId="{6AB8DA20-BF29-45CF-9280-8F75F02C8F37}" srcOrd="5" destOrd="0" presId="urn:microsoft.com/office/officeart/2018/5/layout/IconLeafLabelList"/>
    <dgm:cxn modelId="{2A883DCA-9C8E-4340-88A8-9FADA1086B28}" type="presParOf" srcId="{0BF01556-0A7A-4774-8CAD-F86FF864F36D}" destId="{8CA02EA0-B76E-44A7-9C1C-D6A6B750CF3F}" srcOrd="6" destOrd="0" presId="urn:microsoft.com/office/officeart/2018/5/layout/IconLeafLabelList"/>
    <dgm:cxn modelId="{8C7B87D5-1743-4C83-BFE3-C3EBFA4A859C}" type="presParOf" srcId="{8CA02EA0-B76E-44A7-9C1C-D6A6B750CF3F}" destId="{24D1664D-5547-4C60-BC54-7B49B6D4CF3C}" srcOrd="0" destOrd="0" presId="urn:microsoft.com/office/officeart/2018/5/layout/IconLeafLabelList"/>
    <dgm:cxn modelId="{8E07FD58-A598-4B66-AF2C-3EB4E09EC3E5}" type="presParOf" srcId="{8CA02EA0-B76E-44A7-9C1C-D6A6B750CF3F}" destId="{289A451E-7757-450A-B2B2-658294B7758B}" srcOrd="1" destOrd="0" presId="urn:microsoft.com/office/officeart/2018/5/layout/IconLeafLabelList"/>
    <dgm:cxn modelId="{9E864DCA-D9EF-411C-BB7C-F58EE2B3CCD0}" type="presParOf" srcId="{8CA02EA0-B76E-44A7-9C1C-D6A6B750CF3F}" destId="{5F183132-E7E5-4002-AF00-AF1E307631DE}" srcOrd="2" destOrd="0" presId="urn:microsoft.com/office/officeart/2018/5/layout/IconLeafLabelList"/>
    <dgm:cxn modelId="{6732974C-9261-4708-938E-FA265AD6777C}" type="presParOf" srcId="{8CA02EA0-B76E-44A7-9C1C-D6A6B750CF3F}" destId="{3D60ED9A-F5B7-4443-A57E-AB4C6A3C1A1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D8C368-1977-48A6-B4A6-BDDED44A17E3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8CFDFC-1229-47CD-976B-3F69DCA3DC65}">
      <dgm:prSet/>
      <dgm:spPr/>
      <dgm:t>
        <a:bodyPr/>
        <a:lstStyle/>
        <a:p>
          <a:r>
            <a:rPr lang="es-ES"/>
            <a:t>Requisitos Funcionales</a:t>
          </a:r>
          <a:endParaRPr lang="en-US"/>
        </a:p>
      </dgm:t>
    </dgm:pt>
    <dgm:pt modelId="{F6A3C3AF-5B6D-4238-8D5A-E2E9DFF1F38D}" type="parTrans" cxnId="{E5F207ED-1F6E-48DD-BC16-94319662558D}">
      <dgm:prSet/>
      <dgm:spPr/>
      <dgm:t>
        <a:bodyPr/>
        <a:lstStyle/>
        <a:p>
          <a:endParaRPr lang="en-US"/>
        </a:p>
      </dgm:t>
    </dgm:pt>
    <dgm:pt modelId="{471C0554-4094-49BB-B112-9A69FE25CA1C}" type="sibTrans" cxnId="{E5F207ED-1F6E-48DD-BC16-94319662558D}">
      <dgm:prSet/>
      <dgm:spPr/>
      <dgm:t>
        <a:bodyPr/>
        <a:lstStyle/>
        <a:p>
          <a:endParaRPr lang="en-US"/>
        </a:p>
      </dgm:t>
    </dgm:pt>
    <dgm:pt modelId="{278DD218-0342-4128-900A-BD8F136C1A8F}">
      <dgm:prSet/>
      <dgm:spPr/>
      <dgm:t>
        <a:bodyPr/>
        <a:lstStyle/>
        <a:p>
          <a:r>
            <a:rPr lang="es-ES"/>
            <a:t>Definen qué hace el sistema.</a:t>
          </a:r>
          <a:endParaRPr lang="en-US"/>
        </a:p>
      </dgm:t>
    </dgm:pt>
    <dgm:pt modelId="{A1D924B5-A70D-43BD-A731-F4BDF37599E1}" type="parTrans" cxnId="{8E168D76-4184-432B-A639-50529C0443A0}">
      <dgm:prSet/>
      <dgm:spPr/>
      <dgm:t>
        <a:bodyPr/>
        <a:lstStyle/>
        <a:p>
          <a:endParaRPr lang="en-US"/>
        </a:p>
      </dgm:t>
    </dgm:pt>
    <dgm:pt modelId="{4EE81C4A-3458-4083-84C3-7869E3FBD06F}" type="sibTrans" cxnId="{8E168D76-4184-432B-A639-50529C0443A0}">
      <dgm:prSet/>
      <dgm:spPr/>
      <dgm:t>
        <a:bodyPr/>
        <a:lstStyle/>
        <a:p>
          <a:endParaRPr lang="en-US"/>
        </a:p>
      </dgm:t>
    </dgm:pt>
    <dgm:pt modelId="{DF5BA3D3-3156-4066-ACD8-2C48CD471EAC}">
      <dgm:prSet/>
      <dgm:spPr/>
      <dgm:t>
        <a:bodyPr/>
        <a:lstStyle/>
        <a:p>
          <a:r>
            <a:rPr lang="es-ES"/>
            <a:t>Ejemplos:</a:t>
          </a:r>
          <a:endParaRPr lang="en-US"/>
        </a:p>
      </dgm:t>
    </dgm:pt>
    <dgm:pt modelId="{21E9C85D-D98A-4BF3-9E5D-86A8397AFD26}" type="parTrans" cxnId="{1C6B41AF-3ABA-4352-83DB-91795166265C}">
      <dgm:prSet/>
      <dgm:spPr/>
      <dgm:t>
        <a:bodyPr/>
        <a:lstStyle/>
        <a:p>
          <a:endParaRPr lang="en-US"/>
        </a:p>
      </dgm:t>
    </dgm:pt>
    <dgm:pt modelId="{92E411D4-8656-481D-B416-6BD379CB3EAD}" type="sibTrans" cxnId="{1C6B41AF-3ABA-4352-83DB-91795166265C}">
      <dgm:prSet/>
      <dgm:spPr/>
      <dgm:t>
        <a:bodyPr/>
        <a:lstStyle/>
        <a:p>
          <a:endParaRPr lang="en-US"/>
        </a:p>
      </dgm:t>
    </dgm:pt>
    <dgm:pt modelId="{016BBE95-972D-4D50-A118-1A265D9BDFCC}">
      <dgm:prSet/>
      <dgm:spPr/>
      <dgm:t>
        <a:bodyPr/>
        <a:lstStyle/>
        <a:p>
          <a:r>
            <a:rPr lang="es-ES"/>
            <a:t>El sistema permitirá registrar usuarios.</a:t>
          </a:r>
          <a:endParaRPr lang="en-US"/>
        </a:p>
      </dgm:t>
    </dgm:pt>
    <dgm:pt modelId="{1037A659-7890-4E64-9DB6-E94928BD08EB}" type="parTrans" cxnId="{1CD0A1E8-78F5-41E9-8A43-F45F961E538F}">
      <dgm:prSet/>
      <dgm:spPr/>
      <dgm:t>
        <a:bodyPr/>
        <a:lstStyle/>
        <a:p>
          <a:endParaRPr lang="en-US"/>
        </a:p>
      </dgm:t>
    </dgm:pt>
    <dgm:pt modelId="{D661F94D-3544-4D3E-A8F9-9DBC52E09E53}" type="sibTrans" cxnId="{1CD0A1E8-78F5-41E9-8A43-F45F961E538F}">
      <dgm:prSet/>
      <dgm:spPr/>
      <dgm:t>
        <a:bodyPr/>
        <a:lstStyle/>
        <a:p>
          <a:endParaRPr lang="en-US"/>
        </a:p>
      </dgm:t>
    </dgm:pt>
    <dgm:pt modelId="{9B14EE49-25DB-419C-A904-012544F173E5}">
      <dgm:prSet/>
      <dgm:spPr/>
      <dgm:t>
        <a:bodyPr/>
        <a:lstStyle/>
        <a:p>
          <a:r>
            <a:rPr lang="es-ES"/>
            <a:t>El sistema generará reportes.</a:t>
          </a:r>
          <a:endParaRPr lang="en-US"/>
        </a:p>
      </dgm:t>
    </dgm:pt>
    <dgm:pt modelId="{DFB2BC1C-1305-42ED-B0AA-B82B3759D594}" type="parTrans" cxnId="{71A257BA-428F-4804-92E3-92B7949DDB73}">
      <dgm:prSet/>
      <dgm:spPr/>
      <dgm:t>
        <a:bodyPr/>
        <a:lstStyle/>
        <a:p>
          <a:endParaRPr lang="en-US"/>
        </a:p>
      </dgm:t>
    </dgm:pt>
    <dgm:pt modelId="{98C4D44D-A157-485A-AD7B-AEBE76684292}" type="sibTrans" cxnId="{71A257BA-428F-4804-92E3-92B7949DDB73}">
      <dgm:prSet/>
      <dgm:spPr/>
      <dgm:t>
        <a:bodyPr/>
        <a:lstStyle/>
        <a:p>
          <a:endParaRPr lang="en-US"/>
        </a:p>
      </dgm:t>
    </dgm:pt>
    <dgm:pt modelId="{0FBF9483-9FA6-4B4F-A00D-A6EEBB50E18F}">
      <dgm:prSet/>
      <dgm:spPr/>
      <dgm:t>
        <a:bodyPr/>
        <a:lstStyle/>
        <a:p>
          <a:r>
            <a:rPr lang="es-ES"/>
            <a:t>El sistema enviará notificaciones.</a:t>
          </a:r>
          <a:endParaRPr lang="en-US"/>
        </a:p>
      </dgm:t>
    </dgm:pt>
    <dgm:pt modelId="{18105D7E-B090-4CB5-BB62-8D86E88BCA34}" type="parTrans" cxnId="{6D055111-93F4-420A-9F7A-505E24E7D3B1}">
      <dgm:prSet/>
      <dgm:spPr/>
      <dgm:t>
        <a:bodyPr/>
        <a:lstStyle/>
        <a:p>
          <a:endParaRPr lang="en-US"/>
        </a:p>
      </dgm:t>
    </dgm:pt>
    <dgm:pt modelId="{9A608316-2005-4A33-B1BF-5F199472599C}" type="sibTrans" cxnId="{6D055111-93F4-420A-9F7A-505E24E7D3B1}">
      <dgm:prSet/>
      <dgm:spPr/>
      <dgm:t>
        <a:bodyPr/>
        <a:lstStyle/>
        <a:p>
          <a:endParaRPr lang="en-US"/>
        </a:p>
      </dgm:t>
    </dgm:pt>
    <dgm:pt modelId="{640ADC64-19E9-4D2C-A6A6-4799669C4CCA}" type="pres">
      <dgm:prSet presAssocID="{F6D8C368-1977-48A6-B4A6-BDDED44A17E3}" presName="Name0" presStyleCnt="0">
        <dgm:presLayoutVars>
          <dgm:dir/>
          <dgm:resizeHandles val="exact"/>
        </dgm:presLayoutVars>
      </dgm:prSet>
      <dgm:spPr/>
    </dgm:pt>
    <dgm:pt modelId="{7DCCE216-25A1-479B-B2DE-68E096ADF452}" type="pres">
      <dgm:prSet presAssocID="{878CFDFC-1229-47CD-976B-3F69DCA3DC65}" presName="node" presStyleLbl="node1" presStyleIdx="0" presStyleCnt="6">
        <dgm:presLayoutVars>
          <dgm:bulletEnabled val="1"/>
        </dgm:presLayoutVars>
      </dgm:prSet>
      <dgm:spPr/>
    </dgm:pt>
    <dgm:pt modelId="{82540B78-4807-4862-8AEF-F54D1EAD6658}" type="pres">
      <dgm:prSet presAssocID="{471C0554-4094-49BB-B112-9A69FE25CA1C}" presName="sibTrans" presStyleLbl="sibTrans1D1" presStyleIdx="0" presStyleCnt="5"/>
      <dgm:spPr/>
    </dgm:pt>
    <dgm:pt modelId="{974A4388-1C5F-48FD-8EDE-0A1CD2F70A07}" type="pres">
      <dgm:prSet presAssocID="{471C0554-4094-49BB-B112-9A69FE25CA1C}" presName="connectorText" presStyleLbl="sibTrans1D1" presStyleIdx="0" presStyleCnt="5"/>
      <dgm:spPr/>
    </dgm:pt>
    <dgm:pt modelId="{2DA8ECAC-F82A-46F4-93FF-5536056DC215}" type="pres">
      <dgm:prSet presAssocID="{278DD218-0342-4128-900A-BD8F136C1A8F}" presName="node" presStyleLbl="node1" presStyleIdx="1" presStyleCnt="6">
        <dgm:presLayoutVars>
          <dgm:bulletEnabled val="1"/>
        </dgm:presLayoutVars>
      </dgm:prSet>
      <dgm:spPr/>
    </dgm:pt>
    <dgm:pt modelId="{FBDDFA0D-397B-4C83-BF06-972B5AB3184B}" type="pres">
      <dgm:prSet presAssocID="{4EE81C4A-3458-4083-84C3-7869E3FBD06F}" presName="sibTrans" presStyleLbl="sibTrans1D1" presStyleIdx="1" presStyleCnt="5"/>
      <dgm:spPr/>
    </dgm:pt>
    <dgm:pt modelId="{51E44854-EC4C-47DF-BBAC-E9E18E6B5E50}" type="pres">
      <dgm:prSet presAssocID="{4EE81C4A-3458-4083-84C3-7869E3FBD06F}" presName="connectorText" presStyleLbl="sibTrans1D1" presStyleIdx="1" presStyleCnt="5"/>
      <dgm:spPr/>
    </dgm:pt>
    <dgm:pt modelId="{7630BCF7-5AD0-47A0-90E4-A64517F25FCD}" type="pres">
      <dgm:prSet presAssocID="{DF5BA3D3-3156-4066-ACD8-2C48CD471EAC}" presName="node" presStyleLbl="node1" presStyleIdx="2" presStyleCnt="6">
        <dgm:presLayoutVars>
          <dgm:bulletEnabled val="1"/>
        </dgm:presLayoutVars>
      </dgm:prSet>
      <dgm:spPr/>
    </dgm:pt>
    <dgm:pt modelId="{C49048F8-6871-40A2-99F7-5D492AB26CFE}" type="pres">
      <dgm:prSet presAssocID="{92E411D4-8656-481D-B416-6BD379CB3EAD}" presName="sibTrans" presStyleLbl="sibTrans1D1" presStyleIdx="2" presStyleCnt="5"/>
      <dgm:spPr/>
    </dgm:pt>
    <dgm:pt modelId="{F04E9108-A772-4C9C-8A76-4E8E4DAAD911}" type="pres">
      <dgm:prSet presAssocID="{92E411D4-8656-481D-B416-6BD379CB3EAD}" presName="connectorText" presStyleLbl="sibTrans1D1" presStyleIdx="2" presStyleCnt="5"/>
      <dgm:spPr/>
    </dgm:pt>
    <dgm:pt modelId="{AC3DE79B-84D4-4472-8A1E-441187046BB9}" type="pres">
      <dgm:prSet presAssocID="{016BBE95-972D-4D50-A118-1A265D9BDFCC}" presName="node" presStyleLbl="node1" presStyleIdx="3" presStyleCnt="6">
        <dgm:presLayoutVars>
          <dgm:bulletEnabled val="1"/>
        </dgm:presLayoutVars>
      </dgm:prSet>
      <dgm:spPr/>
    </dgm:pt>
    <dgm:pt modelId="{63F9CA1C-61C5-4142-A54F-6D4BA2EC2997}" type="pres">
      <dgm:prSet presAssocID="{D661F94D-3544-4D3E-A8F9-9DBC52E09E53}" presName="sibTrans" presStyleLbl="sibTrans1D1" presStyleIdx="3" presStyleCnt="5"/>
      <dgm:spPr/>
    </dgm:pt>
    <dgm:pt modelId="{067FE28E-036D-4551-9612-4103E58E137D}" type="pres">
      <dgm:prSet presAssocID="{D661F94D-3544-4D3E-A8F9-9DBC52E09E53}" presName="connectorText" presStyleLbl="sibTrans1D1" presStyleIdx="3" presStyleCnt="5"/>
      <dgm:spPr/>
    </dgm:pt>
    <dgm:pt modelId="{9CDC2DED-2E82-411D-9B88-AB513DBFDC0A}" type="pres">
      <dgm:prSet presAssocID="{9B14EE49-25DB-419C-A904-012544F173E5}" presName="node" presStyleLbl="node1" presStyleIdx="4" presStyleCnt="6">
        <dgm:presLayoutVars>
          <dgm:bulletEnabled val="1"/>
        </dgm:presLayoutVars>
      </dgm:prSet>
      <dgm:spPr/>
    </dgm:pt>
    <dgm:pt modelId="{31B353A9-2AC8-4C10-AB82-0C505B38482D}" type="pres">
      <dgm:prSet presAssocID="{98C4D44D-A157-485A-AD7B-AEBE76684292}" presName="sibTrans" presStyleLbl="sibTrans1D1" presStyleIdx="4" presStyleCnt="5"/>
      <dgm:spPr/>
    </dgm:pt>
    <dgm:pt modelId="{1F3EFAE9-B16A-436F-AE7C-F25F3A95D403}" type="pres">
      <dgm:prSet presAssocID="{98C4D44D-A157-485A-AD7B-AEBE76684292}" presName="connectorText" presStyleLbl="sibTrans1D1" presStyleIdx="4" presStyleCnt="5"/>
      <dgm:spPr/>
    </dgm:pt>
    <dgm:pt modelId="{71D24006-2E55-45F5-A26C-AAE494877CAD}" type="pres">
      <dgm:prSet presAssocID="{0FBF9483-9FA6-4B4F-A00D-A6EEBB50E18F}" presName="node" presStyleLbl="node1" presStyleIdx="5" presStyleCnt="6">
        <dgm:presLayoutVars>
          <dgm:bulletEnabled val="1"/>
        </dgm:presLayoutVars>
      </dgm:prSet>
      <dgm:spPr/>
    </dgm:pt>
  </dgm:ptLst>
  <dgm:cxnLst>
    <dgm:cxn modelId="{A0180A08-3EAE-4BCF-A85D-323C4538866C}" type="presOf" srcId="{D661F94D-3544-4D3E-A8F9-9DBC52E09E53}" destId="{63F9CA1C-61C5-4142-A54F-6D4BA2EC2997}" srcOrd="0" destOrd="0" presId="urn:microsoft.com/office/officeart/2016/7/layout/RepeatingBendingProcessNew"/>
    <dgm:cxn modelId="{6D055111-93F4-420A-9F7A-505E24E7D3B1}" srcId="{F6D8C368-1977-48A6-B4A6-BDDED44A17E3}" destId="{0FBF9483-9FA6-4B4F-A00D-A6EEBB50E18F}" srcOrd="5" destOrd="0" parTransId="{18105D7E-B090-4CB5-BB62-8D86E88BCA34}" sibTransId="{9A608316-2005-4A33-B1BF-5F199472599C}"/>
    <dgm:cxn modelId="{081BFD21-341F-4302-8477-56A59BBB9773}" type="presOf" srcId="{4EE81C4A-3458-4083-84C3-7869E3FBD06F}" destId="{51E44854-EC4C-47DF-BBAC-E9E18E6B5E50}" srcOrd="1" destOrd="0" presId="urn:microsoft.com/office/officeart/2016/7/layout/RepeatingBendingProcessNew"/>
    <dgm:cxn modelId="{4519D327-DB34-4E26-A653-313042B6CE1A}" type="presOf" srcId="{878CFDFC-1229-47CD-976B-3F69DCA3DC65}" destId="{7DCCE216-25A1-479B-B2DE-68E096ADF452}" srcOrd="0" destOrd="0" presId="urn:microsoft.com/office/officeart/2016/7/layout/RepeatingBendingProcessNew"/>
    <dgm:cxn modelId="{7818BC34-5365-4EC1-8723-1DC955847C7D}" type="presOf" srcId="{4EE81C4A-3458-4083-84C3-7869E3FBD06F}" destId="{FBDDFA0D-397B-4C83-BF06-972B5AB3184B}" srcOrd="0" destOrd="0" presId="urn:microsoft.com/office/officeart/2016/7/layout/RepeatingBendingProcessNew"/>
    <dgm:cxn modelId="{6C2C353A-5F59-4F08-A579-E0254AE1DEE8}" type="presOf" srcId="{92E411D4-8656-481D-B416-6BD379CB3EAD}" destId="{F04E9108-A772-4C9C-8A76-4E8E4DAAD911}" srcOrd="1" destOrd="0" presId="urn:microsoft.com/office/officeart/2016/7/layout/RepeatingBendingProcessNew"/>
    <dgm:cxn modelId="{7ACF3D44-7510-41E3-92B7-AE4015274A0F}" type="presOf" srcId="{0FBF9483-9FA6-4B4F-A00D-A6EEBB50E18F}" destId="{71D24006-2E55-45F5-A26C-AAE494877CAD}" srcOrd="0" destOrd="0" presId="urn:microsoft.com/office/officeart/2016/7/layout/RepeatingBendingProcessNew"/>
    <dgm:cxn modelId="{649FC96C-0D64-4532-84DF-E08A9D16D0D2}" type="presOf" srcId="{471C0554-4094-49BB-B112-9A69FE25CA1C}" destId="{82540B78-4807-4862-8AEF-F54D1EAD6658}" srcOrd="0" destOrd="0" presId="urn:microsoft.com/office/officeart/2016/7/layout/RepeatingBendingProcessNew"/>
    <dgm:cxn modelId="{8E168D76-4184-432B-A639-50529C0443A0}" srcId="{F6D8C368-1977-48A6-B4A6-BDDED44A17E3}" destId="{278DD218-0342-4128-900A-BD8F136C1A8F}" srcOrd="1" destOrd="0" parTransId="{A1D924B5-A70D-43BD-A731-F4BDF37599E1}" sibTransId="{4EE81C4A-3458-4083-84C3-7869E3FBD06F}"/>
    <dgm:cxn modelId="{F2CCE758-05EF-46D7-B9F9-E241026C7C82}" type="presOf" srcId="{016BBE95-972D-4D50-A118-1A265D9BDFCC}" destId="{AC3DE79B-84D4-4472-8A1E-441187046BB9}" srcOrd="0" destOrd="0" presId="urn:microsoft.com/office/officeart/2016/7/layout/RepeatingBendingProcessNew"/>
    <dgm:cxn modelId="{934D9E84-1E3E-431B-A339-510637D19B3B}" type="presOf" srcId="{278DD218-0342-4128-900A-BD8F136C1A8F}" destId="{2DA8ECAC-F82A-46F4-93FF-5536056DC215}" srcOrd="0" destOrd="0" presId="urn:microsoft.com/office/officeart/2016/7/layout/RepeatingBendingProcessNew"/>
    <dgm:cxn modelId="{BDE1C484-D372-49D5-9091-2547B26A96C5}" type="presOf" srcId="{DF5BA3D3-3156-4066-ACD8-2C48CD471EAC}" destId="{7630BCF7-5AD0-47A0-90E4-A64517F25FCD}" srcOrd="0" destOrd="0" presId="urn:microsoft.com/office/officeart/2016/7/layout/RepeatingBendingProcessNew"/>
    <dgm:cxn modelId="{827D6994-579C-4D02-B098-E8F8EF8C2ABC}" type="presOf" srcId="{471C0554-4094-49BB-B112-9A69FE25CA1C}" destId="{974A4388-1C5F-48FD-8EDE-0A1CD2F70A07}" srcOrd="1" destOrd="0" presId="urn:microsoft.com/office/officeart/2016/7/layout/RepeatingBendingProcessNew"/>
    <dgm:cxn modelId="{D844BD9B-3A69-44EB-8FAA-F219E04743EA}" type="presOf" srcId="{92E411D4-8656-481D-B416-6BD379CB3EAD}" destId="{C49048F8-6871-40A2-99F7-5D492AB26CFE}" srcOrd="0" destOrd="0" presId="urn:microsoft.com/office/officeart/2016/7/layout/RepeatingBendingProcessNew"/>
    <dgm:cxn modelId="{EAEEC69C-5ED4-4A73-AA57-7E73D882F990}" type="presOf" srcId="{98C4D44D-A157-485A-AD7B-AEBE76684292}" destId="{31B353A9-2AC8-4C10-AB82-0C505B38482D}" srcOrd="0" destOrd="0" presId="urn:microsoft.com/office/officeart/2016/7/layout/RepeatingBendingProcessNew"/>
    <dgm:cxn modelId="{104420A4-C3FE-435A-A3B5-BC9B56EB6B6F}" type="presOf" srcId="{98C4D44D-A157-485A-AD7B-AEBE76684292}" destId="{1F3EFAE9-B16A-436F-AE7C-F25F3A95D403}" srcOrd="1" destOrd="0" presId="urn:microsoft.com/office/officeart/2016/7/layout/RepeatingBendingProcessNew"/>
    <dgm:cxn modelId="{1C6B41AF-3ABA-4352-83DB-91795166265C}" srcId="{F6D8C368-1977-48A6-B4A6-BDDED44A17E3}" destId="{DF5BA3D3-3156-4066-ACD8-2C48CD471EAC}" srcOrd="2" destOrd="0" parTransId="{21E9C85D-D98A-4BF3-9E5D-86A8397AFD26}" sibTransId="{92E411D4-8656-481D-B416-6BD379CB3EAD}"/>
    <dgm:cxn modelId="{71A257BA-428F-4804-92E3-92B7949DDB73}" srcId="{F6D8C368-1977-48A6-B4A6-BDDED44A17E3}" destId="{9B14EE49-25DB-419C-A904-012544F173E5}" srcOrd="4" destOrd="0" parTransId="{DFB2BC1C-1305-42ED-B0AA-B82B3759D594}" sibTransId="{98C4D44D-A157-485A-AD7B-AEBE76684292}"/>
    <dgm:cxn modelId="{13F21EC2-7F9C-45EB-965B-943DDAAC7A7D}" type="presOf" srcId="{D661F94D-3544-4D3E-A8F9-9DBC52E09E53}" destId="{067FE28E-036D-4551-9612-4103E58E137D}" srcOrd="1" destOrd="0" presId="urn:microsoft.com/office/officeart/2016/7/layout/RepeatingBendingProcessNew"/>
    <dgm:cxn modelId="{BB3673D7-8CDD-4853-8EAB-7AB289027251}" type="presOf" srcId="{9B14EE49-25DB-419C-A904-012544F173E5}" destId="{9CDC2DED-2E82-411D-9B88-AB513DBFDC0A}" srcOrd="0" destOrd="0" presId="urn:microsoft.com/office/officeart/2016/7/layout/RepeatingBendingProcessNew"/>
    <dgm:cxn modelId="{1CD0A1E8-78F5-41E9-8A43-F45F961E538F}" srcId="{F6D8C368-1977-48A6-B4A6-BDDED44A17E3}" destId="{016BBE95-972D-4D50-A118-1A265D9BDFCC}" srcOrd="3" destOrd="0" parTransId="{1037A659-7890-4E64-9DB6-E94928BD08EB}" sibTransId="{D661F94D-3544-4D3E-A8F9-9DBC52E09E53}"/>
    <dgm:cxn modelId="{E5F207ED-1F6E-48DD-BC16-94319662558D}" srcId="{F6D8C368-1977-48A6-B4A6-BDDED44A17E3}" destId="{878CFDFC-1229-47CD-976B-3F69DCA3DC65}" srcOrd="0" destOrd="0" parTransId="{F6A3C3AF-5B6D-4238-8D5A-E2E9DFF1F38D}" sibTransId="{471C0554-4094-49BB-B112-9A69FE25CA1C}"/>
    <dgm:cxn modelId="{3F3D9CFC-CBAC-47B8-9A1F-912835812F57}" type="presOf" srcId="{F6D8C368-1977-48A6-B4A6-BDDED44A17E3}" destId="{640ADC64-19E9-4D2C-A6A6-4799669C4CCA}" srcOrd="0" destOrd="0" presId="urn:microsoft.com/office/officeart/2016/7/layout/RepeatingBendingProcessNew"/>
    <dgm:cxn modelId="{88AC73E8-75C2-46B9-B418-F82FC1586E34}" type="presParOf" srcId="{640ADC64-19E9-4D2C-A6A6-4799669C4CCA}" destId="{7DCCE216-25A1-479B-B2DE-68E096ADF452}" srcOrd="0" destOrd="0" presId="urn:microsoft.com/office/officeart/2016/7/layout/RepeatingBendingProcessNew"/>
    <dgm:cxn modelId="{5663C38B-47FC-4B14-9C89-5FC00A7010D4}" type="presParOf" srcId="{640ADC64-19E9-4D2C-A6A6-4799669C4CCA}" destId="{82540B78-4807-4862-8AEF-F54D1EAD6658}" srcOrd="1" destOrd="0" presId="urn:microsoft.com/office/officeart/2016/7/layout/RepeatingBendingProcessNew"/>
    <dgm:cxn modelId="{B24853EE-62BB-4CD2-B1C7-86D95E2AA4D8}" type="presParOf" srcId="{82540B78-4807-4862-8AEF-F54D1EAD6658}" destId="{974A4388-1C5F-48FD-8EDE-0A1CD2F70A07}" srcOrd="0" destOrd="0" presId="urn:microsoft.com/office/officeart/2016/7/layout/RepeatingBendingProcessNew"/>
    <dgm:cxn modelId="{3A4F3CC4-81A2-4140-B72D-2856CD47F298}" type="presParOf" srcId="{640ADC64-19E9-4D2C-A6A6-4799669C4CCA}" destId="{2DA8ECAC-F82A-46F4-93FF-5536056DC215}" srcOrd="2" destOrd="0" presId="urn:microsoft.com/office/officeart/2016/7/layout/RepeatingBendingProcessNew"/>
    <dgm:cxn modelId="{C1E670FD-6939-4C3F-B858-77571A424261}" type="presParOf" srcId="{640ADC64-19E9-4D2C-A6A6-4799669C4CCA}" destId="{FBDDFA0D-397B-4C83-BF06-972B5AB3184B}" srcOrd="3" destOrd="0" presId="urn:microsoft.com/office/officeart/2016/7/layout/RepeatingBendingProcessNew"/>
    <dgm:cxn modelId="{4B565FB2-24B3-46B7-91E4-6769B384BE59}" type="presParOf" srcId="{FBDDFA0D-397B-4C83-BF06-972B5AB3184B}" destId="{51E44854-EC4C-47DF-BBAC-E9E18E6B5E50}" srcOrd="0" destOrd="0" presId="urn:microsoft.com/office/officeart/2016/7/layout/RepeatingBendingProcessNew"/>
    <dgm:cxn modelId="{69268B82-8C76-426E-AA23-98F7D421F325}" type="presParOf" srcId="{640ADC64-19E9-4D2C-A6A6-4799669C4CCA}" destId="{7630BCF7-5AD0-47A0-90E4-A64517F25FCD}" srcOrd="4" destOrd="0" presId="urn:microsoft.com/office/officeart/2016/7/layout/RepeatingBendingProcessNew"/>
    <dgm:cxn modelId="{C9944640-573F-400B-B85B-C3919330F2B3}" type="presParOf" srcId="{640ADC64-19E9-4D2C-A6A6-4799669C4CCA}" destId="{C49048F8-6871-40A2-99F7-5D492AB26CFE}" srcOrd="5" destOrd="0" presId="urn:microsoft.com/office/officeart/2016/7/layout/RepeatingBendingProcessNew"/>
    <dgm:cxn modelId="{04ECABE0-83CB-4056-8601-263DB357B9BF}" type="presParOf" srcId="{C49048F8-6871-40A2-99F7-5D492AB26CFE}" destId="{F04E9108-A772-4C9C-8A76-4E8E4DAAD911}" srcOrd="0" destOrd="0" presId="urn:microsoft.com/office/officeart/2016/7/layout/RepeatingBendingProcessNew"/>
    <dgm:cxn modelId="{9D37C5B3-58A5-42CB-8A67-F68DEBA92D51}" type="presParOf" srcId="{640ADC64-19E9-4D2C-A6A6-4799669C4CCA}" destId="{AC3DE79B-84D4-4472-8A1E-441187046BB9}" srcOrd="6" destOrd="0" presId="urn:microsoft.com/office/officeart/2016/7/layout/RepeatingBendingProcessNew"/>
    <dgm:cxn modelId="{03CAC455-1118-45E2-A660-9973D06CDD48}" type="presParOf" srcId="{640ADC64-19E9-4D2C-A6A6-4799669C4CCA}" destId="{63F9CA1C-61C5-4142-A54F-6D4BA2EC2997}" srcOrd="7" destOrd="0" presId="urn:microsoft.com/office/officeart/2016/7/layout/RepeatingBendingProcessNew"/>
    <dgm:cxn modelId="{3EB1FEF5-3D28-4E17-84DA-C6C3720F78BC}" type="presParOf" srcId="{63F9CA1C-61C5-4142-A54F-6D4BA2EC2997}" destId="{067FE28E-036D-4551-9612-4103E58E137D}" srcOrd="0" destOrd="0" presId="urn:microsoft.com/office/officeart/2016/7/layout/RepeatingBendingProcessNew"/>
    <dgm:cxn modelId="{A5219961-5534-4316-811B-71F1F4734744}" type="presParOf" srcId="{640ADC64-19E9-4D2C-A6A6-4799669C4CCA}" destId="{9CDC2DED-2E82-411D-9B88-AB513DBFDC0A}" srcOrd="8" destOrd="0" presId="urn:microsoft.com/office/officeart/2016/7/layout/RepeatingBendingProcessNew"/>
    <dgm:cxn modelId="{758DCC8C-B4DB-4D79-9E66-80991B1E8730}" type="presParOf" srcId="{640ADC64-19E9-4D2C-A6A6-4799669C4CCA}" destId="{31B353A9-2AC8-4C10-AB82-0C505B38482D}" srcOrd="9" destOrd="0" presId="urn:microsoft.com/office/officeart/2016/7/layout/RepeatingBendingProcessNew"/>
    <dgm:cxn modelId="{A46BCB48-22AC-42EE-8365-F47FAD543B3C}" type="presParOf" srcId="{31B353A9-2AC8-4C10-AB82-0C505B38482D}" destId="{1F3EFAE9-B16A-436F-AE7C-F25F3A95D403}" srcOrd="0" destOrd="0" presId="urn:microsoft.com/office/officeart/2016/7/layout/RepeatingBendingProcessNew"/>
    <dgm:cxn modelId="{A0FACA5A-550B-4A6F-9589-C7391BE9A6EF}" type="presParOf" srcId="{640ADC64-19E9-4D2C-A6A6-4799669C4CCA}" destId="{71D24006-2E55-45F5-A26C-AAE494877CAD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97C889-A7B8-48CD-A34D-2ADD73686560}" type="doc">
      <dgm:prSet loTypeId="urn:microsoft.com/office/officeart/2005/8/layout/bProcess4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4215334-6EFA-4093-A5BA-8F578E90774D}">
      <dgm:prSet/>
      <dgm:spPr/>
      <dgm:t>
        <a:bodyPr/>
        <a:lstStyle/>
        <a:p>
          <a:r>
            <a:rPr lang="es-ES"/>
            <a:t>La calidad no es subjetiva.</a:t>
          </a:r>
          <a:endParaRPr lang="en-US"/>
        </a:p>
      </dgm:t>
    </dgm:pt>
    <dgm:pt modelId="{79007244-2081-4151-A958-B52726FB6DEF}" type="parTrans" cxnId="{AD4B3888-49CD-456C-956A-C2224B498FF7}">
      <dgm:prSet/>
      <dgm:spPr/>
      <dgm:t>
        <a:bodyPr/>
        <a:lstStyle/>
        <a:p>
          <a:endParaRPr lang="en-US"/>
        </a:p>
      </dgm:t>
    </dgm:pt>
    <dgm:pt modelId="{53D54E89-12C1-4315-8322-8681D09293C5}" type="sibTrans" cxnId="{AD4B3888-49CD-456C-956A-C2224B498FF7}">
      <dgm:prSet/>
      <dgm:spPr/>
      <dgm:t>
        <a:bodyPr/>
        <a:lstStyle/>
        <a:p>
          <a:endParaRPr lang="en-US"/>
        </a:p>
      </dgm:t>
    </dgm:pt>
    <dgm:pt modelId="{572C5FF3-E9C9-45BF-9183-A11251D2008A}">
      <dgm:prSet/>
      <dgm:spPr/>
      <dgm:t>
        <a:bodyPr/>
        <a:lstStyle/>
        <a:p>
          <a:r>
            <a:rPr lang="es-ES"/>
            <a:t>Los atributos de calidad deben definirse explícitamente.</a:t>
          </a:r>
          <a:endParaRPr lang="en-US"/>
        </a:p>
      </dgm:t>
    </dgm:pt>
    <dgm:pt modelId="{497F309F-4BFE-4EFE-BC4E-3F86F9A01D87}" type="parTrans" cxnId="{60A8F1FE-E015-4CAE-976B-4EC00B9570AF}">
      <dgm:prSet/>
      <dgm:spPr/>
      <dgm:t>
        <a:bodyPr/>
        <a:lstStyle/>
        <a:p>
          <a:endParaRPr lang="en-US"/>
        </a:p>
      </dgm:t>
    </dgm:pt>
    <dgm:pt modelId="{29879A2A-BDDB-496A-9A08-647CB21FB724}" type="sibTrans" cxnId="{60A8F1FE-E015-4CAE-976B-4EC00B9570AF}">
      <dgm:prSet/>
      <dgm:spPr/>
      <dgm:t>
        <a:bodyPr/>
        <a:lstStyle/>
        <a:p>
          <a:endParaRPr lang="en-US"/>
        </a:p>
      </dgm:t>
    </dgm:pt>
    <dgm:pt modelId="{BE30415D-FCE9-4707-9AB6-597D38A5BDF8}">
      <dgm:prSet/>
      <dgm:spPr/>
      <dgm:t>
        <a:bodyPr/>
        <a:lstStyle/>
        <a:p>
          <a:r>
            <a:rPr lang="es-ES"/>
            <a:t>Algunos atributos comunes:</a:t>
          </a:r>
          <a:endParaRPr lang="en-US"/>
        </a:p>
      </dgm:t>
    </dgm:pt>
    <dgm:pt modelId="{D81F5441-0BE4-4A61-9A80-4B237BC1BBBD}" type="parTrans" cxnId="{C4116EC9-548F-4C59-9B01-E9E0FAC1DDFF}">
      <dgm:prSet/>
      <dgm:spPr/>
      <dgm:t>
        <a:bodyPr/>
        <a:lstStyle/>
        <a:p>
          <a:endParaRPr lang="en-US"/>
        </a:p>
      </dgm:t>
    </dgm:pt>
    <dgm:pt modelId="{A6FEB72F-8D02-4ED0-AFD0-2E80DD0C4E79}" type="sibTrans" cxnId="{C4116EC9-548F-4C59-9B01-E9E0FAC1DDFF}">
      <dgm:prSet/>
      <dgm:spPr/>
      <dgm:t>
        <a:bodyPr/>
        <a:lstStyle/>
        <a:p>
          <a:endParaRPr lang="en-US"/>
        </a:p>
      </dgm:t>
    </dgm:pt>
    <dgm:pt modelId="{6D6AC490-C8BA-4E0F-A213-688DAE03F2FC}">
      <dgm:prSet/>
      <dgm:spPr/>
      <dgm:t>
        <a:bodyPr/>
        <a:lstStyle/>
        <a:p>
          <a:r>
            <a:rPr lang="es-ES"/>
            <a:t>Rendimiento</a:t>
          </a:r>
          <a:endParaRPr lang="en-US"/>
        </a:p>
      </dgm:t>
    </dgm:pt>
    <dgm:pt modelId="{84953F61-C449-4E64-9CE7-A8EF80111011}" type="parTrans" cxnId="{7D5A4A85-3A1A-4B64-B922-63925E3276C6}">
      <dgm:prSet/>
      <dgm:spPr/>
      <dgm:t>
        <a:bodyPr/>
        <a:lstStyle/>
        <a:p>
          <a:endParaRPr lang="en-US"/>
        </a:p>
      </dgm:t>
    </dgm:pt>
    <dgm:pt modelId="{B5882908-7995-4FB5-90BF-B55249E554A7}" type="sibTrans" cxnId="{7D5A4A85-3A1A-4B64-B922-63925E3276C6}">
      <dgm:prSet/>
      <dgm:spPr/>
      <dgm:t>
        <a:bodyPr/>
        <a:lstStyle/>
        <a:p>
          <a:endParaRPr lang="en-US"/>
        </a:p>
      </dgm:t>
    </dgm:pt>
    <dgm:pt modelId="{FBB901E6-3D06-4BFB-AE78-48F0AF8D6353}">
      <dgm:prSet/>
      <dgm:spPr/>
      <dgm:t>
        <a:bodyPr/>
        <a:lstStyle/>
        <a:p>
          <a:r>
            <a:rPr lang="es-ES"/>
            <a:t>Seguridad</a:t>
          </a:r>
          <a:endParaRPr lang="en-US"/>
        </a:p>
      </dgm:t>
    </dgm:pt>
    <dgm:pt modelId="{786513B4-B9BC-4357-9F40-DA2A74084AED}" type="parTrans" cxnId="{E587FA47-0BB4-47AC-B273-437A2CEF0102}">
      <dgm:prSet/>
      <dgm:spPr/>
      <dgm:t>
        <a:bodyPr/>
        <a:lstStyle/>
        <a:p>
          <a:endParaRPr lang="en-US"/>
        </a:p>
      </dgm:t>
    </dgm:pt>
    <dgm:pt modelId="{C86D8699-FC8F-4D90-9DF1-1D10DE6D750D}" type="sibTrans" cxnId="{E587FA47-0BB4-47AC-B273-437A2CEF0102}">
      <dgm:prSet/>
      <dgm:spPr/>
      <dgm:t>
        <a:bodyPr/>
        <a:lstStyle/>
        <a:p>
          <a:endParaRPr lang="en-US"/>
        </a:p>
      </dgm:t>
    </dgm:pt>
    <dgm:pt modelId="{5EA586E2-5077-45B5-99C3-21CAE9050749}">
      <dgm:prSet/>
      <dgm:spPr/>
      <dgm:t>
        <a:bodyPr/>
        <a:lstStyle/>
        <a:p>
          <a:r>
            <a:rPr lang="es-ES"/>
            <a:t>Disponibilidad</a:t>
          </a:r>
          <a:endParaRPr lang="en-US"/>
        </a:p>
      </dgm:t>
    </dgm:pt>
    <dgm:pt modelId="{258DEB37-76E9-4F02-A4FC-10E568C50CC4}" type="parTrans" cxnId="{5F85ECE4-9837-4894-A65F-D7CB4DDD9E27}">
      <dgm:prSet/>
      <dgm:spPr/>
      <dgm:t>
        <a:bodyPr/>
        <a:lstStyle/>
        <a:p>
          <a:endParaRPr lang="en-US"/>
        </a:p>
      </dgm:t>
    </dgm:pt>
    <dgm:pt modelId="{CD9171C1-7F64-446B-82D2-7BBC84E68B79}" type="sibTrans" cxnId="{5F85ECE4-9837-4894-A65F-D7CB4DDD9E27}">
      <dgm:prSet/>
      <dgm:spPr/>
      <dgm:t>
        <a:bodyPr/>
        <a:lstStyle/>
        <a:p>
          <a:endParaRPr lang="en-US"/>
        </a:p>
      </dgm:t>
    </dgm:pt>
    <dgm:pt modelId="{14A6FCC1-56E9-4ED7-8A2E-008B431F2C42}">
      <dgm:prSet/>
      <dgm:spPr/>
      <dgm:t>
        <a:bodyPr/>
        <a:lstStyle/>
        <a:p>
          <a:r>
            <a:rPr lang="es-ES"/>
            <a:t>Usabilidad</a:t>
          </a:r>
          <a:endParaRPr lang="en-US"/>
        </a:p>
      </dgm:t>
    </dgm:pt>
    <dgm:pt modelId="{C63EA5DA-B0A3-4A61-A062-2C4859A0F965}" type="parTrans" cxnId="{DF9DFEA7-79FF-46CA-B853-E5227D1ED8E6}">
      <dgm:prSet/>
      <dgm:spPr/>
      <dgm:t>
        <a:bodyPr/>
        <a:lstStyle/>
        <a:p>
          <a:endParaRPr lang="en-US"/>
        </a:p>
      </dgm:t>
    </dgm:pt>
    <dgm:pt modelId="{635EA4D0-F83F-4A45-8D40-C68369142D55}" type="sibTrans" cxnId="{DF9DFEA7-79FF-46CA-B853-E5227D1ED8E6}">
      <dgm:prSet/>
      <dgm:spPr/>
      <dgm:t>
        <a:bodyPr/>
        <a:lstStyle/>
        <a:p>
          <a:endParaRPr lang="en-US"/>
        </a:p>
      </dgm:t>
    </dgm:pt>
    <dgm:pt modelId="{9829D244-76ED-4EE2-BD94-4002221F97FE}">
      <dgm:prSet/>
      <dgm:spPr/>
      <dgm:t>
        <a:bodyPr/>
        <a:lstStyle/>
        <a:p>
          <a:r>
            <a:rPr lang="es-ES"/>
            <a:t>Mantenibilidad</a:t>
          </a:r>
          <a:endParaRPr lang="en-US"/>
        </a:p>
      </dgm:t>
    </dgm:pt>
    <dgm:pt modelId="{3E1EA6D2-01DD-4FC7-A69E-66FC4962D7BE}" type="parTrans" cxnId="{2370E2F3-4AB1-42FA-B9A0-C57072B77F3D}">
      <dgm:prSet/>
      <dgm:spPr/>
      <dgm:t>
        <a:bodyPr/>
        <a:lstStyle/>
        <a:p>
          <a:endParaRPr lang="en-US"/>
        </a:p>
      </dgm:t>
    </dgm:pt>
    <dgm:pt modelId="{9C2480BC-EB5D-4580-8BBF-C725B5CBC775}" type="sibTrans" cxnId="{2370E2F3-4AB1-42FA-B9A0-C57072B77F3D}">
      <dgm:prSet/>
      <dgm:spPr/>
      <dgm:t>
        <a:bodyPr/>
        <a:lstStyle/>
        <a:p>
          <a:endParaRPr lang="en-US"/>
        </a:p>
      </dgm:t>
    </dgm:pt>
    <dgm:pt modelId="{358B09F8-60AD-481D-9AEE-9EA5454D9B91}">
      <dgm:prSet/>
      <dgm:spPr/>
      <dgm:t>
        <a:bodyPr/>
        <a:lstStyle/>
        <a:p>
          <a:r>
            <a:rPr lang="es-ES"/>
            <a:t>Escalabilidad</a:t>
          </a:r>
          <a:endParaRPr lang="en-US"/>
        </a:p>
      </dgm:t>
    </dgm:pt>
    <dgm:pt modelId="{DDAA38F5-0015-4902-8AB3-64271F7D770D}" type="parTrans" cxnId="{879F78D1-4B5C-465C-9411-1FE85813DA19}">
      <dgm:prSet/>
      <dgm:spPr/>
      <dgm:t>
        <a:bodyPr/>
        <a:lstStyle/>
        <a:p>
          <a:endParaRPr lang="en-US"/>
        </a:p>
      </dgm:t>
    </dgm:pt>
    <dgm:pt modelId="{A9E38539-D3FA-4966-95C4-33577F5C2E14}" type="sibTrans" cxnId="{879F78D1-4B5C-465C-9411-1FE85813DA19}">
      <dgm:prSet/>
      <dgm:spPr/>
      <dgm:t>
        <a:bodyPr/>
        <a:lstStyle/>
        <a:p>
          <a:endParaRPr lang="en-US"/>
        </a:p>
      </dgm:t>
    </dgm:pt>
    <dgm:pt modelId="{DA0F26A5-41E8-4513-B6AC-E5095466C126}" type="pres">
      <dgm:prSet presAssocID="{8997C889-A7B8-48CD-A34D-2ADD73686560}" presName="Name0" presStyleCnt="0">
        <dgm:presLayoutVars>
          <dgm:dir/>
          <dgm:resizeHandles/>
        </dgm:presLayoutVars>
      </dgm:prSet>
      <dgm:spPr/>
    </dgm:pt>
    <dgm:pt modelId="{D4EEDE5E-D7E5-46B4-9F05-E6EAA955940B}" type="pres">
      <dgm:prSet presAssocID="{D4215334-6EFA-4093-A5BA-8F578E90774D}" presName="compNode" presStyleCnt="0"/>
      <dgm:spPr/>
    </dgm:pt>
    <dgm:pt modelId="{E1650D0D-8892-4394-B463-87A6CDDD251D}" type="pres">
      <dgm:prSet presAssocID="{D4215334-6EFA-4093-A5BA-8F578E90774D}" presName="dummyConnPt" presStyleCnt="0"/>
      <dgm:spPr/>
    </dgm:pt>
    <dgm:pt modelId="{1F6ADB69-9DDA-41FA-B70C-A4EAEE1AA8D5}" type="pres">
      <dgm:prSet presAssocID="{D4215334-6EFA-4093-A5BA-8F578E90774D}" presName="node" presStyleLbl="node1" presStyleIdx="0" presStyleCnt="9">
        <dgm:presLayoutVars>
          <dgm:bulletEnabled val="1"/>
        </dgm:presLayoutVars>
      </dgm:prSet>
      <dgm:spPr/>
    </dgm:pt>
    <dgm:pt modelId="{0231EC7F-D031-4045-92C3-32EE4176A641}" type="pres">
      <dgm:prSet presAssocID="{53D54E89-12C1-4315-8322-8681D09293C5}" presName="sibTrans" presStyleLbl="bgSibTrans2D1" presStyleIdx="0" presStyleCnt="8"/>
      <dgm:spPr/>
    </dgm:pt>
    <dgm:pt modelId="{5560E256-5A5C-4E00-98A6-A0D4F3951AA6}" type="pres">
      <dgm:prSet presAssocID="{572C5FF3-E9C9-45BF-9183-A11251D2008A}" presName="compNode" presStyleCnt="0"/>
      <dgm:spPr/>
    </dgm:pt>
    <dgm:pt modelId="{90E942AC-B0BE-44B0-B383-F3A4AE810373}" type="pres">
      <dgm:prSet presAssocID="{572C5FF3-E9C9-45BF-9183-A11251D2008A}" presName="dummyConnPt" presStyleCnt="0"/>
      <dgm:spPr/>
    </dgm:pt>
    <dgm:pt modelId="{DA2CA3F2-F30F-4A7F-9BD3-BDB1AA329995}" type="pres">
      <dgm:prSet presAssocID="{572C5FF3-E9C9-45BF-9183-A11251D2008A}" presName="node" presStyleLbl="node1" presStyleIdx="1" presStyleCnt="9">
        <dgm:presLayoutVars>
          <dgm:bulletEnabled val="1"/>
        </dgm:presLayoutVars>
      </dgm:prSet>
      <dgm:spPr/>
    </dgm:pt>
    <dgm:pt modelId="{9C2284E6-A3E2-4436-A98F-5B3356337DE4}" type="pres">
      <dgm:prSet presAssocID="{29879A2A-BDDB-496A-9A08-647CB21FB724}" presName="sibTrans" presStyleLbl="bgSibTrans2D1" presStyleIdx="1" presStyleCnt="8"/>
      <dgm:spPr/>
    </dgm:pt>
    <dgm:pt modelId="{9BA70AE4-9CA3-4831-AA67-07752965B665}" type="pres">
      <dgm:prSet presAssocID="{BE30415D-FCE9-4707-9AB6-597D38A5BDF8}" presName="compNode" presStyleCnt="0"/>
      <dgm:spPr/>
    </dgm:pt>
    <dgm:pt modelId="{C4683B0F-A944-45ED-9E0E-64E400191F1A}" type="pres">
      <dgm:prSet presAssocID="{BE30415D-FCE9-4707-9AB6-597D38A5BDF8}" presName="dummyConnPt" presStyleCnt="0"/>
      <dgm:spPr/>
    </dgm:pt>
    <dgm:pt modelId="{A4F77E1D-C736-49CC-A3E3-A31627156095}" type="pres">
      <dgm:prSet presAssocID="{BE30415D-FCE9-4707-9AB6-597D38A5BDF8}" presName="node" presStyleLbl="node1" presStyleIdx="2" presStyleCnt="9">
        <dgm:presLayoutVars>
          <dgm:bulletEnabled val="1"/>
        </dgm:presLayoutVars>
      </dgm:prSet>
      <dgm:spPr/>
    </dgm:pt>
    <dgm:pt modelId="{2858A8C6-3C81-46FC-9A5F-C5AFCC358B32}" type="pres">
      <dgm:prSet presAssocID="{A6FEB72F-8D02-4ED0-AFD0-2E80DD0C4E79}" presName="sibTrans" presStyleLbl="bgSibTrans2D1" presStyleIdx="2" presStyleCnt="8"/>
      <dgm:spPr/>
    </dgm:pt>
    <dgm:pt modelId="{E2624DD6-F523-44F5-AF18-78F2CF38C88A}" type="pres">
      <dgm:prSet presAssocID="{6D6AC490-C8BA-4E0F-A213-688DAE03F2FC}" presName="compNode" presStyleCnt="0"/>
      <dgm:spPr/>
    </dgm:pt>
    <dgm:pt modelId="{93DF58F7-3390-4B95-9472-6744B5FE6928}" type="pres">
      <dgm:prSet presAssocID="{6D6AC490-C8BA-4E0F-A213-688DAE03F2FC}" presName="dummyConnPt" presStyleCnt="0"/>
      <dgm:spPr/>
    </dgm:pt>
    <dgm:pt modelId="{881992AA-D0F0-48B4-9A62-7064C740D807}" type="pres">
      <dgm:prSet presAssocID="{6D6AC490-C8BA-4E0F-A213-688DAE03F2FC}" presName="node" presStyleLbl="node1" presStyleIdx="3" presStyleCnt="9">
        <dgm:presLayoutVars>
          <dgm:bulletEnabled val="1"/>
        </dgm:presLayoutVars>
      </dgm:prSet>
      <dgm:spPr/>
    </dgm:pt>
    <dgm:pt modelId="{193D4C11-DD83-4D1C-958E-6611143BB95C}" type="pres">
      <dgm:prSet presAssocID="{B5882908-7995-4FB5-90BF-B55249E554A7}" presName="sibTrans" presStyleLbl="bgSibTrans2D1" presStyleIdx="3" presStyleCnt="8"/>
      <dgm:spPr/>
    </dgm:pt>
    <dgm:pt modelId="{B932EAF1-D80D-404E-B351-2C523D35A5D3}" type="pres">
      <dgm:prSet presAssocID="{FBB901E6-3D06-4BFB-AE78-48F0AF8D6353}" presName="compNode" presStyleCnt="0"/>
      <dgm:spPr/>
    </dgm:pt>
    <dgm:pt modelId="{83A15A51-2F22-409C-AE37-8E3F79F68CFD}" type="pres">
      <dgm:prSet presAssocID="{FBB901E6-3D06-4BFB-AE78-48F0AF8D6353}" presName="dummyConnPt" presStyleCnt="0"/>
      <dgm:spPr/>
    </dgm:pt>
    <dgm:pt modelId="{A9966F9A-4A7F-4353-88F7-1ADCAFB1716F}" type="pres">
      <dgm:prSet presAssocID="{FBB901E6-3D06-4BFB-AE78-48F0AF8D6353}" presName="node" presStyleLbl="node1" presStyleIdx="4" presStyleCnt="9">
        <dgm:presLayoutVars>
          <dgm:bulletEnabled val="1"/>
        </dgm:presLayoutVars>
      </dgm:prSet>
      <dgm:spPr/>
    </dgm:pt>
    <dgm:pt modelId="{82E0B349-47E9-4DA4-BB80-460EE3056C7C}" type="pres">
      <dgm:prSet presAssocID="{C86D8699-FC8F-4D90-9DF1-1D10DE6D750D}" presName="sibTrans" presStyleLbl="bgSibTrans2D1" presStyleIdx="4" presStyleCnt="8"/>
      <dgm:spPr/>
    </dgm:pt>
    <dgm:pt modelId="{EA6E24F4-A334-4B93-97E9-D196B44038EC}" type="pres">
      <dgm:prSet presAssocID="{5EA586E2-5077-45B5-99C3-21CAE9050749}" presName="compNode" presStyleCnt="0"/>
      <dgm:spPr/>
    </dgm:pt>
    <dgm:pt modelId="{B232FC7D-1EE2-40D7-A625-1FC5533EBF6E}" type="pres">
      <dgm:prSet presAssocID="{5EA586E2-5077-45B5-99C3-21CAE9050749}" presName="dummyConnPt" presStyleCnt="0"/>
      <dgm:spPr/>
    </dgm:pt>
    <dgm:pt modelId="{56E6D17A-5139-44D6-869F-7FA81BA9C3CA}" type="pres">
      <dgm:prSet presAssocID="{5EA586E2-5077-45B5-99C3-21CAE9050749}" presName="node" presStyleLbl="node1" presStyleIdx="5" presStyleCnt="9">
        <dgm:presLayoutVars>
          <dgm:bulletEnabled val="1"/>
        </dgm:presLayoutVars>
      </dgm:prSet>
      <dgm:spPr/>
    </dgm:pt>
    <dgm:pt modelId="{2F71B10A-3573-4D36-BF56-BF4146CF308A}" type="pres">
      <dgm:prSet presAssocID="{CD9171C1-7F64-446B-82D2-7BBC84E68B79}" presName="sibTrans" presStyleLbl="bgSibTrans2D1" presStyleIdx="5" presStyleCnt="8"/>
      <dgm:spPr/>
    </dgm:pt>
    <dgm:pt modelId="{DC289657-5CAD-4D24-85F6-3318A278CCE3}" type="pres">
      <dgm:prSet presAssocID="{14A6FCC1-56E9-4ED7-8A2E-008B431F2C42}" presName="compNode" presStyleCnt="0"/>
      <dgm:spPr/>
    </dgm:pt>
    <dgm:pt modelId="{E122B685-5641-42C4-98A3-38CB00D0786B}" type="pres">
      <dgm:prSet presAssocID="{14A6FCC1-56E9-4ED7-8A2E-008B431F2C42}" presName="dummyConnPt" presStyleCnt="0"/>
      <dgm:spPr/>
    </dgm:pt>
    <dgm:pt modelId="{8899071E-887E-4B74-AB6F-0FA62141AD21}" type="pres">
      <dgm:prSet presAssocID="{14A6FCC1-56E9-4ED7-8A2E-008B431F2C42}" presName="node" presStyleLbl="node1" presStyleIdx="6" presStyleCnt="9">
        <dgm:presLayoutVars>
          <dgm:bulletEnabled val="1"/>
        </dgm:presLayoutVars>
      </dgm:prSet>
      <dgm:spPr/>
    </dgm:pt>
    <dgm:pt modelId="{936C3617-769F-405D-9B2A-0161379E25E8}" type="pres">
      <dgm:prSet presAssocID="{635EA4D0-F83F-4A45-8D40-C68369142D55}" presName="sibTrans" presStyleLbl="bgSibTrans2D1" presStyleIdx="6" presStyleCnt="8"/>
      <dgm:spPr/>
    </dgm:pt>
    <dgm:pt modelId="{B975B7FE-9B9B-4022-BA62-B23EC93091F9}" type="pres">
      <dgm:prSet presAssocID="{9829D244-76ED-4EE2-BD94-4002221F97FE}" presName="compNode" presStyleCnt="0"/>
      <dgm:spPr/>
    </dgm:pt>
    <dgm:pt modelId="{4285670E-3099-4591-A492-72D4B71A85FA}" type="pres">
      <dgm:prSet presAssocID="{9829D244-76ED-4EE2-BD94-4002221F97FE}" presName="dummyConnPt" presStyleCnt="0"/>
      <dgm:spPr/>
    </dgm:pt>
    <dgm:pt modelId="{32DB9D0F-344B-4CFD-8A77-5E3CB06787C0}" type="pres">
      <dgm:prSet presAssocID="{9829D244-76ED-4EE2-BD94-4002221F97FE}" presName="node" presStyleLbl="node1" presStyleIdx="7" presStyleCnt="9">
        <dgm:presLayoutVars>
          <dgm:bulletEnabled val="1"/>
        </dgm:presLayoutVars>
      </dgm:prSet>
      <dgm:spPr/>
    </dgm:pt>
    <dgm:pt modelId="{7B5CA7A2-52B5-4BC0-966A-67647E22724B}" type="pres">
      <dgm:prSet presAssocID="{9C2480BC-EB5D-4580-8BBF-C725B5CBC775}" presName="sibTrans" presStyleLbl="bgSibTrans2D1" presStyleIdx="7" presStyleCnt="8"/>
      <dgm:spPr/>
    </dgm:pt>
    <dgm:pt modelId="{167B5B84-FCC6-431A-AD2C-8E768CC468CA}" type="pres">
      <dgm:prSet presAssocID="{358B09F8-60AD-481D-9AEE-9EA5454D9B91}" presName="compNode" presStyleCnt="0"/>
      <dgm:spPr/>
    </dgm:pt>
    <dgm:pt modelId="{D099B771-21EE-4760-8F96-CD2A49E08C96}" type="pres">
      <dgm:prSet presAssocID="{358B09F8-60AD-481D-9AEE-9EA5454D9B91}" presName="dummyConnPt" presStyleCnt="0"/>
      <dgm:spPr/>
    </dgm:pt>
    <dgm:pt modelId="{84BD5A46-A445-4E2E-92C3-A7EF09719492}" type="pres">
      <dgm:prSet presAssocID="{358B09F8-60AD-481D-9AEE-9EA5454D9B91}" presName="node" presStyleLbl="node1" presStyleIdx="8" presStyleCnt="9">
        <dgm:presLayoutVars>
          <dgm:bulletEnabled val="1"/>
        </dgm:presLayoutVars>
      </dgm:prSet>
      <dgm:spPr/>
    </dgm:pt>
  </dgm:ptLst>
  <dgm:cxnLst>
    <dgm:cxn modelId="{E4F1BA13-6A4D-4327-A1DB-EA921C422DB5}" type="presOf" srcId="{5EA586E2-5077-45B5-99C3-21CAE9050749}" destId="{56E6D17A-5139-44D6-869F-7FA81BA9C3CA}" srcOrd="0" destOrd="0" presId="urn:microsoft.com/office/officeart/2005/8/layout/bProcess4"/>
    <dgm:cxn modelId="{49ED7316-77A3-457E-8277-52201486448C}" type="presOf" srcId="{53D54E89-12C1-4315-8322-8681D09293C5}" destId="{0231EC7F-D031-4045-92C3-32EE4176A641}" srcOrd="0" destOrd="0" presId="urn:microsoft.com/office/officeart/2005/8/layout/bProcess4"/>
    <dgm:cxn modelId="{AB78702F-F617-4723-9DC3-7C4D359A69AF}" type="presOf" srcId="{9829D244-76ED-4EE2-BD94-4002221F97FE}" destId="{32DB9D0F-344B-4CFD-8A77-5E3CB06787C0}" srcOrd="0" destOrd="0" presId="urn:microsoft.com/office/officeart/2005/8/layout/bProcess4"/>
    <dgm:cxn modelId="{C7AC4533-8B62-44C7-8EB1-B173ABBF923F}" type="presOf" srcId="{B5882908-7995-4FB5-90BF-B55249E554A7}" destId="{193D4C11-DD83-4D1C-958E-6611143BB95C}" srcOrd="0" destOrd="0" presId="urn:microsoft.com/office/officeart/2005/8/layout/bProcess4"/>
    <dgm:cxn modelId="{B7DD0237-044D-406D-B7AC-4FE0973CEAE5}" type="presOf" srcId="{9C2480BC-EB5D-4580-8BBF-C725B5CBC775}" destId="{7B5CA7A2-52B5-4BC0-966A-67647E22724B}" srcOrd="0" destOrd="0" presId="urn:microsoft.com/office/officeart/2005/8/layout/bProcess4"/>
    <dgm:cxn modelId="{FF5F925D-6F2F-405F-A87C-781D8CE71B3A}" type="presOf" srcId="{D4215334-6EFA-4093-A5BA-8F578E90774D}" destId="{1F6ADB69-9DDA-41FA-B70C-A4EAEE1AA8D5}" srcOrd="0" destOrd="0" presId="urn:microsoft.com/office/officeart/2005/8/layout/bProcess4"/>
    <dgm:cxn modelId="{E587FA47-0BB4-47AC-B273-437A2CEF0102}" srcId="{8997C889-A7B8-48CD-A34D-2ADD73686560}" destId="{FBB901E6-3D06-4BFB-AE78-48F0AF8D6353}" srcOrd="4" destOrd="0" parTransId="{786513B4-B9BC-4357-9F40-DA2A74084AED}" sibTransId="{C86D8699-FC8F-4D90-9DF1-1D10DE6D750D}"/>
    <dgm:cxn modelId="{7693BD4D-5C5E-4DE8-A366-637ED4E7FBBA}" type="presOf" srcId="{A6FEB72F-8D02-4ED0-AFD0-2E80DD0C4E79}" destId="{2858A8C6-3C81-46FC-9A5F-C5AFCC358B32}" srcOrd="0" destOrd="0" presId="urn:microsoft.com/office/officeart/2005/8/layout/bProcess4"/>
    <dgm:cxn modelId="{700E3650-3854-406C-A348-5F6D6CA693B4}" type="presOf" srcId="{29879A2A-BDDB-496A-9A08-647CB21FB724}" destId="{9C2284E6-A3E2-4436-A98F-5B3356337DE4}" srcOrd="0" destOrd="0" presId="urn:microsoft.com/office/officeart/2005/8/layout/bProcess4"/>
    <dgm:cxn modelId="{76058574-100E-4197-B9DB-918DA2B19EF5}" type="presOf" srcId="{6D6AC490-C8BA-4E0F-A213-688DAE03F2FC}" destId="{881992AA-D0F0-48B4-9A62-7064C740D807}" srcOrd="0" destOrd="0" presId="urn:microsoft.com/office/officeart/2005/8/layout/bProcess4"/>
    <dgm:cxn modelId="{7D5A4A85-3A1A-4B64-B922-63925E3276C6}" srcId="{8997C889-A7B8-48CD-A34D-2ADD73686560}" destId="{6D6AC490-C8BA-4E0F-A213-688DAE03F2FC}" srcOrd="3" destOrd="0" parTransId="{84953F61-C449-4E64-9CE7-A8EF80111011}" sibTransId="{B5882908-7995-4FB5-90BF-B55249E554A7}"/>
    <dgm:cxn modelId="{AD4B3888-49CD-456C-956A-C2224B498FF7}" srcId="{8997C889-A7B8-48CD-A34D-2ADD73686560}" destId="{D4215334-6EFA-4093-A5BA-8F578E90774D}" srcOrd="0" destOrd="0" parTransId="{79007244-2081-4151-A958-B52726FB6DEF}" sibTransId="{53D54E89-12C1-4315-8322-8681D09293C5}"/>
    <dgm:cxn modelId="{D65DB889-58AD-4A31-9BDB-4BA57449B0B5}" type="presOf" srcId="{635EA4D0-F83F-4A45-8D40-C68369142D55}" destId="{936C3617-769F-405D-9B2A-0161379E25E8}" srcOrd="0" destOrd="0" presId="urn:microsoft.com/office/officeart/2005/8/layout/bProcess4"/>
    <dgm:cxn modelId="{DF9DFEA7-79FF-46CA-B853-E5227D1ED8E6}" srcId="{8997C889-A7B8-48CD-A34D-2ADD73686560}" destId="{14A6FCC1-56E9-4ED7-8A2E-008B431F2C42}" srcOrd="6" destOrd="0" parTransId="{C63EA5DA-B0A3-4A61-A062-2C4859A0F965}" sibTransId="{635EA4D0-F83F-4A45-8D40-C68369142D55}"/>
    <dgm:cxn modelId="{52EE1FB2-07E1-4480-BB35-1D9B3E647E16}" type="presOf" srcId="{FBB901E6-3D06-4BFB-AE78-48F0AF8D6353}" destId="{A9966F9A-4A7F-4353-88F7-1ADCAFB1716F}" srcOrd="0" destOrd="0" presId="urn:microsoft.com/office/officeart/2005/8/layout/bProcess4"/>
    <dgm:cxn modelId="{FFA480B9-2439-40A2-88F5-94B43F0574B7}" type="presOf" srcId="{14A6FCC1-56E9-4ED7-8A2E-008B431F2C42}" destId="{8899071E-887E-4B74-AB6F-0FA62141AD21}" srcOrd="0" destOrd="0" presId="urn:microsoft.com/office/officeart/2005/8/layout/bProcess4"/>
    <dgm:cxn modelId="{7DFF28C1-2125-482F-8E90-14782E0AD824}" type="presOf" srcId="{358B09F8-60AD-481D-9AEE-9EA5454D9B91}" destId="{84BD5A46-A445-4E2E-92C3-A7EF09719492}" srcOrd="0" destOrd="0" presId="urn:microsoft.com/office/officeart/2005/8/layout/bProcess4"/>
    <dgm:cxn modelId="{C4116EC9-548F-4C59-9B01-E9E0FAC1DDFF}" srcId="{8997C889-A7B8-48CD-A34D-2ADD73686560}" destId="{BE30415D-FCE9-4707-9AB6-597D38A5BDF8}" srcOrd="2" destOrd="0" parTransId="{D81F5441-0BE4-4A61-9A80-4B237BC1BBBD}" sibTransId="{A6FEB72F-8D02-4ED0-AFD0-2E80DD0C4E79}"/>
    <dgm:cxn modelId="{879F78D1-4B5C-465C-9411-1FE85813DA19}" srcId="{8997C889-A7B8-48CD-A34D-2ADD73686560}" destId="{358B09F8-60AD-481D-9AEE-9EA5454D9B91}" srcOrd="8" destOrd="0" parTransId="{DDAA38F5-0015-4902-8AB3-64271F7D770D}" sibTransId="{A9E38539-D3FA-4966-95C4-33577F5C2E14}"/>
    <dgm:cxn modelId="{672D95D4-92D3-4BCC-81D3-79FF08427413}" type="presOf" srcId="{C86D8699-FC8F-4D90-9DF1-1D10DE6D750D}" destId="{82E0B349-47E9-4DA4-BB80-460EE3056C7C}" srcOrd="0" destOrd="0" presId="urn:microsoft.com/office/officeart/2005/8/layout/bProcess4"/>
    <dgm:cxn modelId="{5F85ECE4-9837-4894-A65F-D7CB4DDD9E27}" srcId="{8997C889-A7B8-48CD-A34D-2ADD73686560}" destId="{5EA586E2-5077-45B5-99C3-21CAE9050749}" srcOrd="5" destOrd="0" parTransId="{258DEB37-76E9-4F02-A4FC-10E568C50CC4}" sibTransId="{CD9171C1-7F64-446B-82D2-7BBC84E68B79}"/>
    <dgm:cxn modelId="{D93CA6E5-9F3B-4549-ACFC-C30B2F50569D}" type="presOf" srcId="{BE30415D-FCE9-4707-9AB6-597D38A5BDF8}" destId="{A4F77E1D-C736-49CC-A3E3-A31627156095}" srcOrd="0" destOrd="0" presId="urn:microsoft.com/office/officeart/2005/8/layout/bProcess4"/>
    <dgm:cxn modelId="{E5CCB2EE-F05F-485D-B2DF-6B3A214A42F2}" type="presOf" srcId="{8997C889-A7B8-48CD-A34D-2ADD73686560}" destId="{DA0F26A5-41E8-4513-B6AC-E5095466C126}" srcOrd="0" destOrd="0" presId="urn:microsoft.com/office/officeart/2005/8/layout/bProcess4"/>
    <dgm:cxn modelId="{8C1083F0-F934-4909-890F-00F91E1A05F6}" type="presOf" srcId="{CD9171C1-7F64-446B-82D2-7BBC84E68B79}" destId="{2F71B10A-3573-4D36-BF56-BF4146CF308A}" srcOrd="0" destOrd="0" presId="urn:microsoft.com/office/officeart/2005/8/layout/bProcess4"/>
    <dgm:cxn modelId="{2370E2F3-4AB1-42FA-B9A0-C57072B77F3D}" srcId="{8997C889-A7B8-48CD-A34D-2ADD73686560}" destId="{9829D244-76ED-4EE2-BD94-4002221F97FE}" srcOrd="7" destOrd="0" parTransId="{3E1EA6D2-01DD-4FC7-A69E-66FC4962D7BE}" sibTransId="{9C2480BC-EB5D-4580-8BBF-C725B5CBC775}"/>
    <dgm:cxn modelId="{A08588F5-4705-42BC-A5A9-186E5F4AE4AC}" type="presOf" srcId="{572C5FF3-E9C9-45BF-9183-A11251D2008A}" destId="{DA2CA3F2-F30F-4A7F-9BD3-BDB1AA329995}" srcOrd="0" destOrd="0" presId="urn:microsoft.com/office/officeart/2005/8/layout/bProcess4"/>
    <dgm:cxn modelId="{60A8F1FE-E015-4CAE-976B-4EC00B9570AF}" srcId="{8997C889-A7B8-48CD-A34D-2ADD73686560}" destId="{572C5FF3-E9C9-45BF-9183-A11251D2008A}" srcOrd="1" destOrd="0" parTransId="{497F309F-4BFE-4EFE-BC4E-3F86F9A01D87}" sibTransId="{29879A2A-BDDB-496A-9A08-647CB21FB724}"/>
    <dgm:cxn modelId="{979B2347-F302-4FA8-A9DD-02C9A5478ED6}" type="presParOf" srcId="{DA0F26A5-41E8-4513-B6AC-E5095466C126}" destId="{D4EEDE5E-D7E5-46B4-9F05-E6EAA955940B}" srcOrd="0" destOrd="0" presId="urn:microsoft.com/office/officeart/2005/8/layout/bProcess4"/>
    <dgm:cxn modelId="{6059CBFA-B7D3-4F97-9C8D-77CE925CBF19}" type="presParOf" srcId="{D4EEDE5E-D7E5-46B4-9F05-E6EAA955940B}" destId="{E1650D0D-8892-4394-B463-87A6CDDD251D}" srcOrd="0" destOrd="0" presId="urn:microsoft.com/office/officeart/2005/8/layout/bProcess4"/>
    <dgm:cxn modelId="{A604611C-02A1-4DCF-A002-DE14B4AEB0A9}" type="presParOf" srcId="{D4EEDE5E-D7E5-46B4-9F05-E6EAA955940B}" destId="{1F6ADB69-9DDA-41FA-B70C-A4EAEE1AA8D5}" srcOrd="1" destOrd="0" presId="urn:microsoft.com/office/officeart/2005/8/layout/bProcess4"/>
    <dgm:cxn modelId="{6ED7B089-A2DC-4264-880D-2E4606FCDB04}" type="presParOf" srcId="{DA0F26A5-41E8-4513-B6AC-E5095466C126}" destId="{0231EC7F-D031-4045-92C3-32EE4176A641}" srcOrd="1" destOrd="0" presId="urn:microsoft.com/office/officeart/2005/8/layout/bProcess4"/>
    <dgm:cxn modelId="{680D3650-5885-463D-BACD-B876702105CA}" type="presParOf" srcId="{DA0F26A5-41E8-4513-B6AC-E5095466C126}" destId="{5560E256-5A5C-4E00-98A6-A0D4F3951AA6}" srcOrd="2" destOrd="0" presId="urn:microsoft.com/office/officeart/2005/8/layout/bProcess4"/>
    <dgm:cxn modelId="{E974404E-22BC-4D2D-9B5B-C8E28EB23687}" type="presParOf" srcId="{5560E256-5A5C-4E00-98A6-A0D4F3951AA6}" destId="{90E942AC-B0BE-44B0-B383-F3A4AE810373}" srcOrd="0" destOrd="0" presId="urn:microsoft.com/office/officeart/2005/8/layout/bProcess4"/>
    <dgm:cxn modelId="{A8C0B88D-B41E-4715-9D8E-C4BF501E9F56}" type="presParOf" srcId="{5560E256-5A5C-4E00-98A6-A0D4F3951AA6}" destId="{DA2CA3F2-F30F-4A7F-9BD3-BDB1AA329995}" srcOrd="1" destOrd="0" presId="urn:microsoft.com/office/officeart/2005/8/layout/bProcess4"/>
    <dgm:cxn modelId="{D9F9A98E-88A8-42F4-92A9-A2E7D7A0F1CD}" type="presParOf" srcId="{DA0F26A5-41E8-4513-B6AC-E5095466C126}" destId="{9C2284E6-A3E2-4436-A98F-5B3356337DE4}" srcOrd="3" destOrd="0" presId="urn:microsoft.com/office/officeart/2005/8/layout/bProcess4"/>
    <dgm:cxn modelId="{BF6227DF-7603-4816-BBF0-2902FD2393AB}" type="presParOf" srcId="{DA0F26A5-41E8-4513-B6AC-E5095466C126}" destId="{9BA70AE4-9CA3-4831-AA67-07752965B665}" srcOrd="4" destOrd="0" presId="urn:microsoft.com/office/officeart/2005/8/layout/bProcess4"/>
    <dgm:cxn modelId="{A9FAA0B0-2F24-4C6A-B08F-37E160964A35}" type="presParOf" srcId="{9BA70AE4-9CA3-4831-AA67-07752965B665}" destId="{C4683B0F-A944-45ED-9E0E-64E400191F1A}" srcOrd="0" destOrd="0" presId="urn:microsoft.com/office/officeart/2005/8/layout/bProcess4"/>
    <dgm:cxn modelId="{07E86864-899D-49C0-8622-8F6C838726EB}" type="presParOf" srcId="{9BA70AE4-9CA3-4831-AA67-07752965B665}" destId="{A4F77E1D-C736-49CC-A3E3-A31627156095}" srcOrd="1" destOrd="0" presId="urn:microsoft.com/office/officeart/2005/8/layout/bProcess4"/>
    <dgm:cxn modelId="{9B446C02-EB4D-47B3-9E2B-2C75026402EA}" type="presParOf" srcId="{DA0F26A5-41E8-4513-B6AC-E5095466C126}" destId="{2858A8C6-3C81-46FC-9A5F-C5AFCC358B32}" srcOrd="5" destOrd="0" presId="urn:microsoft.com/office/officeart/2005/8/layout/bProcess4"/>
    <dgm:cxn modelId="{CE704B12-AC34-40CE-8DD6-04553BFE9DB1}" type="presParOf" srcId="{DA0F26A5-41E8-4513-B6AC-E5095466C126}" destId="{E2624DD6-F523-44F5-AF18-78F2CF38C88A}" srcOrd="6" destOrd="0" presId="urn:microsoft.com/office/officeart/2005/8/layout/bProcess4"/>
    <dgm:cxn modelId="{A17A316E-DF6D-4F7C-BBB5-291CEC7BC040}" type="presParOf" srcId="{E2624DD6-F523-44F5-AF18-78F2CF38C88A}" destId="{93DF58F7-3390-4B95-9472-6744B5FE6928}" srcOrd="0" destOrd="0" presId="urn:microsoft.com/office/officeart/2005/8/layout/bProcess4"/>
    <dgm:cxn modelId="{5B379A58-B18B-485D-9F55-8099C1091768}" type="presParOf" srcId="{E2624DD6-F523-44F5-AF18-78F2CF38C88A}" destId="{881992AA-D0F0-48B4-9A62-7064C740D807}" srcOrd="1" destOrd="0" presId="urn:microsoft.com/office/officeart/2005/8/layout/bProcess4"/>
    <dgm:cxn modelId="{FEA57837-BC69-41BE-B505-DF1688B8E3D8}" type="presParOf" srcId="{DA0F26A5-41E8-4513-B6AC-E5095466C126}" destId="{193D4C11-DD83-4D1C-958E-6611143BB95C}" srcOrd="7" destOrd="0" presId="urn:microsoft.com/office/officeart/2005/8/layout/bProcess4"/>
    <dgm:cxn modelId="{AAB01C1F-BEAB-4D30-A2ED-95CCF01741C6}" type="presParOf" srcId="{DA0F26A5-41E8-4513-B6AC-E5095466C126}" destId="{B932EAF1-D80D-404E-B351-2C523D35A5D3}" srcOrd="8" destOrd="0" presId="urn:microsoft.com/office/officeart/2005/8/layout/bProcess4"/>
    <dgm:cxn modelId="{63B675FD-9737-4FB5-A5BB-4F54BA0D4227}" type="presParOf" srcId="{B932EAF1-D80D-404E-B351-2C523D35A5D3}" destId="{83A15A51-2F22-409C-AE37-8E3F79F68CFD}" srcOrd="0" destOrd="0" presId="urn:microsoft.com/office/officeart/2005/8/layout/bProcess4"/>
    <dgm:cxn modelId="{E80682F1-1073-4DB0-8D57-E2D596D9B273}" type="presParOf" srcId="{B932EAF1-D80D-404E-B351-2C523D35A5D3}" destId="{A9966F9A-4A7F-4353-88F7-1ADCAFB1716F}" srcOrd="1" destOrd="0" presId="urn:microsoft.com/office/officeart/2005/8/layout/bProcess4"/>
    <dgm:cxn modelId="{9BF8CD70-F600-4DFE-A8E6-8C370BC96FEB}" type="presParOf" srcId="{DA0F26A5-41E8-4513-B6AC-E5095466C126}" destId="{82E0B349-47E9-4DA4-BB80-460EE3056C7C}" srcOrd="9" destOrd="0" presId="urn:microsoft.com/office/officeart/2005/8/layout/bProcess4"/>
    <dgm:cxn modelId="{6D267A0A-8709-4629-BC09-53194B965B0C}" type="presParOf" srcId="{DA0F26A5-41E8-4513-B6AC-E5095466C126}" destId="{EA6E24F4-A334-4B93-97E9-D196B44038EC}" srcOrd="10" destOrd="0" presId="urn:microsoft.com/office/officeart/2005/8/layout/bProcess4"/>
    <dgm:cxn modelId="{6BB06136-D594-464C-A1DA-EA9374E351DA}" type="presParOf" srcId="{EA6E24F4-A334-4B93-97E9-D196B44038EC}" destId="{B232FC7D-1EE2-40D7-A625-1FC5533EBF6E}" srcOrd="0" destOrd="0" presId="urn:microsoft.com/office/officeart/2005/8/layout/bProcess4"/>
    <dgm:cxn modelId="{36613E13-E996-4D19-82F4-2A0B5B2C0E89}" type="presParOf" srcId="{EA6E24F4-A334-4B93-97E9-D196B44038EC}" destId="{56E6D17A-5139-44D6-869F-7FA81BA9C3CA}" srcOrd="1" destOrd="0" presId="urn:microsoft.com/office/officeart/2005/8/layout/bProcess4"/>
    <dgm:cxn modelId="{8608C926-9E2B-493F-9844-171CC1BBD7FC}" type="presParOf" srcId="{DA0F26A5-41E8-4513-B6AC-E5095466C126}" destId="{2F71B10A-3573-4D36-BF56-BF4146CF308A}" srcOrd="11" destOrd="0" presId="urn:microsoft.com/office/officeart/2005/8/layout/bProcess4"/>
    <dgm:cxn modelId="{178BF791-4DD0-45E4-94C9-806D50390A8C}" type="presParOf" srcId="{DA0F26A5-41E8-4513-B6AC-E5095466C126}" destId="{DC289657-5CAD-4D24-85F6-3318A278CCE3}" srcOrd="12" destOrd="0" presId="urn:microsoft.com/office/officeart/2005/8/layout/bProcess4"/>
    <dgm:cxn modelId="{37035F8D-A5B0-41FD-8C12-AF18E5465FE2}" type="presParOf" srcId="{DC289657-5CAD-4D24-85F6-3318A278CCE3}" destId="{E122B685-5641-42C4-98A3-38CB00D0786B}" srcOrd="0" destOrd="0" presId="urn:microsoft.com/office/officeart/2005/8/layout/bProcess4"/>
    <dgm:cxn modelId="{4D935690-3359-4D7D-A911-44D74A4B696E}" type="presParOf" srcId="{DC289657-5CAD-4D24-85F6-3318A278CCE3}" destId="{8899071E-887E-4B74-AB6F-0FA62141AD21}" srcOrd="1" destOrd="0" presId="urn:microsoft.com/office/officeart/2005/8/layout/bProcess4"/>
    <dgm:cxn modelId="{20A9909C-402B-4DF2-A595-7856B520C8A4}" type="presParOf" srcId="{DA0F26A5-41E8-4513-B6AC-E5095466C126}" destId="{936C3617-769F-405D-9B2A-0161379E25E8}" srcOrd="13" destOrd="0" presId="urn:microsoft.com/office/officeart/2005/8/layout/bProcess4"/>
    <dgm:cxn modelId="{E334CFE3-D16C-4567-B502-48AAE425DF77}" type="presParOf" srcId="{DA0F26A5-41E8-4513-B6AC-E5095466C126}" destId="{B975B7FE-9B9B-4022-BA62-B23EC93091F9}" srcOrd="14" destOrd="0" presId="urn:microsoft.com/office/officeart/2005/8/layout/bProcess4"/>
    <dgm:cxn modelId="{4F53B83B-A1BE-4876-BE7D-7BBA8F64147A}" type="presParOf" srcId="{B975B7FE-9B9B-4022-BA62-B23EC93091F9}" destId="{4285670E-3099-4591-A492-72D4B71A85FA}" srcOrd="0" destOrd="0" presId="urn:microsoft.com/office/officeart/2005/8/layout/bProcess4"/>
    <dgm:cxn modelId="{CC62BAED-938B-46E8-A192-28FFB9223980}" type="presParOf" srcId="{B975B7FE-9B9B-4022-BA62-B23EC93091F9}" destId="{32DB9D0F-344B-4CFD-8A77-5E3CB06787C0}" srcOrd="1" destOrd="0" presId="urn:microsoft.com/office/officeart/2005/8/layout/bProcess4"/>
    <dgm:cxn modelId="{2DA3088C-9ED6-4DC9-92B8-AEB277E86451}" type="presParOf" srcId="{DA0F26A5-41E8-4513-B6AC-E5095466C126}" destId="{7B5CA7A2-52B5-4BC0-966A-67647E22724B}" srcOrd="15" destOrd="0" presId="urn:microsoft.com/office/officeart/2005/8/layout/bProcess4"/>
    <dgm:cxn modelId="{B78874F6-4D0A-457F-A1AD-2D1035D08D01}" type="presParOf" srcId="{DA0F26A5-41E8-4513-B6AC-E5095466C126}" destId="{167B5B84-FCC6-431A-AD2C-8E768CC468CA}" srcOrd="16" destOrd="0" presId="urn:microsoft.com/office/officeart/2005/8/layout/bProcess4"/>
    <dgm:cxn modelId="{C2422BCC-FE5C-4ED0-8FF2-EBDA2375642C}" type="presParOf" srcId="{167B5B84-FCC6-431A-AD2C-8E768CC468CA}" destId="{D099B771-21EE-4760-8F96-CD2A49E08C96}" srcOrd="0" destOrd="0" presId="urn:microsoft.com/office/officeart/2005/8/layout/bProcess4"/>
    <dgm:cxn modelId="{2FA86916-6271-4607-BCC3-7F7163788C62}" type="presParOf" srcId="{167B5B84-FCC6-431A-AD2C-8E768CC468CA}" destId="{84BD5A46-A445-4E2E-92C3-A7EF09719492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5516B8F-B587-41D8-957D-689E2059A55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E8D7DB-FD78-4750-BDCB-EBA2167F0EEA}">
      <dgm:prSet/>
      <dgm:spPr/>
      <dgm:t>
        <a:bodyPr/>
        <a:lstStyle/>
        <a:p>
          <a:r>
            <a:rPr lang="es-ES"/>
            <a:t>Cada equipo debe definir:</a:t>
          </a:r>
          <a:endParaRPr lang="en-US"/>
        </a:p>
      </dgm:t>
    </dgm:pt>
    <dgm:pt modelId="{B393B13A-D628-4E52-A14F-60CAC4FE7048}" type="parTrans" cxnId="{9212EE0B-B342-4DA2-AFB1-E736EB970EE1}">
      <dgm:prSet/>
      <dgm:spPr/>
      <dgm:t>
        <a:bodyPr/>
        <a:lstStyle/>
        <a:p>
          <a:endParaRPr lang="en-US"/>
        </a:p>
      </dgm:t>
    </dgm:pt>
    <dgm:pt modelId="{4FFBCFFD-D854-4C6A-BD18-1F99869DF195}" type="sibTrans" cxnId="{9212EE0B-B342-4DA2-AFB1-E736EB970EE1}">
      <dgm:prSet/>
      <dgm:spPr/>
      <dgm:t>
        <a:bodyPr/>
        <a:lstStyle/>
        <a:p>
          <a:endParaRPr lang="en-US"/>
        </a:p>
      </dgm:t>
    </dgm:pt>
    <dgm:pt modelId="{D0BFC030-D925-4389-96AA-529BED57B519}">
      <dgm:prSet/>
      <dgm:spPr/>
      <dgm:t>
        <a:bodyPr/>
        <a:lstStyle/>
        <a:p>
          <a:r>
            <a:rPr lang="es-ES"/>
            <a:t>✔ 5 a 8 requisitos funcionales.</a:t>
          </a:r>
          <a:endParaRPr lang="en-US"/>
        </a:p>
      </dgm:t>
    </dgm:pt>
    <dgm:pt modelId="{9359D011-6A58-474A-8357-6F8FB1252B14}" type="parTrans" cxnId="{ECB654D5-196E-4BA0-B4DD-E5B9A0F1571E}">
      <dgm:prSet/>
      <dgm:spPr/>
      <dgm:t>
        <a:bodyPr/>
        <a:lstStyle/>
        <a:p>
          <a:endParaRPr lang="en-US"/>
        </a:p>
      </dgm:t>
    </dgm:pt>
    <dgm:pt modelId="{E59DC775-A5C7-4BFC-8BF2-4AB9FB680B8E}" type="sibTrans" cxnId="{ECB654D5-196E-4BA0-B4DD-E5B9A0F1571E}">
      <dgm:prSet/>
      <dgm:spPr/>
      <dgm:t>
        <a:bodyPr/>
        <a:lstStyle/>
        <a:p>
          <a:endParaRPr lang="en-US"/>
        </a:p>
      </dgm:t>
    </dgm:pt>
    <dgm:pt modelId="{07D61378-9319-4F46-8613-9390D24D4FAE}">
      <dgm:prSet/>
      <dgm:spPr/>
      <dgm:t>
        <a:bodyPr/>
        <a:lstStyle/>
        <a:p>
          <a:r>
            <a:rPr lang="es-ES"/>
            <a:t>✔ 3 atributos de calidad.</a:t>
          </a:r>
          <a:endParaRPr lang="en-US"/>
        </a:p>
      </dgm:t>
    </dgm:pt>
    <dgm:pt modelId="{DF28B8F6-5EFA-420E-A80C-13640F9E470E}" type="parTrans" cxnId="{8B125309-99FF-4DE8-9ACD-52E299DD2604}">
      <dgm:prSet/>
      <dgm:spPr/>
      <dgm:t>
        <a:bodyPr/>
        <a:lstStyle/>
        <a:p>
          <a:endParaRPr lang="en-US"/>
        </a:p>
      </dgm:t>
    </dgm:pt>
    <dgm:pt modelId="{AF1C34CA-2427-4313-8F37-16587EA7ABE6}" type="sibTrans" cxnId="{8B125309-99FF-4DE8-9ACD-52E299DD2604}">
      <dgm:prSet/>
      <dgm:spPr/>
      <dgm:t>
        <a:bodyPr/>
        <a:lstStyle/>
        <a:p>
          <a:endParaRPr lang="en-US"/>
        </a:p>
      </dgm:t>
    </dgm:pt>
    <dgm:pt modelId="{71107D86-0BBE-4BE4-B227-A8C879899518}">
      <dgm:prSet/>
      <dgm:spPr/>
      <dgm:t>
        <a:bodyPr/>
        <a:lstStyle/>
        <a:p>
          <a:r>
            <a:rPr lang="es-ES"/>
            <a:t>✔ 1 métrica por atributo.</a:t>
          </a:r>
          <a:endParaRPr lang="en-US"/>
        </a:p>
      </dgm:t>
    </dgm:pt>
    <dgm:pt modelId="{3FAB8B81-5D9D-4849-8FD8-A0C853AA3223}" type="parTrans" cxnId="{2CB15F54-FBA8-4CB1-84C8-CD293A817998}">
      <dgm:prSet/>
      <dgm:spPr/>
      <dgm:t>
        <a:bodyPr/>
        <a:lstStyle/>
        <a:p>
          <a:endParaRPr lang="en-US"/>
        </a:p>
      </dgm:t>
    </dgm:pt>
    <dgm:pt modelId="{73151528-817E-47B6-9B6C-178C36064904}" type="sibTrans" cxnId="{2CB15F54-FBA8-4CB1-84C8-CD293A817998}">
      <dgm:prSet/>
      <dgm:spPr/>
      <dgm:t>
        <a:bodyPr/>
        <a:lstStyle/>
        <a:p>
          <a:endParaRPr lang="en-US"/>
        </a:p>
      </dgm:t>
    </dgm:pt>
    <dgm:pt modelId="{09DC41DB-EAEE-4D75-93C3-E449AA9E71CB}">
      <dgm:prSet/>
      <dgm:spPr/>
      <dgm:t>
        <a:bodyPr/>
        <a:lstStyle/>
        <a:p>
          <a:r>
            <a:rPr lang="es-ES"/>
            <a:t>Esto será presentado ante el Comité de Arquitectura.</a:t>
          </a:r>
          <a:endParaRPr lang="en-US"/>
        </a:p>
      </dgm:t>
    </dgm:pt>
    <dgm:pt modelId="{AB9C7E8B-FAF1-40FC-8D5F-E7FD8457D6A6}" type="parTrans" cxnId="{022052D6-89F8-4B10-9375-6C677FE178ED}">
      <dgm:prSet/>
      <dgm:spPr/>
      <dgm:t>
        <a:bodyPr/>
        <a:lstStyle/>
        <a:p>
          <a:endParaRPr lang="en-US"/>
        </a:p>
      </dgm:t>
    </dgm:pt>
    <dgm:pt modelId="{485EB761-8898-4DD4-9F6E-B5A403E871D3}" type="sibTrans" cxnId="{022052D6-89F8-4B10-9375-6C677FE178ED}">
      <dgm:prSet/>
      <dgm:spPr/>
      <dgm:t>
        <a:bodyPr/>
        <a:lstStyle/>
        <a:p>
          <a:endParaRPr lang="en-US"/>
        </a:p>
      </dgm:t>
    </dgm:pt>
    <dgm:pt modelId="{8DA1049D-DC36-4911-B0AC-664302FD7614}" type="pres">
      <dgm:prSet presAssocID="{C5516B8F-B587-41D8-957D-689E2059A551}" presName="vert0" presStyleCnt="0">
        <dgm:presLayoutVars>
          <dgm:dir/>
          <dgm:animOne val="branch"/>
          <dgm:animLvl val="lvl"/>
        </dgm:presLayoutVars>
      </dgm:prSet>
      <dgm:spPr/>
    </dgm:pt>
    <dgm:pt modelId="{B06AD543-E48F-485E-B342-F6322CCC0AF1}" type="pres">
      <dgm:prSet presAssocID="{0FE8D7DB-FD78-4750-BDCB-EBA2167F0EEA}" presName="thickLine" presStyleLbl="alignNode1" presStyleIdx="0" presStyleCnt="5"/>
      <dgm:spPr/>
    </dgm:pt>
    <dgm:pt modelId="{91D8CA60-328B-461F-898D-819F417A8BF1}" type="pres">
      <dgm:prSet presAssocID="{0FE8D7DB-FD78-4750-BDCB-EBA2167F0EEA}" presName="horz1" presStyleCnt="0"/>
      <dgm:spPr/>
    </dgm:pt>
    <dgm:pt modelId="{600D2BA2-55C4-472F-ABA3-F1B6337F85E0}" type="pres">
      <dgm:prSet presAssocID="{0FE8D7DB-FD78-4750-BDCB-EBA2167F0EEA}" presName="tx1" presStyleLbl="revTx" presStyleIdx="0" presStyleCnt="5"/>
      <dgm:spPr/>
    </dgm:pt>
    <dgm:pt modelId="{0FBEE92A-8B95-4AB6-89C5-BF6DFDEDEAAD}" type="pres">
      <dgm:prSet presAssocID="{0FE8D7DB-FD78-4750-BDCB-EBA2167F0EEA}" presName="vert1" presStyleCnt="0"/>
      <dgm:spPr/>
    </dgm:pt>
    <dgm:pt modelId="{A673DEA9-09FC-4129-95E5-D00DB797EB3C}" type="pres">
      <dgm:prSet presAssocID="{D0BFC030-D925-4389-96AA-529BED57B519}" presName="thickLine" presStyleLbl="alignNode1" presStyleIdx="1" presStyleCnt="5"/>
      <dgm:spPr/>
    </dgm:pt>
    <dgm:pt modelId="{C6594729-7F68-42DF-BAE4-82675451AAD8}" type="pres">
      <dgm:prSet presAssocID="{D0BFC030-D925-4389-96AA-529BED57B519}" presName="horz1" presStyleCnt="0"/>
      <dgm:spPr/>
    </dgm:pt>
    <dgm:pt modelId="{8B43751A-2B12-48CF-B0E9-A6CCF2FA2F93}" type="pres">
      <dgm:prSet presAssocID="{D0BFC030-D925-4389-96AA-529BED57B519}" presName="tx1" presStyleLbl="revTx" presStyleIdx="1" presStyleCnt="5"/>
      <dgm:spPr/>
    </dgm:pt>
    <dgm:pt modelId="{A48C930E-3CE3-4638-A2C0-7025B1480F6B}" type="pres">
      <dgm:prSet presAssocID="{D0BFC030-D925-4389-96AA-529BED57B519}" presName="vert1" presStyleCnt="0"/>
      <dgm:spPr/>
    </dgm:pt>
    <dgm:pt modelId="{26AD820A-08C3-4B16-A6D1-1CAEA065DD12}" type="pres">
      <dgm:prSet presAssocID="{07D61378-9319-4F46-8613-9390D24D4FAE}" presName="thickLine" presStyleLbl="alignNode1" presStyleIdx="2" presStyleCnt="5"/>
      <dgm:spPr/>
    </dgm:pt>
    <dgm:pt modelId="{30F5477E-4507-4501-B52A-CBA71E187B8D}" type="pres">
      <dgm:prSet presAssocID="{07D61378-9319-4F46-8613-9390D24D4FAE}" presName="horz1" presStyleCnt="0"/>
      <dgm:spPr/>
    </dgm:pt>
    <dgm:pt modelId="{15987785-0A88-41BB-B753-B99B1EAD9D74}" type="pres">
      <dgm:prSet presAssocID="{07D61378-9319-4F46-8613-9390D24D4FAE}" presName="tx1" presStyleLbl="revTx" presStyleIdx="2" presStyleCnt="5"/>
      <dgm:spPr/>
    </dgm:pt>
    <dgm:pt modelId="{F4BC58B6-3082-4A7E-91B0-D5C96B4B4785}" type="pres">
      <dgm:prSet presAssocID="{07D61378-9319-4F46-8613-9390D24D4FAE}" presName="vert1" presStyleCnt="0"/>
      <dgm:spPr/>
    </dgm:pt>
    <dgm:pt modelId="{C9A86DA9-9099-4DB7-8699-B1FDA823C211}" type="pres">
      <dgm:prSet presAssocID="{71107D86-0BBE-4BE4-B227-A8C879899518}" presName="thickLine" presStyleLbl="alignNode1" presStyleIdx="3" presStyleCnt="5"/>
      <dgm:spPr/>
    </dgm:pt>
    <dgm:pt modelId="{6BED5946-6137-4BE2-82D1-D701E5E9F889}" type="pres">
      <dgm:prSet presAssocID="{71107D86-0BBE-4BE4-B227-A8C879899518}" presName="horz1" presStyleCnt="0"/>
      <dgm:spPr/>
    </dgm:pt>
    <dgm:pt modelId="{7EF840A1-2F48-4F36-8722-51E9962E580E}" type="pres">
      <dgm:prSet presAssocID="{71107D86-0BBE-4BE4-B227-A8C879899518}" presName="tx1" presStyleLbl="revTx" presStyleIdx="3" presStyleCnt="5"/>
      <dgm:spPr/>
    </dgm:pt>
    <dgm:pt modelId="{E78B0133-73A2-4F53-AAE2-B896FFC3A7FD}" type="pres">
      <dgm:prSet presAssocID="{71107D86-0BBE-4BE4-B227-A8C879899518}" presName="vert1" presStyleCnt="0"/>
      <dgm:spPr/>
    </dgm:pt>
    <dgm:pt modelId="{357F1BA5-BCD4-47B8-AF2D-08C8049DCC53}" type="pres">
      <dgm:prSet presAssocID="{09DC41DB-EAEE-4D75-93C3-E449AA9E71CB}" presName="thickLine" presStyleLbl="alignNode1" presStyleIdx="4" presStyleCnt="5"/>
      <dgm:spPr/>
    </dgm:pt>
    <dgm:pt modelId="{DAD6DA0C-BA14-4367-9ED7-E41892B92BFA}" type="pres">
      <dgm:prSet presAssocID="{09DC41DB-EAEE-4D75-93C3-E449AA9E71CB}" presName="horz1" presStyleCnt="0"/>
      <dgm:spPr/>
    </dgm:pt>
    <dgm:pt modelId="{4CC7213D-6D5F-4A4D-8C84-A9EA279FC6CF}" type="pres">
      <dgm:prSet presAssocID="{09DC41DB-EAEE-4D75-93C3-E449AA9E71CB}" presName="tx1" presStyleLbl="revTx" presStyleIdx="4" presStyleCnt="5"/>
      <dgm:spPr/>
    </dgm:pt>
    <dgm:pt modelId="{7F8BF8BC-84BE-40EF-A8A5-48983588C066}" type="pres">
      <dgm:prSet presAssocID="{09DC41DB-EAEE-4D75-93C3-E449AA9E71CB}" presName="vert1" presStyleCnt="0"/>
      <dgm:spPr/>
    </dgm:pt>
  </dgm:ptLst>
  <dgm:cxnLst>
    <dgm:cxn modelId="{8B125309-99FF-4DE8-9ACD-52E299DD2604}" srcId="{C5516B8F-B587-41D8-957D-689E2059A551}" destId="{07D61378-9319-4F46-8613-9390D24D4FAE}" srcOrd="2" destOrd="0" parTransId="{DF28B8F6-5EFA-420E-A80C-13640F9E470E}" sibTransId="{AF1C34CA-2427-4313-8F37-16587EA7ABE6}"/>
    <dgm:cxn modelId="{9212EE0B-B342-4DA2-AFB1-E736EB970EE1}" srcId="{C5516B8F-B587-41D8-957D-689E2059A551}" destId="{0FE8D7DB-FD78-4750-BDCB-EBA2167F0EEA}" srcOrd="0" destOrd="0" parTransId="{B393B13A-D628-4E52-A14F-60CAC4FE7048}" sibTransId="{4FFBCFFD-D854-4C6A-BD18-1F99869DF195}"/>
    <dgm:cxn modelId="{9D86BD50-CB1F-4E33-A798-6FE6DE73FF7E}" type="presOf" srcId="{D0BFC030-D925-4389-96AA-529BED57B519}" destId="{8B43751A-2B12-48CF-B0E9-A6CCF2FA2F93}" srcOrd="0" destOrd="0" presId="urn:microsoft.com/office/officeart/2008/layout/LinedList"/>
    <dgm:cxn modelId="{EF722D72-9C21-47E2-81E7-7648C8628623}" type="presOf" srcId="{C5516B8F-B587-41D8-957D-689E2059A551}" destId="{8DA1049D-DC36-4911-B0AC-664302FD7614}" srcOrd="0" destOrd="0" presId="urn:microsoft.com/office/officeart/2008/layout/LinedList"/>
    <dgm:cxn modelId="{2CB15F54-FBA8-4CB1-84C8-CD293A817998}" srcId="{C5516B8F-B587-41D8-957D-689E2059A551}" destId="{71107D86-0BBE-4BE4-B227-A8C879899518}" srcOrd="3" destOrd="0" parTransId="{3FAB8B81-5D9D-4849-8FD8-A0C853AA3223}" sibTransId="{73151528-817E-47B6-9B6C-178C36064904}"/>
    <dgm:cxn modelId="{638B1779-A001-47B9-AAE1-0A1CED1E30D0}" type="presOf" srcId="{07D61378-9319-4F46-8613-9390D24D4FAE}" destId="{15987785-0A88-41BB-B753-B99B1EAD9D74}" srcOrd="0" destOrd="0" presId="urn:microsoft.com/office/officeart/2008/layout/LinedList"/>
    <dgm:cxn modelId="{47D3AF7C-FBDF-4EBB-A444-E995FAACFD59}" type="presOf" srcId="{0FE8D7DB-FD78-4750-BDCB-EBA2167F0EEA}" destId="{600D2BA2-55C4-472F-ABA3-F1B6337F85E0}" srcOrd="0" destOrd="0" presId="urn:microsoft.com/office/officeart/2008/layout/LinedList"/>
    <dgm:cxn modelId="{128DFB88-D849-40B1-B723-B76A03191B0F}" type="presOf" srcId="{71107D86-0BBE-4BE4-B227-A8C879899518}" destId="{7EF840A1-2F48-4F36-8722-51E9962E580E}" srcOrd="0" destOrd="0" presId="urn:microsoft.com/office/officeart/2008/layout/LinedList"/>
    <dgm:cxn modelId="{ECB654D5-196E-4BA0-B4DD-E5B9A0F1571E}" srcId="{C5516B8F-B587-41D8-957D-689E2059A551}" destId="{D0BFC030-D925-4389-96AA-529BED57B519}" srcOrd="1" destOrd="0" parTransId="{9359D011-6A58-474A-8357-6F8FB1252B14}" sibTransId="{E59DC775-A5C7-4BFC-8BF2-4AB9FB680B8E}"/>
    <dgm:cxn modelId="{022052D6-89F8-4B10-9375-6C677FE178ED}" srcId="{C5516B8F-B587-41D8-957D-689E2059A551}" destId="{09DC41DB-EAEE-4D75-93C3-E449AA9E71CB}" srcOrd="4" destOrd="0" parTransId="{AB9C7E8B-FAF1-40FC-8D5F-E7FD8457D6A6}" sibTransId="{485EB761-8898-4DD4-9F6E-B5A403E871D3}"/>
    <dgm:cxn modelId="{233B7ADC-DA4C-418B-8A41-62EE9EF6F967}" type="presOf" srcId="{09DC41DB-EAEE-4D75-93C3-E449AA9E71CB}" destId="{4CC7213D-6D5F-4A4D-8C84-A9EA279FC6CF}" srcOrd="0" destOrd="0" presId="urn:microsoft.com/office/officeart/2008/layout/LinedList"/>
    <dgm:cxn modelId="{6C794B52-E9FD-4765-ABB5-3A3531B12607}" type="presParOf" srcId="{8DA1049D-DC36-4911-B0AC-664302FD7614}" destId="{B06AD543-E48F-485E-B342-F6322CCC0AF1}" srcOrd="0" destOrd="0" presId="urn:microsoft.com/office/officeart/2008/layout/LinedList"/>
    <dgm:cxn modelId="{4D8E2CC1-77FE-4944-9952-C2C16CF08C49}" type="presParOf" srcId="{8DA1049D-DC36-4911-B0AC-664302FD7614}" destId="{91D8CA60-328B-461F-898D-819F417A8BF1}" srcOrd="1" destOrd="0" presId="urn:microsoft.com/office/officeart/2008/layout/LinedList"/>
    <dgm:cxn modelId="{71180FEC-06E4-494F-8F6E-EA37FC2FC154}" type="presParOf" srcId="{91D8CA60-328B-461F-898D-819F417A8BF1}" destId="{600D2BA2-55C4-472F-ABA3-F1B6337F85E0}" srcOrd="0" destOrd="0" presId="urn:microsoft.com/office/officeart/2008/layout/LinedList"/>
    <dgm:cxn modelId="{EC1B824D-F54C-4063-8DAF-7126C9214612}" type="presParOf" srcId="{91D8CA60-328B-461F-898D-819F417A8BF1}" destId="{0FBEE92A-8B95-4AB6-89C5-BF6DFDEDEAAD}" srcOrd="1" destOrd="0" presId="urn:microsoft.com/office/officeart/2008/layout/LinedList"/>
    <dgm:cxn modelId="{B6BB4C9A-D57E-4FF2-AF3C-F01F729DD788}" type="presParOf" srcId="{8DA1049D-DC36-4911-B0AC-664302FD7614}" destId="{A673DEA9-09FC-4129-95E5-D00DB797EB3C}" srcOrd="2" destOrd="0" presId="urn:microsoft.com/office/officeart/2008/layout/LinedList"/>
    <dgm:cxn modelId="{302A93B8-EC06-4C1C-83EF-F7DFD801FF43}" type="presParOf" srcId="{8DA1049D-DC36-4911-B0AC-664302FD7614}" destId="{C6594729-7F68-42DF-BAE4-82675451AAD8}" srcOrd="3" destOrd="0" presId="urn:microsoft.com/office/officeart/2008/layout/LinedList"/>
    <dgm:cxn modelId="{F565061E-FE06-41E8-9FF6-35383214FE6E}" type="presParOf" srcId="{C6594729-7F68-42DF-BAE4-82675451AAD8}" destId="{8B43751A-2B12-48CF-B0E9-A6CCF2FA2F93}" srcOrd="0" destOrd="0" presId="urn:microsoft.com/office/officeart/2008/layout/LinedList"/>
    <dgm:cxn modelId="{482B207F-05BE-434F-8262-4C50D769C781}" type="presParOf" srcId="{C6594729-7F68-42DF-BAE4-82675451AAD8}" destId="{A48C930E-3CE3-4638-A2C0-7025B1480F6B}" srcOrd="1" destOrd="0" presId="urn:microsoft.com/office/officeart/2008/layout/LinedList"/>
    <dgm:cxn modelId="{672216A2-3BD1-44A0-A281-C6F292FA5399}" type="presParOf" srcId="{8DA1049D-DC36-4911-B0AC-664302FD7614}" destId="{26AD820A-08C3-4B16-A6D1-1CAEA065DD12}" srcOrd="4" destOrd="0" presId="urn:microsoft.com/office/officeart/2008/layout/LinedList"/>
    <dgm:cxn modelId="{4EF87454-D843-4B33-9FD6-1C4387739101}" type="presParOf" srcId="{8DA1049D-DC36-4911-B0AC-664302FD7614}" destId="{30F5477E-4507-4501-B52A-CBA71E187B8D}" srcOrd="5" destOrd="0" presId="urn:microsoft.com/office/officeart/2008/layout/LinedList"/>
    <dgm:cxn modelId="{50600670-8B44-4F42-80E4-2F25476AAB92}" type="presParOf" srcId="{30F5477E-4507-4501-B52A-CBA71E187B8D}" destId="{15987785-0A88-41BB-B753-B99B1EAD9D74}" srcOrd="0" destOrd="0" presId="urn:microsoft.com/office/officeart/2008/layout/LinedList"/>
    <dgm:cxn modelId="{C7CA0B2C-2BE1-46CA-AF9E-4DE6C61DC75E}" type="presParOf" srcId="{30F5477E-4507-4501-B52A-CBA71E187B8D}" destId="{F4BC58B6-3082-4A7E-91B0-D5C96B4B4785}" srcOrd="1" destOrd="0" presId="urn:microsoft.com/office/officeart/2008/layout/LinedList"/>
    <dgm:cxn modelId="{769CAAAF-D3A4-4B3F-A083-5E30F6556A36}" type="presParOf" srcId="{8DA1049D-DC36-4911-B0AC-664302FD7614}" destId="{C9A86DA9-9099-4DB7-8699-B1FDA823C211}" srcOrd="6" destOrd="0" presId="urn:microsoft.com/office/officeart/2008/layout/LinedList"/>
    <dgm:cxn modelId="{7C9DAAF7-CE76-4546-B475-622FF430377E}" type="presParOf" srcId="{8DA1049D-DC36-4911-B0AC-664302FD7614}" destId="{6BED5946-6137-4BE2-82D1-D701E5E9F889}" srcOrd="7" destOrd="0" presId="urn:microsoft.com/office/officeart/2008/layout/LinedList"/>
    <dgm:cxn modelId="{B237D874-C195-4F17-9C1C-3E4D4B94860D}" type="presParOf" srcId="{6BED5946-6137-4BE2-82D1-D701E5E9F889}" destId="{7EF840A1-2F48-4F36-8722-51E9962E580E}" srcOrd="0" destOrd="0" presId="urn:microsoft.com/office/officeart/2008/layout/LinedList"/>
    <dgm:cxn modelId="{C70FD658-AD7E-4906-94CE-187BDE1E2F1B}" type="presParOf" srcId="{6BED5946-6137-4BE2-82D1-D701E5E9F889}" destId="{E78B0133-73A2-4F53-AAE2-B896FFC3A7FD}" srcOrd="1" destOrd="0" presId="urn:microsoft.com/office/officeart/2008/layout/LinedList"/>
    <dgm:cxn modelId="{3E16895C-B998-46D2-B6B0-2C1456FC9046}" type="presParOf" srcId="{8DA1049D-DC36-4911-B0AC-664302FD7614}" destId="{357F1BA5-BCD4-47B8-AF2D-08C8049DCC53}" srcOrd="8" destOrd="0" presId="urn:microsoft.com/office/officeart/2008/layout/LinedList"/>
    <dgm:cxn modelId="{04BF9758-1CC4-4C40-8CB7-2879C1207A18}" type="presParOf" srcId="{8DA1049D-DC36-4911-B0AC-664302FD7614}" destId="{DAD6DA0C-BA14-4367-9ED7-E41892B92BFA}" srcOrd="9" destOrd="0" presId="urn:microsoft.com/office/officeart/2008/layout/LinedList"/>
    <dgm:cxn modelId="{E83E655A-C343-4FEF-9B6F-8F029ACF0629}" type="presParOf" srcId="{DAD6DA0C-BA14-4367-9ED7-E41892B92BFA}" destId="{4CC7213D-6D5F-4A4D-8C84-A9EA279FC6CF}" srcOrd="0" destOrd="0" presId="urn:microsoft.com/office/officeart/2008/layout/LinedList"/>
    <dgm:cxn modelId="{0DF38C14-4CAB-4A55-9E23-D4D2CD8189B8}" type="presParOf" srcId="{DAD6DA0C-BA14-4367-9ED7-E41892B92BFA}" destId="{7F8BF8BC-84BE-40EF-A8A5-48983588C0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299DD-FECC-4D25-BD43-051E44AE4045}">
      <dsp:nvSpPr>
        <dsp:cNvPr id="0" name=""/>
        <dsp:cNvSpPr/>
      </dsp:nvSpPr>
      <dsp:spPr>
        <a:xfrm>
          <a:off x="973190" y="751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FD7CD-5AFF-478D-825B-77875DF100E0}">
      <dsp:nvSpPr>
        <dsp:cNvPr id="0" name=""/>
        <dsp:cNvSpPr/>
      </dsp:nvSpPr>
      <dsp:spPr>
        <a:xfrm>
          <a:off x="1242597" y="1021150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321E9-D303-4C78-92AB-B54AFC287C22}">
      <dsp:nvSpPr>
        <dsp:cNvPr id="0" name=""/>
        <dsp:cNvSpPr/>
      </dsp:nvSpPr>
      <dsp:spPr>
        <a:xfrm>
          <a:off x="569079" y="2409632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Un requisito es:</a:t>
          </a:r>
          <a:endParaRPr lang="en-US" sz="1100" kern="1200"/>
        </a:p>
      </dsp:txBody>
      <dsp:txXfrm>
        <a:off x="569079" y="2409632"/>
        <a:ext cx="2072362" cy="787500"/>
      </dsp:txXfrm>
    </dsp:sp>
    <dsp:sp modelId="{9D196F33-FE9E-4908-AA0A-8E419BAF011E}">
      <dsp:nvSpPr>
        <dsp:cNvPr id="0" name=""/>
        <dsp:cNvSpPr/>
      </dsp:nvSpPr>
      <dsp:spPr>
        <a:xfrm>
          <a:off x="3408216" y="751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A0391C-0204-474D-9B4C-53E27771B03E}">
      <dsp:nvSpPr>
        <dsp:cNvPr id="0" name=""/>
        <dsp:cNvSpPr/>
      </dsp:nvSpPr>
      <dsp:spPr>
        <a:xfrm>
          <a:off x="3677623" y="1021150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30794-C184-4447-B605-75A41E61C8D4}">
      <dsp:nvSpPr>
        <dsp:cNvPr id="0" name=""/>
        <dsp:cNvSpPr/>
      </dsp:nvSpPr>
      <dsp:spPr>
        <a:xfrm>
          <a:off x="3004105" y="2409632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Una condición o capacidad que el sistema debe cumplir para satisfacer una necesidad del usuario o del negocio.</a:t>
          </a:r>
          <a:endParaRPr lang="en-US" sz="1100" kern="1200"/>
        </a:p>
      </dsp:txBody>
      <dsp:txXfrm>
        <a:off x="3004105" y="2409632"/>
        <a:ext cx="2072362" cy="787500"/>
      </dsp:txXfrm>
    </dsp:sp>
    <dsp:sp modelId="{7466BBD1-DC7C-422F-B2C9-2B9C02C55007}">
      <dsp:nvSpPr>
        <dsp:cNvPr id="0" name=""/>
        <dsp:cNvSpPr/>
      </dsp:nvSpPr>
      <dsp:spPr>
        <a:xfrm>
          <a:off x="5843242" y="751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44C08-D054-44D0-AE37-248A2A3CB450}">
      <dsp:nvSpPr>
        <dsp:cNvPr id="0" name=""/>
        <dsp:cNvSpPr/>
      </dsp:nvSpPr>
      <dsp:spPr>
        <a:xfrm>
          <a:off x="6112649" y="1021150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8D3B5-66C3-4832-AAF2-0D478D07FA4B}">
      <dsp:nvSpPr>
        <dsp:cNvPr id="0" name=""/>
        <dsp:cNvSpPr/>
      </dsp:nvSpPr>
      <dsp:spPr>
        <a:xfrm>
          <a:off x="5439131" y="2409632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Un requisito no es una tecnología.</a:t>
          </a:r>
          <a:br>
            <a:rPr lang="es-ES" sz="1100" kern="1200"/>
          </a:br>
          <a:r>
            <a:rPr lang="es-ES" sz="1100" kern="1200"/>
            <a:t> Un requisito no es una solución técnica.</a:t>
          </a:r>
          <a:endParaRPr lang="en-US" sz="1100" kern="1200"/>
        </a:p>
      </dsp:txBody>
      <dsp:txXfrm>
        <a:off x="5439131" y="2409632"/>
        <a:ext cx="2072362" cy="787500"/>
      </dsp:txXfrm>
    </dsp:sp>
    <dsp:sp modelId="{24D1664D-5547-4C60-BC54-7B49B6D4CF3C}">
      <dsp:nvSpPr>
        <dsp:cNvPr id="0" name=""/>
        <dsp:cNvSpPr/>
      </dsp:nvSpPr>
      <dsp:spPr>
        <a:xfrm>
          <a:off x="8278268" y="75174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9A451E-7757-450A-B2B2-658294B7758B}">
      <dsp:nvSpPr>
        <dsp:cNvPr id="0" name=""/>
        <dsp:cNvSpPr/>
      </dsp:nvSpPr>
      <dsp:spPr>
        <a:xfrm>
          <a:off x="8547675" y="1021150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0ED9A-F5B7-4443-A57E-AB4C6A3C1A1E}">
      <dsp:nvSpPr>
        <dsp:cNvPr id="0" name=""/>
        <dsp:cNvSpPr/>
      </dsp:nvSpPr>
      <dsp:spPr>
        <a:xfrm>
          <a:off x="7874157" y="2409632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100" kern="1200"/>
            <a:t>Es una necesidad claramente definida.</a:t>
          </a:r>
          <a:endParaRPr lang="en-US" sz="1100" kern="1200"/>
        </a:p>
      </dsp:txBody>
      <dsp:txXfrm>
        <a:off x="7874157" y="2409632"/>
        <a:ext cx="2072362" cy="78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40B78-4807-4862-8AEF-F54D1EAD6658}">
      <dsp:nvSpPr>
        <dsp:cNvPr id="0" name=""/>
        <dsp:cNvSpPr/>
      </dsp:nvSpPr>
      <dsp:spPr>
        <a:xfrm>
          <a:off x="1734855" y="1099994"/>
          <a:ext cx="367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777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8782" y="1143722"/>
        <a:ext cx="19918" cy="3983"/>
      </dsp:txXfrm>
    </dsp:sp>
    <dsp:sp modelId="{7DCCE216-25A1-479B-B2DE-68E096ADF452}">
      <dsp:nvSpPr>
        <dsp:cNvPr id="0" name=""/>
        <dsp:cNvSpPr/>
      </dsp:nvSpPr>
      <dsp:spPr>
        <a:xfrm>
          <a:off x="4601" y="626098"/>
          <a:ext cx="1732054" cy="103923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872" tIns="89088" rIns="84872" bIns="890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Requisitos Funcionales</a:t>
          </a:r>
          <a:endParaRPr lang="en-US" sz="1600" kern="1200"/>
        </a:p>
      </dsp:txBody>
      <dsp:txXfrm>
        <a:off x="4601" y="626098"/>
        <a:ext cx="1732054" cy="1039232"/>
      </dsp:txXfrm>
    </dsp:sp>
    <dsp:sp modelId="{FBDDFA0D-397B-4C83-BF06-972B5AB3184B}">
      <dsp:nvSpPr>
        <dsp:cNvPr id="0" name=""/>
        <dsp:cNvSpPr/>
      </dsp:nvSpPr>
      <dsp:spPr>
        <a:xfrm>
          <a:off x="3865282" y="1099994"/>
          <a:ext cx="367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7772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9209" y="1143722"/>
        <a:ext cx="19918" cy="3983"/>
      </dsp:txXfrm>
    </dsp:sp>
    <dsp:sp modelId="{2DA8ECAC-F82A-46F4-93FF-5536056DC215}">
      <dsp:nvSpPr>
        <dsp:cNvPr id="0" name=""/>
        <dsp:cNvSpPr/>
      </dsp:nvSpPr>
      <dsp:spPr>
        <a:xfrm>
          <a:off x="2135027" y="626098"/>
          <a:ext cx="1732054" cy="103923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872" tIns="89088" rIns="84872" bIns="890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Definen qué hace el sistema.</a:t>
          </a:r>
          <a:endParaRPr lang="en-US" sz="1600" kern="1200"/>
        </a:p>
      </dsp:txBody>
      <dsp:txXfrm>
        <a:off x="2135027" y="626098"/>
        <a:ext cx="1732054" cy="1039232"/>
      </dsp:txXfrm>
    </dsp:sp>
    <dsp:sp modelId="{C49048F8-6871-40A2-99F7-5D492AB26CFE}">
      <dsp:nvSpPr>
        <dsp:cNvPr id="0" name=""/>
        <dsp:cNvSpPr/>
      </dsp:nvSpPr>
      <dsp:spPr>
        <a:xfrm>
          <a:off x="870628" y="1663530"/>
          <a:ext cx="4260853" cy="367772"/>
        </a:xfrm>
        <a:custGeom>
          <a:avLst/>
          <a:gdLst/>
          <a:ahLst/>
          <a:cxnLst/>
          <a:rect l="0" t="0" r="0" b="0"/>
          <a:pathLst>
            <a:path>
              <a:moveTo>
                <a:pt x="4260853" y="0"/>
              </a:moveTo>
              <a:lnTo>
                <a:pt x="4260853" y="200986"/>
              </a:lnTo>
              <a:lnTo>
                <a:pt x="0" y="200986"/>
              </a:lnTo>
              <a:lnTo>
                <a:pt x="0" y="36777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94069" y="1845425"/>
        <a:ext cx="213971" cy="3983"/>
      </dsp:txXfrm>
    </dsp:sp>
    <dsp:sp modelId="{7630BCF7-5AD0-47A0-90E4-A64517F25FCD}">
      <dsp:nvSpPr>
        <dsp:cNvPr id="0" name=""/>
        <dsp:cNvSpPr/>
      </dsp:nvSpPr>
      <dsp:spPr>
        <a:xfrm>
          <a:off x="4265454" y="626098"/>
          <a:ext cx="1732054" cy="103923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872" tIns="89088" rIns="84872" bIns="890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Ejemplos:</a:t>
          </a:r>
          <a:endParaRPr lang="en-US" sz="1600" kern="1200"/>
        </a:p>
      </dsp:txBody>
      <dsp:txXfrm>
        <a:off x="4265454" y="626098"/>
        <a:ext cx="1732054" cy="1039232"/>
      </dsp:txXfrm>
    </dsp:sp>
    <dsp:sp modelId="{63F9CA1C-61C5-4142-A54F-6D4BA2EC2997}">
      <dsp:nvSpPr>
        <dsp:cNvPr id="0" name=""/>
        <dsp:cNvSpPr/>
      </dsp:nvSpPr>
      <dsp:spPr>
        <a:xfrm>
          <a:off x="1734855" y="2537599"/>
          <a:ext cx="367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777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8782" y="2581327"/>
        <a:ext cx="19918" cy="3983"/>
      </dsp:txXfrm>
    </dsp:sp>
    <dsp:sp modelId="{AC3DE79B-84D4-4472-8A1E-441187046BB9}">
      <dsp:nvSpPr>
        <dsp:cNvPr id="0" name=""/>
        <dsp:cNvSpPr/>
      </dsp:nvSpPr>
      <dsp:spPr>
        <a:xfrm>
          <a:off x="4601" y="2063703"/>
          <a:ext cx="1732054" cy="103923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872" tIns="89088" rIns="84872" bIns="890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El sistema permitirá registrar usuarios.</a:t>
          </a:r>
          <a:endParaRPr lang="en-US" sz="1600" kern="1200"/>
        </a:p>
      </dsp:txBody>
      <dsp:txXfrm>
        <a:off x="4601" y="2063703"/>
        <a:ext cx="1732054" cy="1039232"/>
      </dsp:txXfrm>
    </dsp:sp>
    <dsp:sp modelId="{31B353A9-2AC8-4C10-AB82-0C505B38482D}">
      <dsp:nvSpPr>
        <dsp:cNvPr id="0" name=""/>
        <dsp:cNvSpPr/>
      </dsp:nvSpPr>
      <dsp:spPr>
        <a:xfrm>
          <a:off x="3865282" y="2537599"/>
          <a:ext cx="367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7772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39209" y="2581327"/>
        <a:ext cx="19918" cy="3983"/>
      </dsp:txXfrm>
    </dsp:sp>
    <dsp:sp modelId="{9CDC2DED-2E82-411D-9B88-AB513DBFDC0A}">
      <dsp:nvSpPr>
        <dsp:cNvPr id="0" name=""/>
        <dsp:cNvSpPr/>
      </dsp:nvSpPr>
      <dsp:spPr>
        <a:xfrm>
          <a:off x="2135027" y="2063703"/>
          <a:ext cx="1732054" cy="103923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872" tIns="89088" rIns="84872" bIns="890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El sistema generará reportes.</a:t>
          </a:r>
          <a:endParaRPr lang="en-US" sz="1600" kern="1200"/>
        </a:p>
      </dsp:txBody>
      <dsp:txXfrm>
        <a:off x="2135027" y="2063703"/>
        <a:ext cx="1732054" cy="1039232"/>
      </dsp:txXfrm>
    </dsp:sp>
    <dsp:sp modelId="{71D24006-2E55-45F5-A26C-AAE494877CAD}">
      <dsp:nvSpPr>
        <dsp:cNvPr id="0" name=""/>
        <dsp:cNvSpPr/>
      </dsp:nvSpPr>
      <dsp:spPr>
        <a:xfrm>
          <a:off x="4265454" y="2063703"/>
          <a:ext cx="1732054" cy="103923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872" tIns="89088" rIns="84872" bIns="89088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El sistema enviará notificaciones.</a:t>
          </a:r>
          <a:endParaRPr lang="en-US" sz="1600" kern="1200"/>
        </a:p>
      </dsp:txBody>
      <dsp:txXfrm>
        <a:off x="4265454" y="2063703"/>
        <a:ext cx="1732054" cy="1039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1EC7F-D031-4045-92C3-32EE4176A641}">
      <dsp:nvSpPr>
        <dsp:cNvPr id="0" name=""/>
        <dsp:cNvSpPr/>
      </dsp:nvSpPr>
      <dsp:spPr>
        <a:xfrm rot="5400000">
          <a:off x="-244804" y="1335036"/>
          <a:ext cx="1093059" cy="13234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6ADB69-9DDA-41FA-B70C-A4EAEE1AA8D5}">
      <dsp:nvSpPr>
        <dsp:cNvPr id="0" name=""/>
        <dsp:cNvSpPr/>
      </dsp:nvSpPr>
      <dsp:spPr>
        <a:xfrm>
          <a:off x="2709" y="631628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La calidad no es subjetiva.</a:t>
          </a:r>
          <a:endParaRPr lang="en-US" sz="1300" kern="1200"/>
        </a:p>
      </dsp:txBody>
      <dsp:txXfrm>
        <a:off x="28551" y="657470"/>
        <a:ext cx="1418830" cy="830624"/>
      </dsp:txXfrm>
    </dsp:sp>
    <dsp:sp modelId="{9C2284E6-A3E2-4436-A98F-5B3356337DE4}">
      <dsp:nvSpPr>
        <dsp:cNvPr id="0" name=""/>
        <dsp:cNvSpPr/>
      </dsp:nvSpPr>
      <dsp:spPr>
        <a:xfrm rot="5400000">
          <a:off x="-244804" y="2437922"/>
          <a:ext cx="1093059" cy="132346"/>
        </a:xfrm>
        <a:prstGeom prst="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2CA3F2-F30F-4A7F-9BD3-BDB1AA329995}">
      <dsp:nvSpPr>
        <dsp:cNvPr id="0" name=""/>
        <dsp:cNvSpPr/>
      </dsp:nvSpPr>
      <dsp:spPr>
        <a:xfrm>
          <a:off x="2709" y="1734514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519019"/>
                <a:satOff val="-103"/>
                <a:lumOff val="24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19019"/>
                <a:satOff val="-103"/>
                <a:lumOff val="24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19019"/>
                <a:satOff val="-103"/>
                <a:lumOff val="24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Los atributos de calidad deben definirse explícitamente.</a:t>
          </a:r>
          <a:endParaRPr lang="en-US" sz="1300" kern="1200"/>
        </a:p>
      </dsp:txBody>
      <dsp:txXfrm>
        <a:off x="28551" y="1760356"/>
        <a:ext cx="1418830" cy="830624"/>
      </dsp:txXfrm>
    </dsp:sp>
    <dsp:sp modelId="{2858A8C6-3C81-46FC-9A5F-C5AFCC358B32}">
      <dsp:nvSpPr>
        <dsp:cNvPr id="0" name=""/>
        <dsp:cNvSpPr/>
      </dsp:nvSpPr>
      <dsp:spPr>
        <a:xfrm>
          <a:off x="306638" y="2989365"/>
          <a:ext cx="1945958" cy="132346"/>
        </a:xfrm>
        <a:prstGeom prst="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F77E1D-C736-49CC-A3E3-A31627156095}">
      <dsp:nvSpPr>
        <dsp:cNvPr id="0" name=""/>
        <dsp:cNvSpPr/>
      </dsp:nvSpPr>
      <dsp:spPr>
        <a:xfrm>
          <a:off x="2709" y="2837400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Algunos atributos comunes:</a:t>
          </a:r>
          <a:endParaRPr lang="en-US" sz="1300" kern="1200"/>
        </a:p>
      </dsp:txBody>
      <dsp:txXfrm>
        <a:off x="28551" y="2863242"/>
        <a:ext cx="1418830" cy="830624"/>
      </dsp:txXfrm>
    </dsp:sp>
    <dsp:sp modelId="{193D4C11-DD83-4D1C-958E-6611143BB95C}">
      <dsp:nvSpPr>
        <dsp:cNvPr id="0" name=""/>
        <dsp:cNvSpPr/>
      </dsp:nvSpPr>
      <dsp:spPr>
        <a:xfrm rot="16200000">
          <a:off x="1710979" y="2437922"/>
          <a:ext cx="1093059" cy="132346"/>
        </a:xfrm>
        <a:prstGeom prst="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1992AA-D0F0-48B4-9A62-7064C740D807}">
      <dsp:nvSpPr>
        <dsp:cNvPr id="0" name=""/>
        <dsp:cNvSpPr/>
      </dsp:nvSpPr>
      <dsp:spPr>
        <a:xfrm>
          <a:off x="1958493" y="2837400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57056"/>
                <a:satOff val="-310"/>
                <a:lumOff val="7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7056"/>
                <a:satOff val="-310"/>
                <a:lumOff val="7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7056"/>
                <a:satOff val="-310"/>
                <a:lumOff val="7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Rendimiento</a:t>
          </a:r>
          <a:endParaRPr lang="en-US" sz="1300" kern="1200"/>
        </a:p>
      </dsp:txBody>
      <dsp:txXfrm>
        <a:off x="1984335" y="2863242"/>
        <a:ext cx="1418830" cy="830624"/>
      </dsp:txXfrm>
    </dsp:sp>
    <dsp:sp modelId="{82E0B349-47E9-4DA4-BB80-460EE3056C7C}">
      <dsp:nvSpPr>
        <dsp:cNvPr id="0" name=""/>
        <dsp:cNvSpPr/>
      </dsp:nvSpPr>
      <dsp:spPr>
        <a:xfrm rot="16200000">
          <a:off x="1710979" y="1335036"/>
          <a:ext cx="1093059" cy="132346"/>
        </a:xfrm>
        <a:prstGeom prst="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966F9A-4A7F-4353-88F7-1ADCAFB1716F}">
      <dsp:nvSpPr>
        <dsp:cNvPr id="0" name=""/>
        <dsp:cNvSpPr/>
      </dsp:nvSpPr>
      <dsp:spPr>
        <a:xfrm>
          <a:off x="1958493" y="1734514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Seguridad</a:t>
          </a:r>
          <a:endParaRPr lang="en-US" sz="1300" kern="1200"/>
        </a:p>
      </dsp:txBody>
      <dsp:txXfrm>
        <a:off x="1984335" y="1760356"/>
        <a:ext cx="1418830" cy="830624"/>
      </dsp:txXfrm>
    </dsp:sp>
    <dsp:sp modelId="{2F71B10A-3573-4D36-BF56-BF4146CF308A}">
      <dsp:nvSpPr>
        <dsp:cNvPr id="0" name=""/>
        <dsp:cNvSpPr/>
      </dsp:nvSpPr>
      <dsp:spPr>
        <a:xfrm>
          <a:off x="2262422" y="783593"/>
          <a:ext cx="1945958" cy="132346"/>
        </a:xfrm>
        <a:prstGeom prst="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E6D17A-5139-44D6-869F-7FA81BA9C3CA}">
      <dsp:nvSpPr>
        <dsp:cNvPr id="0" name=""/>
        <dsp:cNvSpPr/>
      </dsp:nvSpPr>
      <dsp:spPr>
        <a:xfrm>
          <a:off x="1958493" y="631628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7595094"/>
                <a:satOff val="-516"/>
                <a:lumOff val="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95094"/>
                <a:satOff val="-516"/>
                <a:lumOff val="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95094"/>
                <a:satOff val="-516"/>
                <a:lumOff val="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Disponibilidad</a:t>
          </a:r>
          <a:endParaRPr lang="en-US" sz="1300" kern="1200"/>
        </a:p>
      </dsp:txBody>
      <dsp:txXfrm>
        <a:off x="1984335" y="657470"/>
        <a:ext cx="1418830" cy="830624"/>
      </dsp:txXfrm>
    </dsp:sp>
    <dsp:sp modelId="{936C3617-769F-405D-9B2A-0161379E25E8}">
      <dsp:nvSpPr>
        <dsp:cNvPr id="0" name=""/>
        <dsp:cNvSpPr/>
      </dsp:nvSpPr>
      <dsp:spPr>
        <a:xfrm rot="5400000">
          <a:off x="3666764" y="1335036"/>
          <a:ext cx="1093059" cy="132346"/>
        </a:xfrm>
        <a:prstGeom prst="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99071E-887E-4B74-AB6F-0FA62141AD21}">
      <dsp:nvSpPr>
        <dsp:cNvPr id="0" name=""/>
        <dsp:cNvSpPr/>
      </dsp:nvSpPr>
      <dsp:spPr>
        <a:xfrm>
          <a:off x="3914278" y="631628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Usabilidad</a:t>
          </a:r>
          <a:endParaRPr lang="en-US" sz="1300" kern="1200"/>
        </a:p>
      </dsp:txBody>
      <dsp:txXfrm>
        <a:off x="3940120" y="657470"/>
        <a:ext cx="1418830" cy="830624"/>
      </dsp:txXfrm>
    </dsp:sp>
    <dsp:sp modelId="{7B5CA7A2-52B5-4BC0-966A-67647E22724B}">
      <dsp:nvSpPr>
        <dsp:cNvPr id="0" name=""/>
        <dsp:cNvSpPr/>
      </dsp:nvSpPr>
      <dsp:spPr>
        <a:xfrm rot="5400000">
          <a:off x="3666764" y="2437922"/>
          <a:ext cx="1093059" cy="132346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DB9D0F-344B-4CFD-8A77-5E3CB06787C0}">
      <dsp:nvSpPr>
        <dsp:cNvPr id="0" name=""/>
        <dsp:cNvSpPr/>
      </dsp:nvSpPr>
      <dsp:spPr>
        <a:xfrm>
          <a:off x="3914278" y="1734514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0633130"/>
                <a:satOff val="-723"/>
                <a:lumOff val="171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633130"/>
                <a:satOff val="-723"/>
                <a:lumOff val="171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633130"/>
                <a:satOff val="-723"/>
                <a:lumOff val="171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Mantenibilidad</a:t>
          </a:r>
          <a:endParaRPr lang="en-US" sz="1300" kern="1200"/>
        </a:p>
      </dsp:txBody>
      <dsp:txXfrm>
        <a:off x="3940120" y="1760356"/>
        <a:ext cx="1418830" cy="830624"/>
      </dsp:txXfrm>
    </dsp:sp>
    <dsp:sp modelId="{84BD5A46-A445-4E2E-92C3-A7EF09719492}">
      <dsp:nvSpPr>
        <dsp:cNvPr id="0" name=""/>
        <dsp:cNvSpPr/>
      </dsp:nvSpPr>
      <dsp:spPr>
        <a:xfrm>
          <a:off x="3914278" y="2837400"/>
          <a:ext cx="1470514" cy="882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Escalabilidad</a:t>
          </a:r>
          <a:endParaRPr lang="en-US" sz="1300" kern="1200"/>
        </a:p>
      </dsp:txBody>
      <dsp:txXfrm>
        <a:off x="3940120" y="2863242"/>
        <a:ext cx="1418830" cy="830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AD543-E48F-485E-B342-F6322CCC0AF1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D2BA2-55C4-472F-ABA3-F1B6337F85E0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Cada equipo debe definir:</a:t>
          </a:r>
          <a:endParaRPr lang="en-US" sz="3100" kern="1200"/>
        </a:p>
      </dsp:txBody>
      <dsp:txXfrm>
        <a:off x="0" y="675"/>
        <a:ext cx="6900512" cy="1106957"/>
      </dsp:txXfrm>
    </dsp:sp>
    <dsp:sp modelId="{A673DEA9-09FC-4129-95E5-D00DB797EB3C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43751A-2B12-48CF-B0E9-A6CCF2FA2F93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✔ 5 a 8 requisitos funcionales.</a:t>
          </a:r>
          <a:endParaRPr lang="en-US" sz="3100" kern="1200"/>
        </a:p>
      </dsp:txBody>
      <dsp:txXfrm>
        <a:off x="0" y="1107633"/>
        <a:ext cx="6900512" cy="1106957"/>
      </dsp:txXfrm>
    </dsp:sp>
    <dsp:sp modelId="{26AD820A-08C3-4B16-A6D1-1CAEA065DD12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87785-0A88-41BB-B753-B99B1EAD9D74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✔ 3 atributos de calidad.</a:t>
          </a:r>
          <a:endParaRPr lang="en-US" sz="3100" kern="1200"/>
        </a:p>
      </dsp:txBody>
      <dsp:txXfrm>
        <a:off x="0" y="2214591"/>
        <a:ext cx="6900512" cy="1106957"/>
      </dsp:txXfrm>
    </dsp:sp>
    <dsp:sp modelId="{C9A86DA9-9099-4DB7-8699-B1FDA823C211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840A1-2F48-4F36-8722-51E9962E580E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✔ 1 métrica por atributo.</a:t>
          </a:r>
          <a:endParaRPr lang="en-US" sz="3100" kern="1200"/>
        </a:p>
      </dsp:txBody>
      <dsp:txXfrm>
        <a:off x="0" y="3321549"/>
        <a:ext cx="6900512" cy="1106957"/>
      </dsp:txXfrm>
    </dsp:sp>
    <dsp:sp modelId="{357F1BA5-BCD4-47B8-AF2D-08C8049DCC53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7213D-6D5F-4A4D-8C84-A9EA279FC6CF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Esto será presentado ante el Comité de Arquitectura.</a:t>
          </a:r>
          <a:endParaRPr lang="en-US" sz="3100" kern="1200"/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El futuro de la arquitectura de software: tendencias a tener en cuenta |  Aicad">
            <a:extLst>
              <a:ext uri="{FF2B5EF4-FFF2-40B4-BE49-F238E27FC236}">
                <a16:creationId xmlns:a16="http://schemas.microsoft.com/office/drawing/2014/main" id="{96BB751E-8FDB-47D3-EDAA-B11CD1F8A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4" t="6673" r="-1" b="640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ES" sz="4800">
                <a:ea typeface="+mj-lt"/>
                <a:cs typeface="+mj-lt"/>
              </a:rPr>
              <a:t>Ingeniería de Software I</a:t>
            </a:r>
            <a:endParaRPr lang="es-ES" sz="48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sz="2000">
                <a:ea typeface="+mn-lt"/>
                <a:cs typeface="+mn-lt"/>
              </a:rPr>
              <a:t>Requisitos y Alcance del Sistema</a:t>
            </a:r>
          </a:p>
          <a:p>
            <a:pPr algn="l"/>
            <a:endParaRPr lang="es-ES" sz="2000"/>
          </a:p>
          <a:p>
            <a:pPr algn="l"/>
            <a:r>
              <a:rPr lang="es-ES" sz="2000"/>
              <a:t>Ingeniero Luiferney Ortiz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3220E4-9004-FA9D-FE7C-A334E2CD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  <a:ea typeface="+mj-lt"/>
                <a:cs typeface="+mj-lt"/>
              </a:rPr>
              <a:t>Objetivo de la Clase</a:t>
            </a:r>
            <a:endParaRPr lang="es-ES" sz="3600">
              <a:solidFill>
                <a:schemeClr val="tx2"/>
              </a:solidFill>
            </a:endParaRPr>
          </a:p>
        </p:txBody>
      </p:sp>
      <p:pic>
        <p:nvPicPr>
          <p:cNvPr id="7" name="Graphic 6" descr="Informar sobre anuncio">
            <a:extLst>
              <a:ext uri="{FF2B5EF4-FFF2-40B4-BE49-F238E27FC236}">
                <a16:creationId xmlns:a16="http://schemas.microsoft.com/office/drawing/2014/main" id="{3686BC16-8BD1-338A-A92C-D600C2AA8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B70F54-4FF8-0ABD-FF02-F5217829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Al finalizar la sesión, el estudiante será capaz de: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Identificar y redactar requisitos funcionales.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Diferenciar requisitos funcionales y no funcionales.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Definir atributos de calidad.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Diseñar métricas para evaluar la calidad.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Delimitar el alcance del sistema.</a:t>
            </a:r>
            <a:endParaRPr lang="es-E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E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9302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673A8F-94D8-544D-5E64-0FAF813D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De la Idea al Sistema Formal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894C6F-F162-C194-213D-F86A12C2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937" y="2362201"/>
            <a:ext cx="5577423" cy="432385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En la semana anterior: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 definió una idea de proyecto.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 discutió software como producto.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Se analizó calidad y operación.</a:t>
            </a:r>
          </a:p>
          <a:p>
            <a:pPr marL="0" indent="0">
              <a:buNone/>
            </a:pPr>
            <a:r>
              <a:rPr lang="es-ES">
                <a:ea typeface="+mn-lt"/>
                <a:cs typeface="+mn-lt"/>
              </a:rPr>
              <a:t>Hoy avanzamos hacia:</a:t>
            </a:r>
            <a:endParaRPr lang="es-ES"/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Formalizar lo que el sistema realmente debe hacer.</a:t>
            </a:r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Establecer límites claros.</a:t>
            </a:r>
          </a:p>
          <a:p>
            <a:pPr>
              <a:buNone/>
            </a:pPr>
            <a:r>
              <a:rPr lang="es-ES">
                <a:ea typeface="+mn-lt"/>
                <a:cs typeface="+mn-lt"/>
              </a:rPr>
              <a:t>Pensar como arquitectos.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E25D9D63-DC69-4A41-35FB-14D4248E88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6" r="1571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2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E5728-22B3-3BB3-61AC-126451E1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¿Qué es un Requisito?</a:t>
            </a:r>
            <a:endParaRPr lang="es-E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463CA5D-6B73-6A38-04E3-117365EF0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17621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908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4E211D-5C71-763E-04C1-5A813DB4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Tipos de Requisitos</a:t>
            </a:r>
            <a:endParaRPr lang="es-E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DC28E-247E-FDE2-345B-FB0FFB3F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73" r="48039" b="-2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DEEFB50-7BB3-09A2-276D-AA6F0414B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968770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525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1D2160-3B63-F90D-B5CB-7F695C36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Requisitos No Funcionales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2414A0-B082-AD93-9FC8-F3FC89458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Definen cómo debe comportarse el sistema.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Ejemplos: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 sistema responderá en menos de 2 segundos.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 sistema estará disponible 99% del tiempo.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El sistema garantizará autenticación segura.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Cronómetro">
            <a:extLst>
              <a:ext uri="{FF2B5EF4-FFF2-40B4-BE49-F238E27FC236}">
                <a16:creationId xmlns:a16="http://schemas.microsoft.com/office/drawing/2014/main" id="{A323E615-0E69-A3CD-F371-07DED2411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6" r="38910" b="4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099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E8E48-5367-9976-2E50-20A338C8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76" r="4394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26CBFF-2519-AD62-EB1B-A99AAFAE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Error Común en Proyectos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43FF47-D0F5-2947-02BA-217DA93B1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>
                <a:ea typeface="+mn-lt"/>
                <a:cs typeface="+mn-lt"/>
              </a:rPr>
              <a:t>Diseñar antes de entender el problema.</a:t>
            </a:r>
          </a:p>
          <a:p>
            <a:r>
              <a:rPr lang="es-ES" sz="2000">
                <a:ea typeface="+mn-lt"/>
                <a:cs typeface="+mn-lt"/>
              </a:rPr>
              <a:t>Elegir tecnología antes de definir requisitos.</a:t>
            </a:r>
          </a:p>
          <a:p>
            <a:r>
              <a:rPr lang="es-ES" sz="2000">
                <a:ea typeface="+mn-lt"/>
                <a:cs typeface="+mn-lt"/>
              </a:rPr>
              <a:t>Mezclar solución con necesidad.</a:t>
            </a:r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Primero se define: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Problema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Alcance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Requisitos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Arquitectura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40085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E21A0E-E8AA-6C55-E7B5-29E7B12B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Definiendo el Alcance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CC6FF3-0A87-DFB4-72AA-62D5E5938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600">
                <a:ea typeface="+mn-lt"/>
                <a:cs typeface="+mn-lt"/>
              </a:rPr>
              <a:t>El alcance responde: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¿Qué incluye el sistema?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¿Qué no incluye?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>
                <a:ea typeface="+mn-lt"/>
                <a:cs typeface="+mn-lt"/>
              </a:rPr>
              <a:t>¿Qué se desarrollará en esta fase?</a:t>
            </a:r>
            <a:endParaRPr lang="es-ES" sz="1600"/>
          </a:p>
          <a:p>
            <a:pPr indent="0">
              <a:buNone/>
            </a:pPr>
            <a:r>
              <a:rPr lang="es-ES" sz="1600">
                <a:ea typeface="+mn-lt"/>
                <a:cs typeface="+mn-lt"/>
              </a:rPr>
              <a:t>Ejemplo:</a:t>
            </a:r>
            <a:endParaRPr lang="es-ES" sz="1600"/>
          </a:p>
          <a:p>
            <a:pPr>
              <a:buNone/>
            </a:pPr>
            <a:r>
              <a:rPr lang="es-ES" sz="1600">
                <a:ea typeface="+mn-lt"/>
                <a:cs typeface="+mn-lt"/>
              </a:rPr>
              <a:t>Incluye:</a:t>
            </a:r>
            <a:br>
              <a:rPr lang="es-ES" sz="1600">
                <a:ea typeface="+mn-lt"/>
                <a:cs typeface="+mn-lt"/>
              </a:rPr>
            </a:br>
            <a:r>
              <a:rPr lang="es-ES" sz="1600">
                <a:ea typeface="+mn-lt"/>
                <a:cs typeface="+mn-lt"/>
              </a:rPr>
              <a:t> Registro de usuarios</a:t>
            </a:r>
            <a:br>
              <a:rPr lang="es-ES" sz="1600">
                <a:ea typeface="+mn-lt"/>
                <a:cs typeface="+mn-lt"/>
              </a:rPr>
            </a:br>
            <a:r>
              <a:rPr lang="es-ES" sz="1600">
                <a:ea typeface="+mn-lt"/>
                <a:cs typeface="+mn-lt"/>
              </a:rPr>
              <a:t> Gestión de pedidos</a:t>
            </a:r>
            <a:endParaRPr lang="es-ES" sz="1600"/>
          </a:p>
          <a:p>
            <a:pPr>
              <a:buNone/>
            </a:pPr>
            <a:r>
              <a:rPr lang="es-ES" sz="1600">
                <a:ea typeface="+mn-lt"/>
                <a:cs typeface="+mn-lt"/>
              </a:rPr>
              <a:t>No incluye:</a:t>
            </a:r>
            <a:br>
              <a:rPr lang="es-ES" sz="1600">
                <a:ea typeface="+mn-lt"/>
                <a:cs typeface="+mn-lt"/>
              </a:rPr>
            </a:br>
            <a:r>
              <a:rPr lang="es-ES" sz="1600">
                <a:ea typeface="+mn-lt"/>
                <a:cs typeface="+mn-lt"/>
              </a:rPr>
              <a:t>  Sistema de pagos externos</a:t>
            </a:r>
            <a:br>
              <a:rPr lang="es-ES" sz="1600">
                <a:ea typeface="+mn-lt"/>
                <a:cs typeface="+mn-lt"/>
              </a:rPr>
            </a:br>
            <a:r>
              <a:rPr lang="es-ES" sz="1600">
                <a:ea typeface="+mn-lt"/>
                <a:cs typeface="+mn-lt"/>
              </a:rPr>
              <a:t> Aplicación móvil nativa</a:t>
            </a:r>
            <a:endParaRPr lang="es-ES" sz="1600"/>
          </a:p>
          <a:p>
            <a:pPr>
              <a:buNone/>
            </a:pPr>
            <a:r>
              <a:rPr lang="es-ES" sz="1600">
                <a:ea typeface="+mn-lt"/>
                <a:cs typeface="+mn-lt"/>
              </a:rPr>
              <a:t>El alcance evita el desorden.</a:t>
            </a:r>
            <a:endParaRPr lang="es-ES" sz="1600"/>
          </a:p>
          <a:p>
            <a:pPr marL="0" indent="0">
              <a:buNone/>
            </a:pPr>
            <a:endParaRPr lang="es-E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1900D-1D2A-C857-645E-5227FC002D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77" r="43470" b="6249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8410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594678-A664-A919-249D-6419B852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Atributos de Calidad</a:t>
            </a:r>
            <a:endParaRPr lang="es-ES"/>
          </a:p>
        </p:txBody>
      </p:sp>
      <p:pic>
        <p:nvPicPr>
          <p:cNvPr id="22" name="Picture 5">
            <a:extLst>
              <a:ext uri="{FF2B5EF4-FFF2-40B4-BE49-F238E27FC236}">
                <a16:creationId xmlns:a16="http://schemas.microsoft.com/office/drawing/2014/main" id="{DAF9CFB0-6846-58D7-92C9-87643FA51E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71" r="17902" b="8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23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5" name="Marcador de contenido 2">
            <a:extLst>
              <a:ext uri="{FF2B5EF4-FFF2-40B4-BE49-F238E27FC236}">
                <a16:creationId xmlns:a16="http://schemas.microsoft.com/office/drawing/2014/main" id="{2AEB2919-A621-3369-0775-2077EC5B6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795274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484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045602-C260-EA6A-CA55-D42D4537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Calidad = Métricas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812A1A-1B97-49B1-7776-91B1CC186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Un atributo sin métrica es solo una intención.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Cada atributo debe tener una forma de medición.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Ejemplos: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Rendimiento</a:t>
            </a:r>
            <a:br>
              <a:rPr lang="es-ES" sz="1700">
                <a:ea typeface="+mn-lt"/>
                <a:cs typeface="+mn-lt"/>
              </a:rPr>
            </a:br>
            <a:r>
              <a:rPr lang="es-ES" sz="1700">
                <a:ea typeface="+mn-lt"/>
                <a:cs typeface="+mn-lt"/>
              </a:rPr>
              <a:t> → Tiempo de respuesta promedio &lt; 2 segundos.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Disponibilidad</a:t>
            </a:r>
            <a:br>
              <a:rPr lang="es-ES" sz="1700">
                <a:ea typeface="+mn-lt"/>
                <a:cs typeface="+mn-lt"/>
              </a:rPr>
            </a:br>
            <a:r>
              <a:rPr lang="es-ES" sz="1700">
                <a:ea typeface="+mn-lt"/>
                <a:cs typeface="+mn-lt"/>
              </a:rPr>
              <a:t> → 99% de uptime mensual.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Mantenibilidad</a:t>
            </a:r>
            <a:br>
              <a:rPr lang="es-ES" sz="1700">
                <a:ea typeface="+mn-lt"/>
                <a:cs typeface="+mn-lt"/>
              </a:rPr>
            </a:br>
            <a:r>
              <a:rPr lang="es-ES" sz="1700">
                <a:ea typeface="+mn-lt"/>
                <a:cs typeface="+mn-lt"/>
              </a:rPr>
              <a:t> → Código estructurado en capas claramente definidas.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Usabilidad</a:t>
            </a:r>
            <a:br>
              <a:rPr lang="es-ES" sz="1700">
                <a:ea typeface="+mn-lt"/>
                <a:cs typeface="+mn-lt"/>
              </a:rPr>
            </a:br>
            <a:r>
              <a:rPr lang="es-ES" sz="1700">
                <a:ea typeface="+mn-lt"/>
                <a:cs typeface="+mn-lt"/>
              </a:rPr>
              <a:t> → Flujo principal completado en máximo 4 pasos.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  <p:pic>
        <p:nvPicPr>
          <p:cNvPr id="5" name="Picture 4" descr="Reglas y transportadores de colores">
            <a:extLst>
              <a:ext uri="{FF2B5EF4-FFF2-40B4-BE49-F238E27FC236}">
                <a16:creationId xmlns:a16="http://schemas.microsoft.com/office/drawing/2014/main" id="{B9F746D4-C6A0-1280-1AB0-14DA3E1B0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76" r="9876" b="-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05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123AA8-2095-6C28-EA72-4BB4A611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Relación con el Proyecto Integrador</a:t>
            </a:r>
            <a:endParaRPr lang="es-E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644E3E3-DD91-5C84-8008-F2EB77B26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42396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93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7EF853-A1FB-A5AC-4F41-A4172B5D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Conexión con Arquitectura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B7C6ED-9E5E-4290-DC7A-23DF0C929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Los requisitos influyen directamente en: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Diseño frontend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Diseño backend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Selección de patrones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Organización del código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Infraestructura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Un sistema sin requisitos claros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→ Arquitectura débil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→ Proyecto inestable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Rascacielos de líneas de arte abstracto">
            <a:extLst>
              <a:ext uri="{FF2B5EF4-FFF2-40B4-BE49-F238E27FC236}">
                <a16:creationId xmlns:a16="http://schemas.microsoft.com/office/drawing/2014/main" id="{22315D23-7DD3-5A27-B9F9-DECDCA15E9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57" r="20770" b="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48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53C359-4041-5F6E-B688-0CBDBF4E6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Enfoque Profesional</a:t>
            </a:r>
            <a:endParaRPr lang="es-ES" sz="5400"/>
          </a:p>
        </p:txBody>
      </p:sp>
      <p:pic>
        <p:nvPicPr>
          <p:cNvPr id="5" name="Picture 4" descr="Diseño de caja en una pared">
            <a:extLst>
              <a:ext uri="{FF2B5EF4-FFF2-40B4-BE49-F238E27FC236}">
                <a16:creationId xmlns:a16="http://schemas.microsoft.com/office/drawing/2014/main" id="{B4FF2C96-0573-C018-3044-170191F2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85" r="18725" b="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E14CD-4D91-10D2-A8A4-E93C480D7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En la industria: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Los proyectos fallan por mala definición de requisitos.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La calidad no se deja al final.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La arquitectura nace de los requisitos.</a:t>
            </a:r>
            <a:endParaRPr lang="es-ES" sz="2200"/>
          </a:p>
          <a:p>
            <a:pPr indent="0">
              <a:buNone/>
            </a:pPr>
            <a:r>
              <a:rPr lang="es-ES" sz="2200">
                <a:ea typeface="+mn-lt"/>
                <a:cs typeface="+mn-lt"/>
              </a:rPr>
              <a:t>Hoy están aprendiendo a pensar como ingenieros, no solo programadores.</a:t>
            </a:r>
            <a:endParaRPr lang="es-ES" sz="2200"/>
          </a:p>
          <a:p>
            <a:pPr marL="0" indent="0">
              <a:buNone/>
            </a:pP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241654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106273-6C57-3858-C2BD-1111F3A5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Entregable para el Comité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73EE17-FBFB-144F-764A-426322F6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Documento que incluya: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Descripción del problema.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Alcance.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Requisitos funcionales.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Requisitos no funcionales.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Atributos de calidad.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Métricas definidas.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Archivos">
            <a:extLst>
              <a:ext uri="{FF2B5EF4-FFF2-40B4-BE49-F238E27FC236}">
                <a16:creationId xmlns:a16="http://schemas.microsoft.com/office/drawing/2014/main" id="{5E3D8517-606D-8349-BDA6-601039F67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81" r="29423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8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E8389-31A7-D85E-EE4E-1B5CC54E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s-ES" sz="3200">
                <a:ea typeface="+mj-lt"/>
                <a:cs typeface="+mj-lt"/>
              </a:rPr>
              <a:t>Cierre</a:t>
            </a:r>
            <a:endParaRPr lang="es-ES" sz="3200"/>
          </a:p>
        </p:txBody>
      </p:sp>
      <p:pic>
        <p:nvPicPr>
          <p:cNvPr id="5" name="Picture 4" descr="Dibujo borrador de un plano de planta">
            <a:extLst>
              <a:ext uri="{FF2B5EF4-FFF2-40B4-BE49-F238E27FC236}">
                <a16:creationId xmlns:a16="http://schemas.microsoft.com/office/drawing/2014/main" id="{B7B223D9-08BD-B10D-9B29-4EC8E2192F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0" r="14662" b="-10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C231BC-291D-F5DF-2771-4825EFC8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Preguntas clave: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¿Estamos resolviendo un problema real?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¿Nuestros requisitos son medibles?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¿Nuestro alcance es realista?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¿Nuestra calidad es verificable?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La próxima clase: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Diseñaremos la arquitectura del sistema.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620582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7ADEA1-B4CF-EE15-6282-D979CA04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Enfoque Profesional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D4AC32-AC18-5D9C-8621-2D2EAE7BB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“Un buen programador escribe código que funciona.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Un ingeniero diseña sistemas que perduran.”</a:t>
            </a:r>
            <a:endParaRPr lang="es-ES" sz="20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EA28E4D9-AE0B-C004-6B0D-3F981606D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" r="38825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34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Ingeniería de Software I</vt:lpstr>
      <vt:lpstr>Objetivo de la Clase</vt:lpstr>
      <vt:lpstr>De la Idea al Sistema Formal</vt:lpstr>
      <vt:lpstr>¿Qué es un Requisito?</vt:lpstr>
      <vt:lpstr>Tipos de Requisitos</vt:lpstr>
      <vt:lpstr>Requisitos No Funcionales</vt:lpstr>
      <vt:lpstr>Error Común en Proyectos</vt:lpstr>
      <vt:lpstr>Definiendo el Alcance</vt:lpstr>
      <vt:lpstr>Atributos de Calidad</vt:lpstr>
      <vt:lpstr>Calidad = Métricas</vt:lpstr>
      <vt:lpstr>Relación con el Proyecto Integrador</vt:lpstr>
      <vt:lpstr>Conexión con Arquitectura</vt:lpstr>
      <vt:lpstr>Enfoque Profesional</vt:lpstr>
      <vt:lpstr>Entregable para el Comité</vt:lpstr>
      <vt:lpstr>Cierre</vt:lpstr>
      <vt:lpstr>Enfoque Profesional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</cp:revision>
  <dcterms:created xsi:type="dcterms:W3CDTF">2026-02-14T02:46:55Z</dcterms:created>
  <dcterms:modified xsi:type="dcterms:W3CDTF">2026-02-14T03:33:16Z</dcterms:modified>
</cp:coreProperties>
</file>