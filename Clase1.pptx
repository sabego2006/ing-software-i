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EDA37-605B-5E77-C281-C8E9235D35BC}" v="305" dt="2026-02-04T02:09:03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0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56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GA YAMILE RACHEZ ROMERO" userId="S::orachez@ucundinamarca.edu.co::cbb4b6fc-8f4b-4bfd-80d5-5cc54e478ab1" providerId="AD" clId="Web-{5A7EDA37-605B-5E77-C281-C8E9235D35BC}"/>
    <pc:docChg chg="addSld delSld modSld sldOrd">
      <pc:chgData name="OLGA YAMILE RACHEZ ROMERO" userId="S::orachez@ucundinamarca.edu.co::cbb4b6fc-8f4b-4bfd-80d5-5cc54e478ab1" providerId="AD" clId="Web-{5A7EDA37-605B-5E77-C281-C8E9235D35BC}" dt="2026-02-04T02:09:03.577" v="299" actId="1076"/>
      <pc:docMkLst>
        <pc:docMk/>
      </pc:docMkLst>
      <pc:sldChg chg="addSp delSp modSp mod setBg">
        <pc:chgData name="OLGA YAMILE RACHEZ ROMERO" userId="S::orachez@ucundinamarca.edu.co::cbb4b6fc-8f4b-4bfd-80d5-5cc54e478ab1" providerId="AD" clId="Web-{5A7EDA37-605B-5E77-C281-C8E9235D35BC}" dt="2026-02-04T02:07:12.670" v="269" actId="1076"/>
        <pc:sldMkLst>
          <pc:docMk/>
          <pc:sldMk cId="2406273178" sldId="256"/>
        </pc:sldMkLst>
        <pc:spChg chg="mod">
          <ac:chgData name="OLGA YAMILE RACHEZ ROMERO" userId="S::orachez@ucundinamarca.edu.co::cbb4b6fc-8f4b-4bfd-80d5-5cc54e478ab1" providerId="AD" clId="Web-{5A7EDA37-605B-5E77-C281-C8E9235D35BC}" dt="2026-02-04T01:46:43.073" v="190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OLGA YAMILE RACHEZ ROMERO" userId="S::orachez@ucundinamarca.edu.co::cbb4b6fc-8f4b-4bfd-80d5-5cc54e478ab1" providerId="AD" clId="Web-{5A7EDA37-605B-5E77-C281-C8E9235D35BC}" dt="2026-02-04T01:46:58.901" v="198" actId="20577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46:43.073" v="190"/>
          <ac:spMkLst>
            <pc:docMk/>
            <pc:sldMk cId="2406273178" sldId="256"/>
            <ac:spMk id="6" creationId="{A03F41AC-F690-4E67-BC22-50049D14CCF7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46:43.073" v="190"/>
          <ac:spMkLst>
            <pc:docMk/>
            <pc:sldMk cId="2406273178" sldId="256"/>
            <ac:spMk id="7" creationId="{769BBCA1-89BA-4CF6-9CE0-7E8BEB04CFCD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46:35.494" v="189"/>
          <ac:spMkLst>
            <pc:docMk/>
            <pc:sldMk cId="2406273178" sldId="256"/>
            <ac:spMk id="9" creationId="{657F69E0-C4B0-4BEC-A689-4F8D877F05D4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46:35.494" v="189"/>
          <ac:spMkLst>
            <pc:docMk/>
            <pc:sldMk cId="2406273178" sldId="256"/>
            <ac:spMk id="11" creationId="{9F6380B4-6A1C-481E-8408-B4E6C75B9B81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46:43.073" v="190"/>
          <ac:spMkLst>
            <pc:docMk/>
            <pc:sldMk cId="2406273178" sldId="256"/>
            <ac:spMk id="13" creationId="{4E94261F-1ED3-4E90-88E6-13479144005B}"/>
          </ac:spMkLst>
        </pc:spChg>
        <pc:grpChg chg="add">
          <ac:chgData name="OLGA YAMILE RACHEZ ROMERO" userId="S::orachez@ucundinamarca.edu.co::cbb4b6fc-8f4b-4bfd-80d5-5cc54e478ab1" providerId="AD" clId="Web-{5A7EDA37-605B-5E77-C281-C8E9235D35BC}" dt="2026-02-04T01:46:43.073" v="190"/>
          <ac:grpSpMkLst>
            <pc:docMk/>
            <pc:sldMk cId="2406273178" sldId="256"/>
            <ac:grpSpMk id="15" creationId="{8B65D8A2-EC69-49A4-8897-4C4FE08B7420}"/>
          </ac:grpSpMkLst>
        </pc:grpChg>
        <pc:picChg chg="add mod ord">
          <ac:chgData name="OLGA YAMILE RACHEZ ROMERO" userId="S::orachez@ucundinamarca.edu.co::cbb4b6fc-8f4b-4bfd-80d5-5cc54e478ab1" providerId="AD" clId="Web-{5A7EDA37-605B-5E77-C281-C8E9235D35BC}" dt="2026-02-04T01:46:43.073" v="190"/>
          <ac:picMkLst>
            <pc:docMk/>
            <pc:sldMk cId="2406273178" sldId="256"/>
            <ac:picMk id="4" creationId="{D2AE3239-12F4-8ACB-DF55-6AC99730CF38}"/>
          </ac:picMkLst>
        </pc:picChg>
        <pc:picChg chg="add mod">
          <ac:chgData name="OLGA YAMILE RACHEZ ROMERO" userId="S::orachez@ucundinamarca.edu.co::cbb4b6fc-8f4b-4bfd-80d5-5cc54e478ab1" providerId="AD" clId="Web-{5A7EDA37-605B-5E77-C281-C8E9235D35BC}" dt="2026-02-04T02:07:12.670" v="269" actId="1076"/>
          <ac:picMkLst>
            <pc:docMk/>
            <pc:sldMk cId="2406273178" sldId="256"/>
            <ac:picMk id="5" creationId="{19EEE6BC-3AD1-2EF5-E027-2A6CA34A6886}"/>
          </ac:picMkLst>
        </pc:picChg>
        <pc:cxnChg chg="add">
          <ac:chgData name="OLGA YAMILE RACHEZ ROMERO" userId="S::orachez@ucundinamarca.edu.co::cbb4b6fc-8f4b-4bfd-80d5-5cc54e478ab1" providerId="AD" clId="Web-{5A7EDA37-605B-5E77-C281-C8E9235D35BC}" dt="2026-02-04T01:46:43.073" v="190"/>
          <ac:cxnSpMkLst>
            <pc:docMk/>
            <pc:sldMk cId="2406273178" sldId="256"/>
            <ac:cxnSpMk id="20" creationId="{56020367-4FD5-4596-8E10-C5F095CD8DBF}"/>
          </ac:cxnSpMkLst>
        </pc:cxnChg>
      </pc:sldChg>
      <pc:sldChg chg="addSp delSp modSp new mod setBg modNotes">
        <pc:chgData name="OLGA YAMILE RACHEZ ROMERO" userId="S::orachez@ucundinamarca.edu.co::cbb4b6fc-8f4b-4bfd-80d5-5cc54e478ab1" providerId="AD" clId="Web-{5A7EDA37-605B-5E77-C281-C8E9235D35BC}" dt="2026-02-04T02:07:32.467" v="275" actId="1076"/>
        <pc:sldMkLst>
          <pc:docMk/>
          <pc:sldMk cId="2122673753" sldId="257"/>
        </pc:sldMkLst>
        <pc:spChg chg="mod">
          <ac:chgData name="OLGA YAMILE RACHEZ ROMERO" userId="S::orachez@ucundinamarca.edu.co::cbb4b6fc-8f4b-4bfd-80d5-5cc54e478ab1" providerId="AD" clId="Web-{5A7EDA37-605B-5E77-C281-C8E9235D35BC}" dt="2026-02-04T01:47:22.729" v="201"/>
          <ac:spMkLst>
            <pc:docMk/>
            <pc:sldMk cId="2122673753" sldId="257"/>
            <ac:spMk id="2" creationId="{4B73EF45-33D0-393E-3515-F974CC3DF71D}"/>
          </ac:spMkLst>
        </pc:spChg>
        <pc:spChg chg="del mod">
          <ac:chgData name="OLGA YAMILE RACHEZ ROMERO" userId="S::orachez@ucundinamarca.edu.co::cbb4b6fc-8f4b-4bfd-80d5-5cc54e478ab1" providerId="AD" clId="Web-{5A7EDA37-605B-5E77-C281-C8E9235D35BC}" dt="2026-02-04T01:47:22.729" v="201"/>
          <ac:spMkLst>
            <pc:docMk/>
            <pc:sldMk cId="2122673753" sldId="257"/>
            <ac:spMk id="3" creationId="{1B6409B6-F3D0-9B52-1F93-923D73BCC846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47:22.729" v="201"/>
          <ac:spMkLst>
            <pc:docMk/>
            <pc:sldMk cId="2122673753" sldId="257"/>
            <ac:spMk id="11" creationId="{C505E780-2083-4CB5-A42A-5E0E2908ECC3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47:22.698" v="200"/>
          <ac:spMkLst>
            <pc:docMk/>
            <pc:sldMk cId="2122673753" sldId="257"/>
            <ac:spMk id="12" creationId="{5D7F64A8-D625-4F61-A290-B499BB62ACFF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47:22.729" v="201"/>
          <ac:spMkLst>
            <pc:docMk/>
            <pc:sldMk cId="2122673753" sldId="257"/>
            <ac:spMk id="13" creationId="{D2C0AE1C-0118-41AE-8A10-7CDCBF10E96F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47:22.729" v="201"/>
          <ac:spMkLst>
            <pc:docMk/>
            <pc:sldMk cId="2122673753" sldId="257"/>
            <ac:spMk id="14" creationId="{7517A47C-B2E5-4B79-8061-D74B1311AF6E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47:22.729" v="201"/>
          <ac:spMkLst>
            <pc:docMk/>
            <pc:sldMk cId="2122673753" sldId="257"/>
            <ac:spMk id="15" creationId="{463EEC44-1BA3-44ED-81FC-A644B04B2A44}"/>
          </ac:spMkLst>
        </pc:spChg>
        <pc:graphicFrameChg chg="add">
          <ac:chgData name="OLGA YAMILE RACHEZ ROMERO" userId="S::orachez@ucundinamarca.edu.co::cbb4b6fc-8f4b-4bfd-80d5-5cc54e478ab1" providerId="AD" clId="Web-{5A7EDA37-605B-5E77-C281-C8E9235D35BC}" dt="2026-02-04T01:47:22.729" v="201"/>
          <ac:graphicFrameMkLst>
            <pc:docMk/>
            <pc:sldMk cId="2122673753" sldId="257"/>
            <ac:graphicFrameMk id="5" creationId="{C08E80EE-6CFA-A7B4-0814-A4F8ED43ED4E}"/>
          </ac:graphicFrameMkLst>
        </pc:graphicFrameChg>
        <pc:picChg chg="add del">
          <ac:chgData name="OLGA YAMILE RACHEZ ROMERO" userId="S::orachez@ucundinamarca.edu.co::cbb4b6fc-8f4b-4bfd-80d5-5cc54e478ab1" providerId="AD" clId="Web-{5A7EDA37-605B-5E77-C281-C8E9235D35BC}" dt="2026-02-04T01:47:22.698" v="200"/>
          <ac:picMkLst>
            <pc:docMk/>
            <pc:sldMk cId="2122673753" sldId="257"/>
            <ac:picMk id="7" creationId="{30308532-777F-F399-D2A9-91051B325FA4}"/>
          </ac:picMkLst>
        </pc:picChg>
        <pc:picChg chg="add del">
          <ac:chgData name="OLGA YAMILE RACHEZ ROMERO" userId="S::orachez@ucundinamarca.edu.co::cbb4b6fc-8f4b-4bfd-80d5-5cc54e478ab1" providerId="AD" clId="Web-{5A7EDA37-605B-5E77-C281-C8E9235D35BC}" dt="2026-02-04T01:47:22.698" v="200"/>
          <ac:picMkLst>
            <pc:docMk/>
            <pc:sldMk cId="2122673753" sldId="257"/>
            <ac:picMk id="9" creationId="{6CFEE321-3C88-4B92-A009-97009E57A6F0}"/>
          </ac:picMkLst>
        </pc:picChg>
        <pc:picChg chg="add del mod">
          <ac:chgData name="OLGA YAMILE RACHEZ ROMERO" userId="S::orachez@ucundinamarca.edu.co::cbb4b6fc-8f4b-4bfd-80d5-5cc54e478ab1" providerId="AD" clId="Web-{5A7EDA37-605B-5E77-C281-C8E9235D35BC}" dt="2026-02-04T02:07:17.654" v="271"/>
          <ac:picMkLst>
            <pc:docMk/>
            <pc:sldMk cId="2122673753" sldId="257"/>
            <ac:picMk id="28" creationId="{575F26ED-230F-5B54-1C6D-8314BBFF0EDD}"/>
          </ac:picMkLst>
        </pc:picChg>
        <pc:picChg chg="add mod">
          <ac:chgData name="OLGA YAMILE RACHEZ ROMERO" userId="S::orachez@ucundinamarca.edu.co::cbb4b6fc-8f4b-4bfd-80d5-5cc54e478ab1" providerId="AD" clId="Web-{5A7EDA37-605B-5E77-C281-C8E9235D35BC}" dt="2026-02-04T02:07:32.467" v="275" actId="1076"/>
          <ac:picMkLst>
            <pc:docMk/>
            <pc:sldMk cId="2122673753" sldId="257"/>
            <ac:picMk id="94" creationId="{DE877436-877C-1E0B-A1AE-0C3D43D18523}"/>
          </ac:picMkLst>
        </pc:picChg>
      </pc:sldChg>
      <pc:sldChg chg="addSp delSp modSp new mod setBg modNotes">
        <pc:chgData name="OLGA YAMILE RACHEZ ROMERO" userId="S::orachez@ucundinamarca.edu.co::cbb4b6fc-8f4b-4bfd-80d5-5cc54e478ab1" providerId="AD" clId="Web-{5A7EDA37-605B-5E77-C281-C8E9235D35BC}" dt="2026-02-04T02:07:41.623" v="277" actId="1076"/>
        <pc:sldMkLst>
          <pc:docMk/>
          <pc:sldMk cId="655558702" sldId="258"/>
        </pc:sldMkLst>
        <pc:spChg chg="mod">
          <ac:chgData name="OLGA YAMILE RACHEZ ROMERO" userId="S::orachez@ucundinamarca.edu.co::cbb4b6fc-8f4b-4bfd-80d5-5cc54e478ab1" providerId="AD" clId="Web-{5A7EDA37-605B-5E77-C281-C8E9235D35BC}" dt="2026-02-04T01:47:34.558" v="204"/>
          <ac:spMkLst>
            <pc:docMk/>
            <pc:sldMk cId="655558702" sldId="258"/>
            <ac:spMk id="2" creationId="{93D90F4F-1991-436C-A4B1-984B056D5E7D}"/>
          </ac:spMkLst>
        </pc:spChg>
        <pc:spChg chg="mod">
          <ac:chgData name="OLGA YAMILE RACHEZ ROMERO" userId="S::orachez@ucundinamarca.edu.co::cbb4b6fc-8f4b-4bfd-80d5-5cc54e478ab1" providerId="AD" clId="Web-{5A7EDA37-605B-5E77-C281-C8E9235D35BC}" dt="2026-02-04T01:47:43.933" v="208"/>
          <ac:spMkLst>
            <pc:docMk/>
            <pc:sldMk cId="655558702" sldId="258"/>
            <ac:spMk id="3" creationId="{75819071-DC6D-7139-1673-F441CE3A22BE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47:34.527" v="203"/>
          <ac:spMkLst>
            <pc:docMk/>
            <pc:sldMk cId="655558702" sldId="258"/>
            <ac:spMk id="9" creationId="{9F7D5CDA-D291-4307-BF55-1381FED29634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47:34.558" v="204"/>
          <ac:spMkLst>
            <pc:docMk/>
            <pc:sldMk cId="655558702" sldId="258"/>
            <ac:spMk id="11" creationId="{E81BF4F6-F2CF-4984-9D14-D6966D92F99F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47:34.558" v="204"/>
          <ac:spMkLst>
            <pc:docMk/>
            <pc:sldMk cId="655558702" sldId="258"/>
            <ac:spMk id="12" creationId="{C0763A76-9F1C-4FC5-82B7-DD475DA461B2}"/>
          </ac:spMkLst>
        </pc:spChg>
        <pc:picChg chg="add del">
          <ac:chgData name="OLGA YAMILE RACHEZ ROMERO" userId="S::orachez@ucundinamarca.edu.co::cbb4b6fc-8f4b-4bfd-80d5-5cc54e478ab1" providerId="AD" clId="Web-{5A7EDA37-605B-5E77-C281-C8E9235D35BC}" dt="2026-02-04T01:47:34.527" v="203"/>
          <ac:picMkLst>
            <pc:docMk/>
            <pc:sldMk cId="655558702" sldId="258"/>
            <ac:picMk id="5" creationId="{B096845B-C52F-55A3-8473-150E3666A863}"/>
          </ac:picMkLst>
        </pc:picChg>
        <pc:picChg chg="add mod">
          <ac:chgData name="OLGA YAMILE RACHEZ ROMERO" userId="S::orachez@ucundinamarca.edu.co::cbb4b6fc-8f4b-4bfd-80d5-5cc54e478ab1" providerId="AD" clId="Web-{5A7EDA37-605B-5E77-C281-C8E9235D35BC}" dt="2026-02-04T02:07:41.623" v="277" actId="1076"/>
          <ac:picMkLst>
            <pc:docMk/>
            <pc:sldMk cId="655558702" sldId="258"/>
            <ac:picMk id="6" creationId="{3A9ED602-A88F-4722-6F6B-3FC8E69DFCA4}"/>
          </ac:picMkLst>
        </pc:picChg>
        <pc:picChg chg="add">
          <ac:chgData name="OLGA YAMILE RACHEZ ROMERO" userId="S::orachez@ucundinamarca.edu.co::cbb4b6fc-8f4b-4bfd-80d5-5cc54e478ab1" providerId="AD" clId="Web-{5A7EDA37-605B-5E77-C281-C8E9235D35BC}" dt="2026-02-04T01:47:34.558" v="204"/>
          <ac:picMkLst>
            <pc:docMk/>
            <pc:sldMk cId="655558702" sldId="258"/>
            <ac:picMk id="13" creationId="{B1A2AC37-9BB4-B10A-FC71-4566538CCC4D}"/>
          </ac:picMkLst>
        </pc:picChg>
      </pc:sldChg>
      <pc:sldChg chg="addSp delSp modSp new mod setBg">
        <pc:chgData name="OLGA YAMILE RACHEZ ROMERO" userId="S::orachez@ucundinamarca.edu.co::cbb4b6fc-8f4b-4bfd-80d5-5cc54e478ab1" providerId="AD" clId="Web-{5A7EDA37-605B-5E77-C281-C8E9235D35BC}" dt="2026-02-04T02:07:52.952" v="279" actId="1076"/>
        <pc:sldMkLst>
          <pc:docMk/>
          <pc:sldMk cId="511402460" sldId="259"/>
        </pc:sldMkLst>
        <pc:spChg chg="mod">
          <ac:chgData name="OLGA YAMILE RACHEZ ROMERO" userId="S::orachez@ucundinamarca.edu.co::cbb4b6fc-8f4b-4bfd-80d5-5cc54e478ab1" providerId="AD" clId="Web-{5A7EDA37-605B-5E77-C281-C8E9235D35BC}" dt="2026-02-04T01:57:05.344" v="231" actId="14100"/>
          <ac:spMkLst>
            <pc:docMk/>
            <pc:sldMk cId="511402460" sldId="259"/>
            <ac:spMk id="2" creationId="{32CB3BEE-53ED-18B5-76B5-170725F7712D}"/>
          </ac:spMkLst>
        </pc:spChg>
        <pc:spChg chg="add del mod ord">
          <ac:chgData name="OLGA YAMILE RACHEZ ROMERO" userId="S::orachez@ucundinamarca.edu.co::cbb4b6fc-8f4b-4bfd-80d5-5cc54e478ab1" providerId="AD" clId="Web-{5A7EDA37-605B-5E77-C281-C8E9235D35BC}" dt="2026-02-04T01:57:14.626" v="233"/>
          <ac:spMkLst>
            <pc:docMk/>
            <pc:sldMk cId="511402460" sldId="259"/>
            <ac:spMk id="3" creationId="{CEB2316D-07B3-92DA-3730-D8E1DDDE7F92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6:25.999" v="227"/>
          <ac:spMkLst>
            <pc:docMk/>
            <pc:sldMk cId="511402460" sldId="259"/>
            <ac:spMk id="8" creationId="{3B1FBD85-8991-2A31-6956-1A07186D5C91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0:39.810" v="217"/>
          <ac:spMkLst>
            <pc:docMk/>
            <pc:sldMk cId="511402460" sldId="259"/>
            <ac:spMk id="9" creationId="{BACC6370-2D7E-4714-9D71-7542949D7D5D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6:25.999" v="227"/>
          <ac:spMkLst>
            <pc:docMk/>
            <pc:sldMk cId="511402460" sldId="259"/>
            <ac:spMk id="10" creationId="{D252BC7B-4F7B-6E34-71DB-D06EFE32DC26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0:39.810" v="217"/>
          <ac:spMkLst>
            <pc:docMk/>
            <pc:sldMk cId="511402460" sldId="259"/>
            <ac:spMk id="11" creationId="{256B2C21-A230-48C0-8DF1-C46611373C44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6:25.999" v="227"/>
          <ac:spMkLst>
            <pc:docMk/>
            <pc:sldMk cId="511402460" sldId="259"/>
            <ac:spMk id="12" creationId="{12F97F52-C578-5AB2-B699-50008FCBA822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0:39.810" v="217"/>
          <ac:spMkLst>
            <pc:docMk/>
            <pc:sldMk cId="511402460" sldId="259"/>
            <ac:spMk id="13" creationId="{3847E18C-932D-4C95-AABA-FEC7C9499AD7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0:39.810" v="217"/>
          <ac:spMkLst>
            <pc:docMk/>
            <pc:sldMk cId="511402460" sldId="259"/>
            <ac:spMk id="15" creationId="{3150CB11-0C61-439E-910F-5787759E72A0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0:39.810" v="217"/>
          <ac:spMkLst>
            <pc:docMk/>
            <pc:sldMk cId="511402460" sldId="259"/>
            <ac:spMk id="17" creationId="{43F8A58B-5155-44CE-A5FF-7647B47D0A7A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0:39.810" v="217"/>
          <ac:spMkLst>
            <pc:docMk/>
            <pc:sldMk cId="511402460" sldId="259"/>
            <ac:spMk id="19" creationId="{443F2ACA-E6D6-4028-82DD-F03C262D5DE6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57:00.422" v="230"/>
          <ac:spMkLst>
            <pc:docMk/>
            <pc:sldMk cId="511402460" sldId="259"/>
            <ac:spMk id="36" creationId="{327D73B4-9F5C-4A64-A179-51B9500CB8B5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57:00.422" v="230"/>
          <ac:spMkLst>
            <pc:docMk/>
            <pc:sldMk cId="511402460" sldId="259"/>
            <ac:spMk id="38" creationId="{C1F06963-6374-4B48-844F-071A9BAAAE02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57:00.422" v="230"/>
          <ac:spMkLst>
            <pc:docMk/>
            <pc:sldMk cId="511402460" sldId="259"/>
            <ac:spMk id="40" creationId="{6CB927A4-E432-4310-9CD5-E89FF5063179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57:00.422" v="230"/>
          <ac:spMkLst>
            <pc:docMk/>
            <pc:sldMk cId="511402460" sldId="259"/>
            <ac:spMk id="42" creationId="{1453BF6C-B012-48B7-B4E8-6D7AC7C27D02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57:00.422" v="230"/>
          <ac:spMkLst>
            <pc:docMk/>
            <pc:sldMk cId="511402460" sldId="259"/>
            <ac:spMk id="44" creationId="{E3020543-B24B-4EC4-8FFC-8DD88EEA91A8}"/>
          </ac:spMkLst>
        </pc:spChg>
        <pc:graphicFrameChg chg="add del">
          <ac:chgData name="OLGA YAMILE RACHEZ ROMERO" userId="S::orachez@ucundinamarca.edu.co::cbb4b6fc-8f4b-4bfd-80d5-5cc54e478ab1" providerId="AD" clId="Web-{5A7EDA37-605B-5E77-C281-C8E9235D35BC}" dt="2026-02-04T01:50:15.935" v="215"/>
          <ac:graphicFrameMkLst>
            <pc:docMk/>
            <pc:sldMk cId="511402460" sldId="259"/>
            <ac:graphicFrameMk id="5" creationId="{6DFC468D-47CF-91AF-4743-F3C921A02788}"/>
          </ac:graphicFrameMkLst>
        </pc:graphicFrameChg>
        <pc:graphicFrameChg chg="add del">
          <ac:chgData name="OLGA YAMILE RACHEZ ROMERO" userId="S::orachez@ucundinamarca.edu.co::cbb4b6fc-8f4b-4bfd-80d5-5cc54e478ab1" providerId="AD" clId="Web-{5A7EDA37-605B-5E77-C281-C8E9235D35BC}" dt="2026-02-04T01:50:39.810" v="217"/>
          <ac:graphicFrameMkLst>
            <pc:docMk/>
            <pc:sldMk cId="511402460" sldId="259"/>
            <ac:graphicFrameMk id="7" creationId="{123B6294-109A-C63C-2E54-BFAF42981D6E}"/>
          </ac:graphicFrameMkLst>
        </pc:graphicFrameChg>
        <pc:picChg chg="add del mod">
          <ac:chgData name="OLGA YAMILE RACHEZ ROMERO" userId="S::orachez@ucundinamarca.edu.co::cbb4b6fc-8f4b-4bfd-80d5-5cc54e478ab1" providerId="AD" clId="Web-{5A7EDA37-605B-5E77-C281-C8E9235D35BC}" dt="2026-02-04T01:48:45.059" v="213"/>
          <ac:picMkLst>
            <pc:docMk/>
            <pc:sldMk cId="511402460" sldId="259"/>
            <ac:picMk id="4" creationId="{ACC305EB-211C-5E8E-DBEE-629265EBFB87}"/>
          </ac:picMkLst>
        </pc:picChg>
        <pc:picChg chg="add mod">
          <ac:chgData name="OLGA YAMILE RACHEZ ROMERO" userId="S::orachez@ucundinamarca.edu.co::cbb4b6fc-8f4b-4bfd-80d5-5cc54e478ab1" providerId="AD" clId="Web-{5A7EDA37-605B-5E77-C281-C8E9235D35BC}" dt="2026-02-04T01:57:00.422" v="230"/>
          <ac:picMkLst>
            <pc:docMk/>
            <pc:sldMk cId="511402460" sldId="259"/>
            <ac:picMk id="31" creationId="{153AE051-6087-AA13-D764-715D1F7C83D8}"/>
          </ac:picMkLst>
        </pc:picChg>
        <pc:picChg chg="add mod">
          <ac:chgData name="OLGA YAMILE RACHEZ ROMERO" userId="S::orachez@ucundinamarca.edu.co::cbb4b6fc-8f4b-4bfd-80d5-5cc54e478ab1" providerId="AD" clId="Web-{5A7EDA37-605B-5E77-C281-C8E9235D35BC}" dt="2026-02-04T02:07:52.952" v="279" actId="1076"/>
          <ac:picMkLst>
            <pc:docMk/>
            <pc:sldMk cId="511402460" sldId="259"/>
            <ac:picMk id="33" creationId="{23D0BAE7-BE37-0D1A-A669-65F399201E4D}"/>
          </ac:picMkLst>
        </pc:picChg>
        <pc:cxnChg chg="add">
          <ac:chgData name="OLGA YAMILE RACHEZ ROMERO" userId="S::orachez@ucundinamarca.edu.co::cbb4b6fc-8f4b-4bfd-80d5-5cc54e478ab1" providerId="AD" clId="Web-{5A7EDA37-605B-5E77-C281-C8E9235D35BC}" dt="2026-02-04T01:57:00.422" v="230"/>
          <ac:cxnSpMkLst>
            <pc:docMk/>
            <pc:sldMk cId="511402460" sldId="259"/>
            <ac:cxnSpMk id="46" creationId="{C49DA8F6-BCC1-4447-B54C-57856834B94B}"/>
          </ac:cxnSpMkLst>
        </pc:cxnChg>
      </pc:sldChg>
      <pc:sldChg chg="addSp modSp new mod setBg modNotes">
        <pc:chgData name="OLGA YAMILE RACHEZ ROMERO" userId="S::orachez@ucundinamarca.edu.co::cbb4b6fc-8f4b-4bfd-80d5-5cc54e478ab1" providerId="AD" clId="Web-{5A7EDA37-605B-5E77-C281-C8E9235D35BC}" dt="2026-02-04T02:08:00.702" v="281" actId="1076"/>
        <pc:sldMkLst>
          <pc:docMk/>
          <pc:sldMk cId="2988262614" sldId="260"/>
        </pc:sldMkLst>
        <pc:spChg chg="mod">
          <ac:chgData name="OLGA YAMILE RACHEZ ROMERO" userId="S::orachez@ucundinamarca.edu.co::cbb4b6fc-8f4b-4bfd-80d5-5cc54e478ab1" providerId="AD" clId="Web-{5A7EDA37-605B-5E77-C281-C8E9235D35BC}" dt="2026-02-04T01:57:22.314" v="234"/>
          <ac:spMkLst>
            <pc:docMk/>
            <pc:sldMk cId="2988262614" sldId="260"/>
            <ac:spMk id="2" creationId="{C3C7E7E6-B1D1-931A-A726-50A566BDA421}"/>
          </ac:spMkLst>
        </pc:spChg>
        <pc:spChg chg="mod">
          <ac:chgData name="OLGA YAMILE RACHEZ ROMERO" userId="S::orachez@ucundinamarca.edu.co::cbb4b6fc-8f4b-4bfd-80d5-5cc54e478ab1" providerId="AD" clId="Web-{5A7EDA37-605B-5E77-C281-C8E9235D35BC}" dt="2026-02-04T01:57:22.314" v="234"/>
          <ac:spMkLst>
            <pc:docMk/>
            <pc:sldMk cId="2988262614" sldId="260"/>
            <ac:spMk id="3" creationId="{892D9CEE-383E-FF1D-C1C5-D296274689F1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1:57:22.314" v="234"/>
          <ac:spMkLst>
            <pc:docMk/>
            <pc:sldMk cId="2988262614" sldId="260"/>
            <ac:spMk id="9" creationId="{9F7D5CDA-D291-4307-BF55-1381FED29634}"/>
          </ac:spMkLst>
        </pc:spChg>
        <pc:picChg chg="add">
          <ac:chgData name="OLGA YAMILE RACHEZ ROMERO" userId="S::orachez@ucundinamarca.edu.co::cbb4b6fc-8f4b-4bfd-80d5-5cc54e478ab1" providerId="AD" clId="Web-{5A7EDA37-605B-5E77-C281-C8E9235D35BC}" dt="2026-02-04T01:57:22.314" v="234"/>
          <ac:picMkLst>
            <pc:docMk/>
            <pc:sldMk cId="2988262614" sldId="260"/>
            <ac:picMk id="5" creationId="{C48A14C4-5135-17F8-198C-6CBA86B8BBAB}"/>
          </ac:picMkLst>
        </pc:picChg>
        <pc:picChg chg="add mod">
          <ac:chgData name="OLGA YAMILE RACHEZ ROMERO" userId="S::orachez@ucundinamarca.edu.co::cbb4b6fc-8f4b-4bfd-80d5-5cc54e478ab1" providerId="AD" clId="Web-{5A7EDA37-605B-5E77-C281-C8E9235D35BC}" dt="2026-02-04T02:08:00.702" v="281" actId="1076"/>
          <ac:picMkLst>
            <pc:docMk/>
            <pc:sldMk cId="2988262614" sldId="260"/>
            <ac:picMk id="6" creationId="{197F3234-A9AC-10C7-B6CF-065667C52062}"/>
          </ac:picMkLst>
        </pc:picChg>
      </pc:sldChg>
      <pc:sldChg chg="addSp delSp modSp new mod setBg modNotes">
        <pc:chgData name="OLGA YAMILE RACHEZ ROMERO" userId="S::orachez@ucundinamarca.edu.co::cbb4b6fc-8f4b-4bfd-80d5-5cc54e478ab1" providerId="AD" clId="Web-{5A7EDA37-605B-5E77-C281-C8E9235D35BC}" dt="2026-02-04T02:08:05.264" v="283" actId="1076"/>
        <pc:sldMkLst>
          <pc:docMk/>
          <pc:sldMk cId="2999222116" sldId="261"/>
        </pc:sldMkLst>
        <pc:spChg chg="mod">
          <ac:chgData name="OLGA YAMILE RACHEZ ROMERO" userId="S::orachez@ucundinamarca.edu.co::cbb4b6fc-8f4b-4bfd-80d5-5cc54e478ab1" providerId="AD" clId="Web-{5A7EDA37-605B-5E77-C281-C8E9235D35BC}" dt="2026-02-04T02:00:23.007" v="239"/>
          <ac:spMkLst>
            <pc:docMk/>
            <pc:sldMk cId="2999222116" sldId="261"/>
            <ac:spMk id="2" creationId="{3B40340A-1761-12B7-BB8C-F00BC35627E7}"/>
          </ac:spMkLst>
        </pc:spChg>
        <pc:spChg chg="add del mod">
          <ac:chgData name="OLGA YAMILE RACHEZ ROMERO" userId="S::orachez@ucundinamarca.edu.co::cbb4b6fc-8f4b-4bfd-80d5-5cc54e478ab1" providerId="AD" clId="Web-{5A7EDA37-605B-5E77-C281-C8E9235D35BC}" dt="2026-02-04T02:00:23.007" v="239"/>
          <ac:spMkLst>
            <pc:docMk/>
            <pc:sldMk cId="2999222116" sldId="261"/>
            <ac:spMk id="3" creationId="{603D7E79-05BF-B4A2-FC48-3A7DFE137C1B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0:23.007" v="239"/>
          <ac:spMkLst>
            <pc:docMk/>
            <pc:sldMk cId="2999222116" sldId="261"/>
            <ac:spMk id="6" creationId="{16AC3602-3348-4F31-9E43-076B03514ECB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0:23.007" v="239"/>
          <ac:spMkLst>
            <pc:docMk/>
            <pc:sldMk cId="2999222116" sldId="261"/>
            <ac:spMk id="7" creationId="{394094B0-A6C9-44BE-9042-66EF0612F625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0:23.007" v="239"/>
          <ac:spMkLst>
            <pc:docMk/>
            <pc:sldMk cId="2999222116" sldId="261"/>
            <ac:spMk id="8" creationId="{64C2CA96-0B16-4AA7-B340-33044D238597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7:46.643" v="236"/>
          <ac:spMkLst>
            <pc:docMk/>
            <pc:sldMk cId="2999222116" sldId="261"/>
            <ac:spMk id="9" creationId="{BACC6370-2D7E-4714-9D71-7542949D7D5D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0:23.007" v="239"/>
          <ac:spMkLst>
            <pc:docMk/>
            <pc:sldMk cId="2999222116" sldId="261"/>
            <ac:spMk id="10" creationId="{1D50D7A8-F1D5-4306-8A9B-DD7A73EB8BCE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7:46.643" v="236"/>
          <ac:spMkLst>
            <pc:docMk/>
            <pc:sldMk cId="2999222116" sldId="261"/>
            <ac:spMk id="11" creationId="{256B2C21-A230-48C0-8DF1-C46611373C44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7:46.643" v="236"/>
          <ac:spMkLst>
            <pc:docMk/>
            <pc:sldMk cId="2999222116" sldId="261"/>
            <ac:spMk id="13" creationId="{3847E18C-932D-4C95-AABA-FEC7C9499AD7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7:46.643" v="236"/>
          <ac:spMkLst>
            <pc:docMk/>
            <pc:sldMk cId="2999222116" sldId="261"/>
            <ac:spMk id="15" creationId="{3150CB11-0C61-439E-910F-5787759E72A0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7:46.643" v="236"/>
          <ac:spMkLst>
            <pc:docMk/>
            <pc:sldMk cId="2999222116" sldId="261"/>
            <ac:spMk id="17" creationId="{43F8A58B-5155-44CE-A5FF-7647B47D0A7A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1:57:46.643" v="236"/>
          <ac:spMkLst>
            <pc:docMk/>
            <pc:sldMk cId="2999222116" sldId="261"/>
            <ac:spMk id="19" creationId="{443F2ACA-E6D6-4028-82DD-F03C262D5DE6}"/>
          </ac:spMkLst>
        </pc:spChg>
        <pc:graphicFrameChg chg="add del">
          <ac:chgData name="OLGA YAMILE RACHEZ ROMERO" userId="S::orachez@ucundinamarca.edu.co::cbb4b6fc-8f4b-4bfd-80d5-5cc54e478ab1" providerId="AD" clId="Web-{5A7EDA37-605B-5E77-C281-C8E9235D35BC}" dt="2026-02-04T01:57:46.643" v="236"/>
          <ac:graphicFrameMkLst>
            <pc:docMk/>
            <pc:sldMk cId="2999222116" sldId="261"/>
            <ac:graphicFrameMk id="5" creationId="{C86A0B59-BF0B-DE6B-77C4-1B946605086C}"/>
          </ac:graphicFrameMkLst>
        </pc:graphicFrameChg>
        <pc:graphicFrameChg chg="add">
          <ac:chgData name="OLGA YAMILE RACHEZ ROMERO" userId="S::orachez@ucundinamarca.edu.co::cbb4b6fc-8f4b-4bfd-80d5-5cc54e478ab1" providerId="AD" clId="Web-{5A7EDA37-605B-5E77-C281-C8E9235D35BC}" dt="2026-02-04T02:00:23.007" v="239"/>
          <ac:graphicFrameMkLst>
            <pc:docMk/>
            <pc:sldMk cId="2999222116" sldId="261"/>
            <ac:graphicFrameMk id="12" creationId="{FC9D5E82-633D-EB4A-BD51-CF1C791483F1}"/>
          </ac:graphicFrameMkLst>
        </pc:graphicFrameChg>
        <pc:picChg chg="add mod">
          <ac:chgData name="OLGA YAMILE RACHEZ ROMERO" userId="S::orachez@ucundinamarca.edu.co::cbb4b6fc-8f4b-4bfd-80d5-5cc54e478ab1" providerId="AD" clId="Web-{5A7EDA37-605B-5E77-C281-C8E9235D35BC}" dt="2026-02-04T02:08:05.264" v="283" actId="1076"/>
          <ac:picMkLst>
            <pc:docMk/>
            <pc:sldMk cId="2999222116" sldId="261"/>
            <ac:picMk id="41" creationId="{68F9362A-5661-7235-23A7-FD3CFA950984}"/>
          </ac:picMkLst>
        </pc:picChg>
      </pc:sldChg>
      <pc:sldChg chg="addSp delSp modSp new mod setBg modNotes">
        <pc:chgData name="OLGA YAMILE RACHEZ ROMERO" userId="S::orachez@ucundinamarca.edu.co::cbb4b6fc-8f4b-4bfd-80d5-5cc54e478ab1" providerId="AD" clId="Web-{5A7EDA37-605B-5E77-C281-C8E9235D35BC}" dt="2026-02-04T02:08:13.952" v="285" actId="1076"/>
        <pc:sldMkLst>
          <pc:docMk/>
          <pc:sldMk cId="3549652759" sldId="262"/>
        </pc:sldMkLst>
        <pc:spChg chg="mod">
          <ac:chgData name="OLGA YAMILE RACHEZ ROMERO" userId="S::orachez@ucundinamarca.edu.co::cbb4b6fc-8f4b-4bfd-80d5-5cc54e478ab1" providerId="AD" clId="Web-{5A7EDA37-605B-5E77-C281-C8E9235D35BC}" dt="2026-02-04T02:01:04.164" v="241"/>
          <ac:spMkLst>
            <pc:docMk/>
            <pc:sldMk cId="3549652759" sldId="262"/>
            <ac:spMk id="2" creationId="{762F93C2-3292-8213-1197-0115D53AD560}"/>
          </ac:spMkLst>
        </pc:spChg>
        <pc:spChg chg="del mod">
          <ac:chgData name="OLGA YAMILE RACHEZ ROMERO" userId="S::orachez@ucundinamarca.edu.co::cbb4b6fc-8f4b-4bfd-80d5-5cc54e478ab1" providerId="AD" clId="Web-{5A7EDA37-605B-5E77-C281-C8E9235D35BC}" dt="2026-02-04T02:01:04.164" v="241"/>
          <ac:spMkLst>
            <pc:docMk/>
            <pc:sldMk cId="3549652759" sldId="262"/>
            <ac:spMk id="3" creationId="{51E077B8-7B87-3315-4C80-2F447231A58E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1:04.164" v="241"/>
          <ac:spMkLst>
            <pc:docMk/>
            <pc:sldMk cId="3549652759" sldId="262"/>
            <ac:spMk id="9" creationId="{7517A47C-B2E5-4B79-8061-D74B1311AF6E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1:04.164" v="241"/>
          <ac:spMkLst>
            <pc:docMk/>
            <pc:sldMk cId="3549652759" sldId="262"/>
            <ac:spMk id="11" creationId="{C505E780-2083-4CB5-A42A-5E0E2908ECC3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1:04.164" v="241"/>
          <ac:spMkLst>
            <pc:docMk/>
            <pc:sldMk cId="3549652759" sldId="262"/>
            <ac:spMk id="13" creationId="{D2C0AE1C-0118-41AE-8A10-7CDCBF10E96F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1:04.164" v="241"/>
          <ac:spMkLst>
            <pc:docMk/>
            <pc:sldMk cId="3549652759" sldId="262"/>
            <ac:spMk id="15" creationId="{463EEC44-1BA3-44ED-81FC-A644B04B2A44}"/>
          </ac:spMkLst>
        </pc:spChg>
        <pc:graphicFrameChg chg="add">
          <ac:chgData name="OLGA YAMILE RACHEZ ROMERO" userId="S::orachez@ucundinamarca.edu.co::cbb4b6fc-8f4b-4bfd-80d5-5cc54e478ab1" providerId="AD" clId="Web-{5A7EDA37-605B-5E77-C281-C8E9235D35BC}" dt="2026-02-04T02:01:04.164" v="241"/>
          <ac:graphicFrameMkLst>
            <pc:docMk/>
            <pc:sldMk cId="3549652759" sldId="262"/>
            <ac:graphicFrameMk id="5" creationId="{D23226BA-4CB3-6F17-0224-0EF2ECAF2E48}"/>
          </ac:graphicFrameMkLst>
        </pc:graphicFrameChg>
        <pc:picChg chg="add mod">
          <ac:chgData name="OLGA YAMILE RACHEZ ROMERO" userId="S::orachez@ucundinamarca.edu.co::cbb4b6fc-8f4b-4bfd-80d5-5cc54e478ab1" providerId="AD" clId="Web-{5A7EDA37-605B-5E77-C281-C8E9235D35BC}" dt="2026-02-04T02:08:13.952" v="285" actId="1076"/>
          <ac:picMkLst>
            <pc:docMk/>
            <pc:sldMk cId="3549652759" sldId="262"/>
            <ac:picMk id="25" creationId="{6D43E6CB-A8CA-404B-0C31-E2B0E2A62E57}"/>
          </ac:picMkLst>
        </pc:picChg>
      </pc:sldChg>
      <pc:sldChg chg="addSp modSp new mod setBg">
        <pc:chgData name="OLGA YAMILE RACHEZ ROMERO" userId="S::orachez@ucundinamarca.edu.co::cbb4b6fc-8f4b-4bfd-80d5-5cc54e478ab1" providerId="AD" clId="Web-{5A7EDA37-605B-5E77-C281-C8E9235D35BC}" dt="2026-02-04T02:08:19.546" v="287" actId="1076"/>
        <pc:sldMkLst>
          <pc:docMk/>
          <pc:sldMk cId="2494469212" sldId="263"/>
        </pc:sldMkLst>
        <pc:spChg chg="mod">
          <ac:chgData name="OLGA YAMILE RACHEZ ROMERO" userId="S::orachez@ucundinamarca.edu.co::cbb4b6fc-8f4b-4bfd-80d5-5cc54e478ab1" providerId="AD" clId="Web-{5A7EDA37-605B-5E77-C281-C8E9235D35BC}" dt="2026-02-04T02:03:00.416" v="243"/>
          <ac:spMkLst>
            <pc:docMk/>
            <pc:sldMk cId="2494469212" sldId="263"/>
            <ac:spMk id="2" creationId="{A7389683-79A6-F5B5-3C29-5F516DAA82C4}"/>
          </ac:spMkLst>
        </pc:spChg>
        <pc:spChg chg="mod">
          <ac:chgData name="OLGA YAMILE RACHEZ ROMERO" userId="S::orachez@ucundinamarca.edu.co::cbb4b6fc-8f4b-4bfd-80d5-5cc54e478ab1" providerId="AD" clId="Web-{5A7EDA37-605B-5E77-C281-C8E9235D35BC}" dt="2026-02-04T02:03:00.416" v="243"/>
          <ac:spMkLst>
            <pc:docMk/>
            <pc:sldMk cId="2494469212" sldId="263"/>
            <ac:spMk id="3" creationId="{1800BD96-9FA0-6526-493A-57B2E8D1EB99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3:00.416" v="243"/>
          <ac:spMkLst>
            <pc:docMk/>
            <pc:sldMk cId="2494469212" sldId="263"/>
            <ac:spMk id="9" creationId="{AE3A741D-C19B-960A-5803-1C5887147820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3:00.416" v="243"/>
          <ac:spMkLst>
            <pc:docMk/>
            <pc:sldMk cId="2494469212" sldId="263"/>
            <ac:spMk id="11" creationId="{9C3A50E9-9119-7BC3-083B-2D84CCC78E47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3:00.416" v="243"/>
          <ac:spMkLst>
            <pc:docMk/>
            <pc:sldMk cId="2494469212" sldId="263"/>
            <ac:spMk id="13" creationId="{DC39DE25-0E4E-0AA7-0932-1D78C2372786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3:00.416" v="243"/>
          <ac:spMkLst>
            <pc:docMk/>
            <pc:sldMk cId="2494469212" sldId="263"/>
            <ac:spMk id="15" creationId="{8D6EA299-0840-6DEA-E670-C49AEBC87E89}"/>
          </ac:spMkLst>
        </pc:spChg>
        <pc:picChg chg="add mod">
          <ac:chgData name="OLGA YAMILE RACHEZ ROMERO" userId="S::orachez@ucundinamarca.edu.co::cbb4b6fc-8f4b-4bfd-80d5-5cc54e478ab1" providerId="AD" clId="Web-{5A7EDA37-605B-5E77-C281-C8E9235D35BC}" dt="2026-02-04T02:03:00.416" v="243"/>
          <ac:picMkLst>
            <pc:docMk/>
            <pc:sldMk cId="2494469212" sldId="263"/>
            <ac:picMk id="4" creationId="{75533E04-17E7-D79D-EA81-7F04E0224996}"/>
          </ac:picMkLst>
        </pc:picChg>
        <pc:picChg chg="add mod">
          <ac:chgData name="OLGA YAMILE RACHEZ ROMERO" userId="S::orachez@ucundinamarca.edu.co::cbb4b6fc-8f4b-4bfd-80d5-5cc54e478ab1" providerId="AD" clId="Web-{5A7EDA37-605B-5E77-C281-C8E9235D35BC}" dt="2026-02-04T02:08:19.546" v="287" actId="1076"/>
          <ac:picMkLst>
            <pc:docMk/>
            <pc:sldMk cId="2494469212" sldId="263"/>
            <ac:picMk id="6" creationId="{34E7775A-3BDC-768F-4463-E5A0EB0A2E7D}"/>
          </ac:picMkLst>
        </pc:picChg>
      </pc:sldChg>
      <pc:sldChg chg="addSp delSp modSp new mod setBg setClrOvrMap modNotes">
        <pc:chgData name="OLGA YAMILE RACHEZ ROMERO" userId="S::orachez@ucundinamarca.edu.co::cbb4b6fc-8f4b-4bfd-80d5-5cc54e478ab1" providerId="AD" clId="Web-{5A7EDA37-605B-5E77-C281-C8E9235D35BC}" dt="2026-02-04T02:08:25.077" v="289" actId="1076"/>
        <pc:sldMkLst>
          <pc:docMk/>
          <pc:sldMk cId="1185470278" sldId="264"/>
        </pc:sldMkLst>
        <pc:spChg chg="mod">
          <ac:chgData name="OLGA YAMILE RACHEZ ROMERO" userId="S::orachez@ucundinamarca.edu.co::cbb4b6fc-8f4b-4bfd-80d5-5cc54e478ab1" providerId="AD" clId="Web-{5A7EDA37-605B-5E77-C281-C8E9235D35BC}" dt="2026-02-04T02:05:05.793" v="255"/>
          <ac:spMkLst>
            <pc:docMk/>
            <pc:sldMk cId="1185470278" sldId="264"/>
            <ac:spMk id="2" creationId="{FC1B0B3C-F3C8-674A-9482-9174C7ECAE1B}"/>
          </ac:spMkLst>
        </pc:spChg>
        <pc:spChg chg="add del mod">
          <ac:chgData name="OLGA YAMILE RACHEZ ROMERO" userId="S::orachez@ucundinamarca.edu.co::cbb4b6fc-8f4b-4bfd-80d5-5cc54e478ab1" providerId="AD" clId="Web-{5A7EDA37-605B-5E77-C281-C8E9235D35BC}" dt="2026-02-04T02:05:05.793" v="255"/>
          <ac:spMkLst>
            <pc:docMk/>
            <pc:sldMk cId="1185470278" sldId="264"/>
            <ac:spMk id="3" creationId="{3942CC6A-3B61-88BA-ED4B-BF45B1019258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2:04:58.090" v="250"/>
          <ac:spMkLst>
            <pc:docMk/>
            <pc:sldMk cId="1185470278" sldId="264"/>
            <ac:spMk id="9" creationId="{A3EFF7B1-6CB7-47D1-AD37-B870CA2B2151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2:04:58.090" v="250"/>
          <ac:spMkLst>
            <pc:docMk/>
            <pc:sldMk cId="1185470278" sldId="264"/>
            <ac:spMk id="11" creationId="{7FA2962B-21B6-4689-A95D-A8FF6ADE47F1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5:05.793" v="255"/>
          <ac:spMkLst>
            <pc:docMk/>
            <pc:sldMk cId="1185470278" sldId="264"/>
            <ac:spMk id="15" creationId="{3150CB11-0C61-439E-910F-5787759E72A0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5:05.793" v="255"/>
          <ac:spMkLst>
            <pc:docMk/>
            <pc:sldMk cId="1185470278" sldId="264"/>
            <ac:spMk id="17" creationId="{43F8A58B-5155-44CE-A5FF-7647B47D0A7A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2:04:58.090" v="250"/>
          <ac:spMkLst>
            <pc:docMk/>
            <pc:sldMk cId="1185470278" sldId="264"/>
            <ac:spMk id="27" creationId="{A00D2CE1-35C1-46E6-BD59-CEE668BD90F4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2:04:58.090" v="250"/>
          <ac:spMkLst>
            <pc:docMk/>
            <pc:sldMk cId="1185470278" sldId="264"/>
            <ac:spMk id="35" creationId="{E18403B7-F2C7-4C07-8522-21C31910902C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5:05.793" v="255"/>
          <ac:spMkLst>
            <pc:docMk/>
            <pc:sldMk cId="1185470278" sldId="264"/>
            <ac:spMk id="47" creationId="{BACC6370-2D7E-4714-9D71-7542949D7D5D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5:05.793" v="255"/>
          <ac:spMkLst>
            <pc:docMk/>
            <pc:sldMk cId="1185470278" sldId="264"/>
            <ac:spMk id="48" creationId="{256B2C21-A230-48C0-8DF1-C46611373C44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5:05.793" v="255"/>
          <ac:spMkLst>
            <pc:docMk/>
            <pc:sldMk cId="1185470278" sldId="264"/>
            <ac:spMk id="49" creationId="{3847E18C-932D-4C95-AABA-FEC7C9499AD7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5:05.793" v="255"/>
          <ac:spMkLst>
            <pc:docMk/>
            <pc:sldMk cId="1185470278" sldId="264"/>
            <ac:spMk id="50" creationId="{443F2ACA-E6D6-4028-82DD-F03C262D5DE6}"/>
          </ac:spMkLst>
        </pc:spChg>
        <pc:grpChg chg="add del">
          <ac:chgData name="OLGA YAMILE RACHEZ ROMERO" userId="S::orachez@ucundinamarca.edu.co::cbb4b6fc-8f4b-4bfd-80d5-5cc54e478ab1" providerId="AD" clId="Web-{5A7EDA37-605B-5E77-C281-C8E9235D35BC}" dt="2026-02-04T02:04:58.090" v="250"/>
          <ac:grpSpMkLst>
            <pc:docMk/>
            <pc:sldMk cId="1185470278" sldId="264"/>
            <ac:grpSpMk id="19" creationId="{80E95A5C-1E97-41C3-9DEC-245FF6DEBF1F}"/>
          </ac:grpSpMkLst>
        </pc:grpChg>
        <pc:grpChg chg="add del">
          <ac:chgData name="OLGA YAMILE RACHEZ ROMERO" userId="S::orachez@ucundinamarca.edu.co::cbb4b6fc-8f4b-4bfd-80d5-5cc54e478ab1" providerId="AD" clId="Web-{5A7EDA37-605B-5E77-C281-C8E9235D35BC}" dt="2026-02-04T02:04:58.090" v="250"/>
          <ac:grpSpMkLst>
            <pc:docMk/>
            <pc:sldMk cId="1185470278" sldId="264"/>
            <ac:grpSpMk id="29" creationId="{A58DCE86-9AE1-46D1-96D6-04B8B3EDF6FA}"/>
          </ac:grpSpMkLst>
        </pc:grpChg>
        <pc:grpChg chg="add del">
          <ac:chgData name="OLGA YAMILE RACHEZ ROMERO" userId="S::orachez@ucundinamarca.edu.co::cbb4b6fc-8f4b-4bfd-80d5-5cc54e478ab1" providerId="AD" clId="Web-{5A7EDA37-605B-5E77-C281-C8E9235D35BC}" dt="2026-02-04T02:04:58.090" v="250"/>
          <ac:grpSpMkLst>
            <pc:docMk/>
            <pc:sldMk cId="1185470278" sldId="264"/>
            <ac:grpSpMk id="37" creationId="{23B58CC6-A99E-43AF-A467-256F19287FB8}"/>
          </ac:grpSpMkLst>
        </pc:grpChg>
        <pc:graphicFrameChg chg="add del">
          <ac:chgData name="OLGA YAMILE RACHEZ ROMERO" userId="S::orachez@ucundinamarca.edu.co::cbb4b6fc-8f4b-4bfd-80d5-5cc54e478ab1" providerId="AD" clId="Web-{5A7EDA37-605B-5E77-C281-C8E9235D35BC}" dt="2026-02-04T02:04:58.090" v="250"/>
          <ac:graphicFrameMkLst>
            <pc:docMk/>
            <pc:sldMk cId="1185470278" sldId="264"/>
            <ac:graphicFrameMk id="5" creationId="{49E4AA01-8B54-7BC5-9219-2BAE6FD5BA1D}"/>
          </ac:graphicFrameMkLst>
        </pc:graphicFrameChg>
        <pc:graphicFrameChg chg="add del">
          <ac:chgData name="OLGA YAMILE RACHEZ ROMERO" userId="S::orachez@ucundinamarca.edu.co::cbb4b6fc-8f4b-4bfd-80d5-5cc54e478ab1" providerId="AD" clId="Web-{5A7EDA37-605B-5E77-C281-C8E9235D35BC}" dt="2026-02-04T02:05:00.606" v="252"/>
          <ac:graphicFrameMkLst>
            <pc:docMk/>
            <pc:sldMk cId="1185470278" sldId="264"/>
            <ac:graphicFrameMk id="43" creationId="{AA2B1CE9-6736-AA68-D4FE-598873F13C9F}"/>
          </ac:graphicFrameMkLst>
        </pc:graphicFrameChg>
        <pc:graphicFrameChg chg="add del">
          <ac:chgData name="OLGA YAMILE RACHEZ ROMERO" userId="S::orachez@ucundinamarca.edu.co::cbb4b6fc-8f4b-4bfd-80d5-5cc54e478ab1" providerId="AD" clId="Web-{5A7EDA37-605B-5E77-C281-C8E9235D35BC}" dt="2026-02-04T02:05:05.762" v="254"/>
          <ac:graphicFrameMkLst>
            <pc:docMk/>
            <pc:sldMk cId="1185470278" sldId="264"/>
            <ac:graphicFrameMk id="45" creationId="{0AED3DB4-DBEC-8554-4014-ACB98A544FE9}"/>
          </ac:graphicFrameMkLst>
        </pc:graphicFrameChg>
        <pc:graphicFrameChg chg="add">
          <ac:chgData name="OLGA YAMILE RACHEZ ROMERO" userId="S::orachez@ucundinamarca.edu.co::cbb4b6fc-8f4b-4bfd-80d5-5cc54e478ab1" providerId="AD" clId="Web-{5A7EDA37-605B-5E77-C281-C8E9235D35BC}" dt="2026-02-04T02:05:05.793" v="255"/>
          <ac:graphicFrameMkLst>
            <pc:docMk/>
            <pc:sldMk cId="1185470278" sldId="264"/>
            <ac:graphicFrameMk id="51" creationId="{4124E8ED-3BB2-9D98-9F90-25CDD80A22A7}"/>
          </ac:graphicFrameMkLst>
        </pc:graphicFrameChg>
        <pc:picChg chg="add mod">
          <ac:chgData name="OLGA YAMILE RACHEZ ROMERO" userId="S::orachez@ucundinamarca.edu.co::cbb4b6fc-8f4b-4bfd-80d5-5cc54e478ab1" providerId="AD" clId="Web-{5A7EDA37-605B-5E77-C281-C8E9235D35BC}" dt="2026-02-04T02:08:25.077" v="289" actId="1076"/>
          <ac:picMkLst>
            <pc:docMk/>
            <pc:sldMk cId="1185470278" sldId="264"/>
            <ac:picMk id="61" creationId="{57D9C4BB-9E68-06CF-6E10-3822B6F132F5}"/>
          </ac:picMkLst>
        </pc:picChg>
      </pc:sldChg>
      <pc:sldChg chg="addSp delSp modSp new mod setBg setClrOvrMap">
        <pc:chgData name="OLGA YAMILE RACHEZ ROMERO" userId="S::orachez@ucundinamarca.edu.co::cbb4b6fc-8f4b-4bfd-80d5-5cc54e478ab1" providerId="AD" clId="Web-{5A7EDA37-605B-5E77-C281-C8E9235D35BC}" dt="2026-02-04T02:08:30.515" v="291" actId="1076"/>
        <pc:sldMkLst>
          <pc:docMk/>
          <pc:sldMk cId="92300889" sldId="265"/>
        </pc:sldMkLst>
        <pc:spChg chg="mod">
          <ac:chgData name="OLGA YAMILE RACHEZ ROMERO" userId="S::orachez@ucundinamarca.edu.co::cbb4b6fc-8f4b-4bfd-80d5-5cc54e478ab1" providerId="AD" clId="Web-{5A7EDA37-605B-5E77-C281-C8E9235D35BC}" dt="2026-02-04T02:05:26.528" v="257"/>
          <ac:spMkLst>
            <pc:docMk/>
            <pc:sldMk cId="92300889" sldId="265"/>
            <ac:spMk id="2" creationId="{04EC3EF8-F6D2-2AFC-5D0D-C9221ED67304}"/>
          </ac:spMkLst>
        </pc:spChg>
        <pc:spChg chg="add del mod">
          <ac:chgData name="OLGA YAMILE RACHEZ ROMERO" userId="S::orachez@ucundinamarca.edu.co::cbb4b6fc-8f4b-4bfd-80d5-5cc54e478ab1" providerId="AD" clId="Web-{5A7EDA37-605B-5E77-C281-C8E9235D35BC}" dt="2026-02-04T02:05:26.544" v="258"/>
          <ac:spMkLst>
            <pc:docMk/>
            <pc:sldMk cId="92300889" sldId="265"/>
            <ac:spMk id="3" creationId="{35C5AEA1-B84A-130F-0EDB-D7D22E11BDBC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2:05:26.528" v="257"/>
          <ac:spMkLst>
            <pc:docMk/>
            <pc:sldMk cId="92300889" sldId="265"/>
            <ac:spMk id="9" creationId="{A3EFF7B1-6CB7-47D1-AD37-B870CA2B2151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2:05:26.528" v="257"/>
          <ac:spMkLst>
            <pc:docMk/>
            <pc:sldMk cId="92300889" sldId="265"/>
            <ac:spMk id="11" creationId="{7FA2962B-21B6-4689-A95D-A8FF6ADE47F1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2:05:26.528" v="257"/>
          <ac:spMkLst>
            <pc:docMk/>
            <pc:sldMk cId="92300889" sldId="265"/>
            <ac:spMk id="27" creationId="{A00D2CE1-35C1-46E6-BD59-CEE668BD90F4}"/>
          </ac:spMkLst>
        </pc:spChg>
        <pc:spChg chg="add del">
          <ac:chgData name="OLGA YAMILE RACHEZ ROMERO" userId="S::orachez@ucundinamarca.edu.co::cbb4b6fc-8f4b-4bfd-80d5-5cc54e478ab1" providerId="AD" clId="Web-{5A7EDA37-605B-5E77-C281-C8E9235D35BC}" dt="2026-02-04T02:05:26.528" v="257"/>
          <ac:spMkLst>
            <pc:docMk/>
            <pc:sldMk cId="92300889" sldId="265"/>
            <ac:spMk id="35" creationId="{E18403B7-F2C7-4C07-8522-21C31910902C}"/>
          </ac:spMkLst>
        </pc:spChg>
        <pc:grpChg chg="add del">
          <ac:chgData name="OLGA YAMILE RACHEZ ROMERO" userId="S::orachez@ucundinamarca.edu.co::cbb4b6fc-8f4b-4bfd-80d5-5cc54e478ab1" providerId="AD" clId="Web-{5A7EDA37-605B-5E77-C281-C8E9235D35BC}" dt="2026-02-04T02:05:26.528" v="257"/>
          <ac:grpSpMkLst>
            <pc:docMk/>
            <pc:sldMk cId="92300889" sldId="265"/>
            <ac:grpSpMk id="13" creationId="{A745280D-ED36-41FE-8EB1-CE597C99CFE8}"/>
          </ac:grpSpMkLst>
        </pc:grpChg>
        <pc:grpChg chg="add del">
          <ac:chgData name="OLGA YAMILE RACHEZ ROMERO" userId="S::orachez@ucundinamarca.edu.co::cbb4b6fc-8f4b-4bfd-80d5-5cc54e478ab1" providerId="AD" clId="Web-{5A7EDA37-605B-5E77-C281-C8E9235D35BC}" dt="2026-02-04T02:05:26.528" v="257"/>
          <ac:grpSpMkLst>
            <pc:docMk/>
            <pc:sldMk cId="92300889" sldId="265"/>
            <ac:grpSpMk id="29" creationId="{A58DCE86-9AE1-46D1-96D6-04B8B3EDF6FA}"/>
          </ac:grpSpMkLst>
        </pc:grpChg>
        <pc:grpChg chg="add del">
          <ac:chgData name="OLGA YAMILE RACHEZ ROMERO" userId="S::orachez@ucundinamarca.edu.co::cbb4b6fc-8f4b-4bfd-80d5-5cc54e478ab1" providerId="AD" clId="Web-{5A7EDA37-605B-5E77-C281-C8E9235D35BC}" dt="2026-02-04T02:05:26.528" v="257"/>
          <ac:grpSpMkLst>
            <pc:docMk/>
            <pc:sldMk cId="92300889" sldId="265"/>
            <ac:grpSpMk id="37" creationId="{23B58CC6-A99E-43AF-A467-256F19287FB8}"/>
          </ac:grpSpMkLst>
        </pc:grpChg>
        <pc:graphicFrameChg chg="add del">
          <ac:chgData name="OLGA YAMILE RACHEZ ROMERO" userId="S::orachez@ucundinamarca.edu.co::cbb4b6fc-8f4b-4bfd-80d5-5cc54e478ab1" providerId="AD" clId="Web-{5A7EDA37-605B-5E77-C281-C8E9235D35BC}" dt="2026-02-04T02:05:26.528" v="257"/>
          <ac:graphicFrameMkLst>
            <pc:docMk/>
            <pc:sldMk cId="92300889" sldId="265"/>
            <ac:graphicFrameMk id="5" creationId="{E519FFA8-1ADB-3458-AFE9-58113993E780}"/>
          </ac:graphicFrameMkLst>
        </pc:graphicFrameChg>
        <pc:graphicFrameChg chg="add">
          <ac:chgData name="OLGA YAMILE RACHEZ ROMERO" userId="S::orachez@ucundinamarca.edu.co::cbb4b6fc-8f4b-4bfd-80d5-5cc54e478ab1" providerId="AD" clId="Web-{5A7EDA37-605B-5E77-C281-C8E9235D35BC}" dt="2026-02-04T02:05:26.544" v="258"/>
          <ac:graphicFrameMkLst>
            <pc:docMk/>
            <pc:sldMk cId="92300889" sldId="265"/>
            <ac:graphicFrameMk id="43" creationId="{D923D290-A617-A31A-EE5F-B28E767A10A8}"/>
          </ac:graphicFrameMkLst>
        </pc:graphicFrameChg>
        <pc:picChg chg="add mod">
          <ac:chgData name="OLGA YAMILE RACHEZ ROMERO" userId="S::orachez@ucundinamarca.edu.co::cbb4b6fc-8f4b-4bfd-80d5-5cc54e478ab1" providerId="AD" clId="Web-{5A7EDA37-605B-5E77-C281-C8E9235D35BC}" dt="2026-02-04T02:08:30.515" v="291" actId="1076"/>
          <ac:picMkLst>
            <pc:docMk/>
            <pc:sldMk cId="92300889" sldId="265"/>
            <ac:picMk id="52" creationId="{286D6DB4-FB1B-B2B9-0DB6-DF4E4D863F47}"/>
          </ac:picMkLst>
        </pc:picChg>
      </pc:sldChg>
      <pc:sldChg chg="addSp modSp new mod setBg modNotes">
        <pc:chgData name="OLGA YAMILE RACHEZ ROMERO" userId="S::orachez@ucundinamarca.edu.co::cbb4b6fc-8f4b-4bfd-80d5-5cc54e478ab1" providerId="AD" clId="Web-{5A7EDA37-605B-5E77-C281-C8E9235D35BC}" dt="2026-02-04T02:08:37.421" v="293" actId="1076"/>
        <pc:sldMkLst>
          <pc:docMk/>
          <pc:sldMk cId="50136039" sldId="266"/>
        </pc:sldMkLst>
        <pc:spChg chg="mod">
          <ac:chgData name="OLGA YAMILE RACHEZ ROMERO" userId="S::orachez@ucundinamarca.edu.co::cbb4b6fc-8f4b-4bfd-80d5-5cc54e478ab1" providerId="AD" clId="Web-{5A7EDA37-605B-5E77-C281-C8E9235D35BC}" dt="2026-02-04T02:05:36.434" v="259"/>
          <ac:spMkLst>
            <pc:docMk/>
            <pc:sldMk cId="50136039" sldId="266"/>
            <ac:spMk id="2" creationId="{9880C361-472C-8C36-1257-5D1A3FC64A5D}"/>
          </ac:spMkLst>
        </pc:spChg>
        <pc:spChg chg="mod">
          <ac:chgData name="OLGA YAMILE RACHEZ ROMERO" userId="S::orachez@ucundinamarca.edu.co::cbb4b6fc-8f4b-4bfd-80d5-5cc54e478ab1" providerId="AD" clId="Web-{5A7EDA37-605B-5E77-C281-C8E9235D35BC}" dt="2026-02-04T02:05:36.434" v="259"/>
          <ac:spMkLst>
            <pc:docMk/>
            <pc:sldMk cId="50136039" sldId="266"/>
            <ac:spMk id="3" creationId="{6765F2BD-A2D7-4DA5-4AF0-DD3E248355B3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5:36.434" v="259"/>
          <ac:spMkLst>
            <pc:docMk/>
            <pc:sldMk cId="50136039" sldId="266"/>
            <ac:spMk id="9" creationId="{9F7D5CDA-D291-4307-BF55-1381FED29634}"/>
          </ac:spMkLst>
        </pc:spChg>
        <pc:picChg chg="add">
          <ac:chgData name="OLGA YAMILE RACHEZ ROMERO" userId="S::orachez@ucundinamarca.edu.co::cbb4b6fc-8f4b-4bfd-80d5-5cc54e478ab1" providerId="AD" clId="Web-{5A7EDA37-605B-5E77-C281-C8E9235D35BC}" dt="2026-02-04T02:05:36.434" v="259"/>
          <ac:picMkLst>
            <pc:docMk/>
            <pc:sldMk cId="50136039" sldId="266"/>
            <ac:picMk id="5" creationId="{F40324A2-A2D2-CB16-FFEC-F02FCE7A0BF7}"/>
          </ac:picMkLst>
        </pc:picChg>
        <pc:picChg chg="add mod">
          <ac:chgData name="OLGA YAMILE RACHEZ ROMERO" userId="S::orachez@ucundinamarca.edu.co::cbb4b6fc-8f4b-4bfd-80d5-5cc54e478ab1" providerId="AD" clId="Web-{5A7EDA37-605B-5E77-C281-C8E9235D35BC}" dt="2026-02-04T02:08:37.421" v="293" actId="1076"/>
          <ac:picMkLst>
            <pc:docMk/>
            <pc:sldMk cId="50136039" sldId="266"/>
            <ac:picMk id="6" creationId="{13DBF8E1-3A57-3DCD-EA82-6E61E9C25C2A}"/>
          </ac:picMkLst>
        </pc:picChg>
      </pc:sldChg>
      <pc:sldChg chg="addSp delSp modSp new mod ord setBg modNotes">
        <pc:chgData name="OLGA YAMILE RACHEZ ROMERO" userId="S::orachez@ucundinamarca.edu.co::cbb4b6fc-8f4b-4bfd-80d5-5cc54e478ab1" providerId="AD" clId="Web-{5A7EDA37-605B-5E77-C281-C8E9235D35BC}" dt="2026-02-04T02:08:42.202" v="295" actId="1076"/>
        <pc:sldMkLst>
          <pc:docMk/>
          <pc:sldMk cId="3633984029" sldId="267"/>
        </pc:sldMkLst>
        <pc:spChg chg="mod">
          <ac:chgData name="OLGA YAMILE RACHEZ ROMERO" userId="S::orachez@ucundinamarca.edu.co::cbb4b6fc-8f4b-4bfd-80d5-5cc54e478ab1" providerId="AD" clId="Web-{5A7EDA37-605B-5E77-C281-C8E9235D35BC}" dt="2026-02-04T02:05:48.497" v="260"/>
          <ac:spMkLst>
            <pc:docMk/>
            <pc:sldMk cId="3633984029" sldId="267"/>
            <ac:spMk id="2" creationId="{C7B41957-AF6F-2C4C-F607-34AAC39E0FC2}"/>
          </ac:spMkLst>
        </pc:spChg>
        <pc:spChg chg="del mod">
          <ac:chgData name="OLGA YAMILE RACHEZ ROMERO" userId="S::orachez@ucundinamarca.edu.co::cbb4b6fc-8f4b-4bfd-80d5-5cc54e478ab1" providerId="AD" clId="Web-{5A7EDA37-605B-5E77-C281-C8E9235D35BC}" dt="2026-02-04T02:05:48.497" v="260"/>
          <ac:spMkLst>
            <pc:docMk/>
            <pc:sldMk cId="3633984029" sldId="267"/>
            <ac:spMk id="3" creationId="{913EF2FB-972F-F37B-27ED-6D82B4E1BE3F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5:48.497" v="260"/>
          <ac:spMkLst>
            <pc:docMk/>
            <pc:sldMk cId="3633984029" sldId="267"/>
            <ac:spMk id="9" creationId="{2659FDB4-FCBE-4A89-B46D-43D4FA54464D}"/>
          </ac:spMkLst>
        </pc:spChg>
        <pc:graphicFrameChg chg="add">
          <ac:chgData name="OLGA YAMILE RACHEZ ROMERO" userId="S::orachez@ucundinamarca.edu.co::cbb4b6fc-8f4b-4bfd-80d5-5cc54e478ab1" providerId="AD" clId="Web-{5A7EDA37-605B-5E77-C281-C8E9235D35BC}" dt="2026-02-04T02:05:48.497" v="260"/>
          <ac:graphicFrameMkLst>
            <pc:docMk/>
            <pc:sldMk cId="3633984029" sldId="267"/>
            <ac:graphicFrameMk id="5" creationId="{5FA43C1A-67A9-32DE-5568-D6FBFBA22564}"/>
          </ac:graphicFrameMkLst>
        </pc:graphicFrameChg>
        <pc:picChg chg="add mod">
          <ac:chgData name="OLGA YAMILE RACHEZ ROMERO" userId="S::orachez@ucundinamarca.edu.co::cbb4b6fc-8f4b-4bfd-80d5-5cc54e478ab1" providerId="AD" clId="Web-{5A7EDA37-605B-5E77-C281-C8E9235D35BC}" dt="2026-02-04T02:08:42.202" v="295" actId="1076"/>
          <ac:picMkLst>
            <pc:docMk/>
            <pc:sldMk cId="3633984029" sldId="267"/>
            <ac:picMk id="14" creationId="{D037BC5E-ED07-B3DA-6089-8EA5DFC2E20F}"/>
          </ac:picMkLst>
        </pc:picChg>
        <pc:cxnChg chg="add">
          <ac:chgData name="OLGA YAMILE RACHEZ ROMERO" userId="S::orachez@ucundinamarca.edu.co::cbb4b6fc-8f4b-4bfd-80d5-5cc54e478ab1" providerId="AD" clId="Web-{5A7EDA37-605B-5E77-C281-C8E9235D35BC}" dt="2026-02-04T02:05:48.497" v="260"/>
          <ac:cxnSpMkLst>
            <pc:docMk/>
            <pc:sldMk cId="3633984029" sldId="267"/>
            <ac:cxnSpMk id="11" creationId="{C8F51B3F-8331-4E4A-AE96-D47B1006EEAD}"/>
          </ac:cxnSpMkLst>
        </pc:cxnChg>
      </pc:sldChg>
      <pc:sldChg chg="addSp delSp modSp new mod setBg modNotes">
        <pc:chgData name="OLGA YAMILE RACHEZ ROMERO" userId="S::orachez@ucundinamarca.edu.co::cbb4b6fc-8f4b-4bfd-80d5-5cc54e478ab1" providerId="AD" clId="Web-{5A7EDA37-605B-5E77-C281-C8E9235D35BC}" dt="2026-02-04T02:08:53.968" v="297" actId="1076"/>
        <pc:sldMkLst>
          <pc:docMk/>
          <pc:sldMk cId="2123144020" sldId="268"/>
        </pc:sldMkLst>
        <pc:spChg chg="mod">
          <ac:chgData name="OLGA YAMILE RACHEZ ROMERO" userId="S::orachez@ucundinamarca.edu.co::cbb4b6fc-8f4b-4bfd-80d5-5cc54e478ab1" providerId="AD" clId="Web-{5A7EDA37-605B-5E77-C281-C8E9235D35BC}" dt="2026-02-04T02:05:58.716" v="261"/>
          <ac:spMkLst>
            <pc:docMk/>
            <pc:sldMk cId="2123144020" sldId="268"/>
            <ac:spMk id="2" creationId="{8E1B4BD2-974F-29C9-8FEA-EA115B661FD1}"/>
          </ac:spMkLst>
        </pc:spChg>
        <pc:spChg chg="del mod">
          <ac:chgData name="OLGA YAMILE RACHEZ ROMERO" userId="S::orachez@ucundinamarca.edu.co::cbb4b6fc-8f4b-4bfd-80d5-5cc54e478ab1" providerId="AD" clId="Web-{5A7EDA37-605B-5E77-C281-C8E9235D35BC}" dt="2026-02-04T02:05:58.716" v="261"/>
          <ac:spMkLst>
            <pc:docMk/>
            <pc:sldMk cId="2123144020" sldId="268"/>
            <ac:spMk id="3" creationId="{5B15AE9A-6247-3AD9-ED59-80C30AEF7211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5:58.716" v="261"/>
          <ac:spMkLst>
            <pc:docMk/>
            <pc:sldMk cId="2123144020" sldId="268"/>
            <ac:spMk id="9" creationId="{56E9B3E6-E277-4D68-BA48-9CB43FFBD6E2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5:58.716" v="261"/>
          <ac:spMkLst>
            <pc:docMk/>
            <pc:sldMk cId="2123144020" sldId="268"/>
            <ac:spMk id="16" creationId="{D5B0017B-2ECA-49AF-B397-DC140825DF8D}"/>
          </ac:spMkLst>
        </pc:spChg>
        <pc:grpChg chg="add">
          <ac:chgData name="OLGA YAMILE RACHEZ ROMERO" userId="S::orachez@ucundinamarca.edu.co::cbb4b6fc-8f4b-4bfd-80d5-5cc54e478ab1" providerId="AD" clId="Web-{5A7EDA37-605B-5E77-C281-C8E9235D35BC}" dt="2026-02-04T02:05:58.716" v="261"/>
          <ac:grpSpMkLst>
            <pc:docMk/>
            <pc:sldMk cId="2123144020" sldId="268"/>
            <ac:grpSpMk id="11" creationId="{AE1C45F0-260A-458C-96ED-C1F6D2151219}"/>
          </ac:grpSpMkLst>
        </pc:grpChg>
        <pc:graphicFrameChg chg="add">
          <ac:chgData name="OLGA YAMILE RACHEZ ROMERO" userId="S::orachez@ucundinamarca.edu.co::cbb4b6fc-8f4b-4bfd-80d5-5cc54e478ab1" providerId="AD" clId="Web-{5A7EDA37-605B-5E77-C281-C8E9235D35BC}" dt="2026-02-04T02:05:58.716" v="261"/>
          <ac:graphicFrameMkLst>
            <pc:docMk/>
            <pc:sldMk cId="2123144020" sldId="268"/>
            <ac:graphicFrameMk id="5" creationId="{9E62C28A-087E-B29A-BF7E-7378EB85CDC2}"/>
          </ac:graphicFrameMkLst>
        </pc:graphicFrameChg>
        <pc:picChg chg="add mod">
          <ac:chgData name="OLGA YAMILE RACHEZ ROMERO" userId="S::orachez@ucundinamarca.edu.co::cbb4b6fc-8f4b-4bfd-80d5-5cc54e478ab1" providerId="AD" clId="Web-{5A7EDA37-605B-5E77-C281-C8E9235D35BC}" dt="2026-02-04T02:08:53.968" v="297" actId="1076"/>
          <ac:picMkLst>
            <pc:docMk/>
            <pc:sldMk cId="2123144020" sldId="268"/>
            <ac:picMk id="24" creationId="{EAC1EBAE-708D-CD76-B23B-4C9043248530}"/>
          </ac:picMkLst>
        </pc:picChg>
        <pc:cxnChg chg="add">
          <ac:chgData name="OLGA YAMILE RACHEZ ROMERO" userId="S::orachez@ucundinamarca.edu.co::cbb4b6fc-8f4b-4bfd-80d5-5cc54e478ab1" providerId="AD" clId="Web-{5A7EDA37-605B-5E77-C281-C8E9235D35BC}" dt="2026-02-04T02:05:58.716" v="261"/>
          <ac:cxnSpMkLst>
            <pc:docMk/>
            <pc:sldMk cId="2123144020" sldId="268"/>
            <ac:cxnSpMk id="18" creationId="{6CF1BAF6-AD41-4082-B212-8A1F9A2E8779}"/>
          </ac:cxnSpMkLst>
        </pc:cxnChg>
      </pc:sldChg>
      <pc:sldChg chg="addSp delSp modSp new mod setBg">
        <pc:chgData name="OLGA YAMILE RACHEZ ROMERO" userId="S::orachez@ucundinamarca.edu.co::cbb4b6fc-8f4b-4bfd-80d5-5cc54e478ab1" providerId="AD" clId="Web-{5A7EDA37-605B-5E77-C281-C8E9235D35BC}" dt="2026-02-04T02:09:03.577" v="299" actId="1076"/>
        <pc:sldMkLst>
          <pc:docMk/>
          <pc:sldMk cId="2918006641" sldId="269"/>
        </pc:sldMkLst>
        <pc:spChg chg="mod">
          <ac:chgData name="OLGA YAMILE RACHEZ ROMERO" userId="S::orachez@ucundinamarca.edu.co::cbb4b6fc-8f4b-4bfd-80d5-5cc54e478ab1" providerId="AD" clId="Web-{5A7EDA37-605B-5E77-C281-C8E9235D35BC}" dt="2026-02-04T02:06:07.763" v="262"/>
          <ac:spMkLst>
            <pc:docMk/>
            <pc:sldMk cId="2918006641" sldId="269"/>
            <ac:spMk id="2" creationId="{70F4DD40-FB5D-6054-4B2E-305B72941D8F}"/>
          </ac:spMkLst>
        </pc:spChg>
        <pc:spChg chg="del mod">
          <ac:chgData name="OLGA YAMILE RACHEZ ROMERO" userId="S::orachez@ucundinamarca.edu.co::cbb4b6fc-8f4b-4bfd-80d5-5cc54e478ab1" providerId="AD" clId="Web-{5A7EDA37-605B-5E77-C281-C8E9235D35BC}" dt="2026-02-04T02:06:07.763" v="262"/>
          <ac:spMkLst>
            <pc:docMk/>
            <pc:sldMk cId="2918006641" sldId="269"/>
            <ac:spMk id="3" creationId="{20185FA1-C2FD-809F-227C-38D697501D04}"/>
          </ac:spMkLst>
        </pc:spChg>
        <pc:spChg chg="add">
          <ac:chgData name="OLGA YAMILE RACHEZ ROMERO" userId="S::orachez@ucundinamarca.edu.co::cbb4b6fc-8f4b-4bfd-80d5-5cc54e478ab1" providerId="AD" clId="Web-{5A7EDA37-605B-5E77-C281-C8E9235D35BC}" dt="2026-02-04T02:06:07.763" v="262"/>
          <ac:spMkLst>
            <pc:docMk/>
            <pc:sldMk cId="2918006641" sldId="269"/>
            <ac:spMk id="10" creationId="{B50AB553-2A96-4A92-96F2-93548E096954}"/>
          </ac:spMkLst>
        </pc:spChg>
        <pc:graphicFrameChg chg="add modGraphic">
          <ac:chgData name="OLGA YAMILE RACHEZ ROMERO" userId="S::orachez@ucundinamarca.edu.co::cbb4b6fc-8f4b-4bfd-80d5-5cc54e478ab1" providerId="AD" clId="Web-{5A7EDA37-605B-5E77-C281-C8E9235D35BC}" dt="2026-02-04T02:06:26.935" v="264"/>
          <ac:graphicFrameMkLst>
            <pc:docMk/>
            <pc:sldMk cId="2918006641" sldId="269"/>
            <ac:graphicFrameMk id="5" creationId="{B71A9F5A-7936-262C-FAAC-A04550F1A37D}"/>
          </ac:graphicFrameMkLst>
        </pc:graphicFrameChg>
        <pc:picChg chg="add">
          <ac:chgData name="OLGA YAMILE RACHEZ ROMERO" userId="S::orachez@ucundinamarca.edu.co::cbb4b6fc-8f4b-4bfd-80d5-5cc54e478ab1" providerId="AD" clId="Web-{5A7EDA37-605B-5E77-C281-C8E9235D35BC}" dt="2026-02-04T02:06:07.763" v="262"/>
          <ac:picMkLst>
            <pc:docMk/>
            <pc:sldMk cId="2918006641" sldId="269"/>
            <ac:picMk id="6" creationId="{9092281A-0B2A-2A81-8B7B-2AAA5B894D67}"/>
          </ac:picMkLst>
        </pc:picChg>
        <pc:picChg chg="add mod">
          <ac:chgData name="OLGA YAMILE RACHEZ ROMERO" userId="S::orachez@ucundinamarca.edu.co::cbb4b6fc-8f4b-4bfd-80d5-5cc54e478ab1" providerId="AD" clId="Web-{5A7EDA37-605B-5E77-C281-C8E9235D35BC}" dt="2026-02-04T02:09:03.577" v="299" actId="1076"/>
          <ac:picMkLst>
            <pc:docMk/>
            <pc:sldMk cId="2918006641" sldId="269"/>
            <ac:picMk id="30" creationId="{171B22F0-14FB-C0FD-EA09-3C191725F482}"/>
          </ac:picMkLst>
        </pc:picChg>
      </pc:sldChg>
      <pc:sldChg chg="modSp new del">
        <pc:chgData name="OLGA YAMILE RACHEZ ROMERO" userId="S::orachez@ucundinamarca.edu.co::cbb4b6fc-8f4b-4bfd-80d5-5cc54e478ab1" providerId="AD" clId="Web-{5A7EDA37-605B-5E77-C281-C8E9235D35BC}" dt="2026-02-04T01:42:16.895" v="184"/>
        <pc:sldMkLst>
          <pc:docMk/>
          <pc:sldMk cId="850584302" sldId="270"/>
        </pc:sldMkLst>
        <pc:spChg chg="mod">
          <ac:chgData name="OLGA YAMILE RACHEZ ROMERO" userId="S::orachez@ucundinamarca.edu.co::cbb4b6fc-8f4b-4bfd-80d5-5cc54e478ab1" providerId="AD" clId="Web-{5A7EDA37-605B-5E77-C281-C8E9235D35BC}" dt="2026-02-04T01:19:02.916" v="183" actId="20577"/>
          <ac:spMkLst>
            <pc:docMk/>
            <pc:sldMk cId="850584302" sldId="270"/>
            <ac:spMk id="2" creationId="{F60BCFAA-81F0-A79C-28C7-03BE5EC28BA1}"/>
          </ac:spMkLst>
        </pc:spChg>
      </pc:sldChg>
      <pc:sldChg chg="add del replId">
        <pc:chgData name="OLGA YAMILE RACHEZ ROMERO" userId="S::orachez@ucundinamarca.edu.co::cbb4b6fc-8f4b-4bfd-80d5-5cc54e478ab1" providerId="AD" clId="Web-{5A7EDA37-605B-5E77-C281-C8E9235D35BC}" dt="2026-02-04T01:45:17.806" v="186"/>
        <pc:sldMkLst>
          <pc:docMk/>
          <pc:sldMk cId="2481840119" sldId="27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400298-D271-453F-BAE4-BE50918324A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6DD9982-0AE4-43AB-B727-208940A86D96}">
      <dgm:prSet/>
      <dgm:spPr/>
      <dgm:t>
        <a:bodyPr/>
        <a:lstStyle/>
        <a:p>
          <a:r>
            <a:rPr lang="en-US" b="1" dirty="0" err="1"/>
            <a:t>Qué</a:t>
          </a:r>
          <a:r>
            <a:rPr lang="en-US" b="1" dirty="0"/>
            <a:t> </a:t>
          </a:r>
          <a:r>
            <a:rPr lang="en-US" b="1" dirty="0" err="1"/>
            <a:t>vamos</a:t>
          </a:r>
          <a:r>
            <a:rPr lang="en-US" b="1" dirty="0"/>
            <a:t> a </a:t>
          </a:r>
          <a:r>
            <a:rPr lang="en-US" b="1" dirty="0" err="1"/>
            <a:t>hacer</a:t>
          </a:r>
          <a:r>
            <a:rPr lang="en-US" b="1" dirty="0"/>
            <a:t> </a:t>
          </a:r>
          <a:r>
            <a:rPr lang="en-US" b="1" dirty="0" err="1"/>
            <a:t>en</a:t>
          </a:r>
          <a:r>
            <a:rPr lang="en-US" b="1" dirty="0"/>
            <a:t> </a:t>
          </a:r>
          <a:r>
            <a:rPr lang="en-US" b="1" dirty="0" err="1"/>
            <a:t>este</a:t>
          </a:r>
          <a:r>
            <a:rPr lang="en-US" b="1" dirty="0"/>
            <a:t> </a:t>
          </a:r>
          <a:r>
            <a:rPr lang="en-US" b="1" dirty="0" err="1"/>
            <a:t>curso</a:t>
          </a:r>
          <a:r>
            <a:rPr lang="en-US" b="1" dirty="0"/>
            <a:t>?</a:t>
          </a:r>
          <a:endParaRPr lang="en-US" dirty="0"/>
        </a:p>
      </dgm:t>
    </dgm:pt>
    <dgm:pt modelId="{606EF1F9-96C4-4656-B725-4B2AE9435601}" type="parTrans" cxnId="{4FA0FD1A-5475-4AAB-8501-64F9714E7606}">
      <dgm:prSet/>
      <dgm:spPr/>
      <dgm:t>
        <a:bodyPr/>
        <a:lstStyle/>
        <a:p>
          <a:endParaRPr lang="en-US"/>
        </a:p>
      </dgm:t>
    </dgm:pt>
    <dgm:pt modelId="{0D7F3957-DB72-4CBF-A09F-147CD221AFCD}" type="sibTrans" cxnId="{4FA0FD1A-5475-4AAB-8501-64F9714E7606}">
      <dgm:prSet/>
      <dgm:spPr/>
      <dgm:t>
        <a:bodyPr/>
        <a:lstStyle/>
        <a:p>
          <a:endParaRPr lang="en-US"/>
        </a:p>
      </dgm:t>
    </dgm:pt>
    <dgm:pt modelId="{7A04971A-DCAE-48B6-87E8-CD7E3ABF7403}">
      <dgm:prSet/>
      <dgm:spPr/>
      <dgm:t>
        <a:bodyPr/>
        <a:lstStyle/>
        <a:p>
          <a:r>
            <a:rPr lang="en-US" dirty="0" err="1"/>
            <a:t>Comprender</a:t>
          </a:r>
          <a:r>
            <a:rPr lang="en-US" dirty="0"/>
            <a:t> la Ingeniería de Software </a:t>
          </a:r>
          <a:r>
            <a:rPr lang="en-US" dirty="0" err="1"/>
            <a:t>como</a:t>
          </a:r>
          <a:r>
            <a:rPr lang="en-US" dirty="0"/>
            <a:t> </a:t>
          </a:r>
          <a:r>
            <a:rPr lang="en-US" dirty="0" err="1"/>
            <a:t>disciplina</a:t>
          </a:r>
        </a:p>
      </dgm:t>
    </dgm:pt>
    <dgm:pt modelId="{8B4D9752-FDC8-4507-BB7E-103958D2D237}" type="parTrans" cxnId="{32DE49C7-D242-4F4B-9D0D-AF1960FE4E52}">
      <dgm:prSet/>
      <dgm:spPr/>
      <dgm:t>
        <a:bodyPr/>
        <a:lstStyle/>
        <a:p>
          <a:endParaRPr lang="en-US"/>
        </a:p>
      </dgm:t>
    </dgm:pt>
    <dgm:pt modelId="{01278447-0C6B-4985-8B3A-7697CF48764A}" type="sibTrans" cxnId="{32DE49C7-D242-4F4B-9D0D-AF1960FE4E52}">
      <dgm:prSet/>
      <dgm:spPr/>
      <dgm:t>
        <a:bodyPr/>
        <a:lstStyle/>
        <a:p>
          <a:endParaRPr lang="en-US"/>
        </a:p>
      </dgm:t>
    </dgm:pt>
    <dgm:pt modelId="{7D5B1084-C4AB-4217-B6EF-253FFE900170}">
      <dgm:prSet/>
      <dgm:spPr/>
      <dgm:t>
        <a:bodyPr/>
        <a:lstStyle/>
        <a:p>
          <a:r>
            <a:rPr lang="en-US" dirty="0" err="1"/>
            <a:t>Desarrollar</a:t>
          </a:r>
          <a:r>
            <a:rPr lang="en-US" dirty="0"/>
            <a:t> un </a:t>
          </a:r>
          <a:r>
            <a:rPr lang="en-US" dirty="0" err="1"/>
            <a:t>proyecto</a:t>
          </a:r>
          <a:r>
            <a:rPr lang="en-US" dirty="0"/>
            <a:t> </a:t>
          </a:r>
          <a:r>
            <a:rPr lang="en-US" dirty="0" err="1"/>
            <a:t>realista</a:t>
          </a:r>
        </a:p>
      </dgm:t>
    </dgm:pt>
    <dgm:pt modelId="{861BD8F6-FC18-4787-A539-B94DC6DD08AD}" type="parTrans" cxnId="{98010AE4-5EC8-4EE3-9AEE-8FD748E77D08}">
      <dgm:prSet/>
      <dgm:spPr/>
      <dgm:t>
        <a:bodyPr/>
        <a:lstStyle/>
        <a:p>
          <a:endParaRPr lang="en-US"/>
        </a:p>
      </dgm:t>
    </dgm:pt>
    <dgm:pt modelId="{C1067DAF-4510-4B46-95E8-496D1F879C80}" type="sibTrans" cxnId="{98010AE4-5EC8-4EE3-9AEE-8FD748E77D08}">
      <dgm:prSet/>
      <dgm:spPr/>
      <dgm:t>
        <a:bodyPr/>
        <a:lstStyle/>
        <a:p>
          <a:endParaRPr lang="en-US"/>
        </a:p>
      </dgm:t>
    </dgm:pt>
    <dgm:pt modelId="{C74B9102-5170-4A64-9ED0-698EA254A913}">
      <dgm:prSet/>
      <dgm:spPr/>
      <dgm:t>
        <a:bodyPr/>
        <a:lstStyle/>
        <a:p>
          <a:r>
            <a:rPr lang="en-US" dirty="0"/>
            <a:t>Tomar </a:t>
          </a:r>
          <a:r>
            <a:rPr lang="en-US" dirty="0" err="1"/>
            <a:t>decisiones</a:t>
          </a:r>
          <a:r>
            <a:rPr lang="en-US" dirty="0"/>
            <a:t> </a:t>
          </a:r>
          <a:r>
            <a:rPr lang="en-US" dirty="0" err="1"/>
            <a:t>técnicas</a:t>
          </a:r>
          <a:r>
            <a:rPr lang="en-US" dirty="0"/>
            <a:t> y </a:t>
          </a:r>
          <a:r>
            <a:rPr lang="en-US" dirty="0" err="1"/>
            <a:t>arquitectónicas</a:t>
          </a:r>
        </a:p>
      </dgm:t>
    </dgm:pt>
    <dgm:pt modelId="{8961C5E6-F949-48B5-AB4E-FBC6741EEEFA}" type="parTrans" cxnId="{A31F8AE7-4584-469F-BA36-8E3BE9C43D93}">
      <dgm:prSet/>
      <dgm:spPr/>
      <dgm:t>
        <a:bodyPr/>
        <a:lstStyle/>
        <a:p>
          <a:endParaRPr lang="en-US"/>
        </a:p>
      </dgm:t>
    </dgm:pt>
    <dgm:pt modelId="{7DD8A461-8851-428A-B722-762B6C56D868}" type="sibTrans" cxnId="{A31F8AE7-4584-469F-BA36-8E3BE9C43D93}">
      <dgm:prSet/>
      <dgm:spPr/>
      <dgm:t>
        <a:bodyPr/>
        <a:lstStyle/>
        <a:p>
          <a:endParaRPr lang="en-US"/>
        </a:p>
      </dgm:t>
    </dgm:pt>
    <dgm:pt modelId="{04758123-A148-4905-8FED-4EE5304E2E26}">
      <dgm:prSet/>
      <dgm:spPr/>
      <dgm:t>
        <a:bodyPr/>
        <a:lstStyle/>
        <a:p>
          <a:r>
            <a:rPr lang="en-US" dirty="0" err="1"/>
            <a:t>Trabajar</a:t>
          </a:r>
          <a:r>
            <a:rPr lang="en-US" dirty="0"/>
            <a:t> </a:t>
          </a:r>
          <a:r>
            <a:rPr lang="en-US" dirty="0" err="1"/>
            <a:t>como</a:t>
          </a:r>
          <a:r>
            <a:rPr lang="en-US" dirty="0"/>
            <a:t> </a:t>
          </a:r>
          <a:r>
            <a:rPr lang="en-US" dirty="0" err="1"/>
            <a:t>en</a:t>
          </a:r>
          <a:r>
            <a:rPr lang="en-US" dirty="0"/>
            <a:t> una </a:t>
          </a:r>
          <a:r>
            <a:rPr lang="en-US" dirty="0" err="1"/>
            <a:t>empresa</a:t>
          </a:r>
          <a:r>
            <a:rPr lang="en-US" dirty="0"/>
            <a:t> de software</a:t>
          </a:r>
        </a:p>
      </dgm:t>
    </dgm:pt>
    <dgm:pt modelId="{34046448-B98B-4B11-820E-A8E407BE3A64}" type="parTrans" cxnId="{994C03D5-D433-40ED-A13C-E90B775D0EDC}">
      <dgm:prSet/>
      <dgm:spPr/>
      <dgm:t>
        <a:bodyPr/>
        <a:lstStyle/>
        <a:p>
          <a:endParaRPr lang="en-US"/>
        </a:p>
      </dgm:t>
    </dgm:pt>
    <dgm:pt modelId="{122E00B1-158F-487C-83AF-60371AD6091A}" type="sibTrans" cxnId="{994C03D5-D433-40ED-A13C-E90B775D0EDC}">
      <dgm:prSet/>
      <dgm:spPr/>
      <dgm:t>
        <a:bodyPr/>
        <a:lstStyle/>
        <a:p>
          <a:endParaRPr lang="en-US"/>
        </a:p>
      </dgm:t>
    </dgm:pt>
    <dgm:pt modelId="{2A9E46AD-6381-406A-AF0B-5289722B3E01}" type="pres">
      <dgm:prSet presAssocID="{96400298-D271-453F-BAE4-BE50918324AE}" presName="root" presStyleCnt="0">
        <dgm:presLayoutVars>
          <dgm:dir/>
          <dgm:resizeHandles val="exact"/>
        </dgm:presLayoutVars>
      </dgm:prSet>
      <dgm:spPr/>
    </dgm:pt>
    <dgm:pt modelId="{AC093359-D67C-4EB4-9527-006341947276}" type="pres">
      <dgm:prSet presAssocID="{F6DD9982-0AE4-43AB-B727-208940A86D96}" presName="compNode" presStyleCnt="0"/>
      <dgm:spPr/>
    </dgm:pt>
    <dgm:pt modelId="{EB6C3555-1A89-48C2-855B-B568D5AC7997}" type="pres">
      <dgm:prSet presAssocID="{F6DD9982-0AE4-43AB-B727-208940A86D96}" presName="bgRect" presStyleLbl="bgShp" presStyleIdx="0" presStyleCnt="5"/>
      <dgm:spPr/>
    </dgm:pt>
    <dgm:pt modelId="{DE39CE5C-B216-4391-B025-4F1DD7548ABB}" type="pres">
      <dgm:prSet presAssocID="{F6DD9982-0AE4-43AB-B727-208940A86D9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71B0F159-FD33-4640-9D35-FF4702BDF734}" type="pres">
      <dgm:prSet presAssocID="{F6DD9982-0AE4-43AB-B727-208940A86D96}" presName="spaceRect" presStyleCnt="0"/>
      <dgm:spPr/>
    </dgm:pt>
    <dgm:pt modelId="{BBCF588B-ECF0-4FB7-A037-FC2314D4A923}" type="pres">
      <dgm:prSet presAssocID="{F6DD9982-0AE4-43AB-B727-208940A86D96}" presName="parTx" presStyleLbl="revTx" presStyleIdx="0" presStyleCnt="5">
        <dgm:presLayoutVars>
          <dgm:chMax val="0"/>
          <dgm:chPref val="0"/>
        </dgm:presLayoutVars>
      </dgm:prSet>
      <dgm:spPr/>
    </dgm:pt>
    <dgm:pt modelId="{C4B1F658-632F-4E31-8EF2-271316167187}" type="pres">
      <dgm:prSet presAssocID="{0D7F3957-DB72-4CBF-A09F-147CD221AFCD}" presName="sibTrans" presStyleCnt="0"/>
      <dgm:spPr/>
    </dgm:pt>
    <dgm:pt modelId="{72EB28CD-9DB5-4252-95F5-C56F430AF2B1}" type="pres">
      <dgm:prSet presAssocID="{7A04971A-DCAE-48B6-87E8-CD7E3ABF7403}" presName="compNode" presStyleCnt="0"/>
      <dgm:spPr/>
    </dgm:pt>
    <dgm:pt modelId="{138C3145-5D03-476E-A6D6-9E81CFD57BA7}" type="pres">
      <dgm:prSet presAssocID="{7A04971A-DCAE-48B6-87E8-CD7E3ABF7403}" presName="bgRect" presStyleLbl="bgShp" presStyleIdx="1" presStyleCnt="5"/>
      <dgm:spPr/>
    </dgm:pt>
    <dgm:pt modelId="{6CCB0612-1B43-433B-B4A9-9444B54132C6}" type="pres">
      <dgm:prSet presAssocID="{7A04971A-DCAE-48B6-87E8-CD7E3ABF740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1345271-4C8F-4446-80B4-B2BF835EB1CD}" type="pres">
      <dgm:prSet presAssocID="{7A04971A-DCAE-48B6-87E8-CD7E3ABF7403}" presName="spaceRect" presStyleCnt="0"/>
      <dgm:spPr/>
    </dgm:pt>
    <dgm:pt modelId="{38CE2915-B482-4C44-9258-7CBB3F4DD567}" type="pres">
      <dgm:prSet presAssocID="{7A04971A-DCAE-48B6-87E8-CD7E3ABF7403}" presName="parTx" presStyleLbl="revTx" presStyleIdx="1" presStyleCnt="5">
        <dgm:presLayoutVars>
          <dgm:chMax val="0"/>
          <dgm:chPref val="0"/>
        </dgm:presLayoutVars>
      </dgm:prSet>
      <dgm:spPr/>
    </dgm:pt>
    <dgm:pt modelId="{F80A6D8F-5F26-4FF0-B636-E1626E6A2784}" type="pres">
      <dgm:prSet presAssocID="{01278447-0C6B-4985-8B3A-7697CF48764A}" presName="sibTrans" presStyleCnt="0"/>
      <dgm:spPr/>
    </dgm:pt>
    <dgm:pt modelId="{36BD5C4C-B5AD-412C-AAC6-0060DF906062}" type="pres">
      <dgm:prSet presAssocID="{7D5B1084-C4AB-4217-B6EF-253FFE900170}" presName="compNode" presStyleCnt="0"/>
      <dgm:spPr/>
    </dgm:pt>
    <dgm:pt modelId="{7A096C78-6A31-46D4-961D-459A2EF9CAE4}" type="pres">
      <dgm:prSet presAssocID="{7D5B1084-C4AB-4217-B6EF-253FFE900170}" presName="bgRect" presStyleLbl="bgShp" presStyleIdx="2" presStyleCnt="5"/>
      <dgm:spPr/>
    </dgm:pt>
    <dgm:pt modelId="{0B03D704-A654-4F9F-92BC-F44D22DB3060}" type="pres">
      <dgm:prSet presAssocID="{7D5B1084-C4AB-4217-B6EF-253FFE90017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56C8600-3E1C-4D75-9421-13E85E6EDD97}" type="pres">
      <dgm:prSet presAssocID="{7D5B1084-C4AB-4217-B6EF-253FFE900170}" presName="spaceRect" presStyleCnt="0"/>
      <dgm:spPr/>
    </dgm:pt>
    <dgm:pt modelId="{77A21B75-E508-4393-9AFC-22D1C9DE2C17}" type="pres">
      <dgm:prSet presAssocID="{7D5B1084-C4AB-4217-B6EF-253FFE900170}" presName="parTx" presStyleLbl="revTx" presStyleIdx="2" presStyleCnt="5">
        <dgm:presLayoutVars>
          <dgm:chMax val="0"/>
          <dgm:chPref val="0"/>
        </dgm:presLayoutVars>
      </dgm:prSet>
      <dgm:spPr/>
    </dgm:pt>
    <dgm:pt modelId="{7D9B1E23-D054-4BE0-88A6-F2FE298B0A52}" type="pres">
      <dgm:prSet presAssocID="{C1067DAF-4510-4B46-95E8-496D1F879C80}" presName="sibTrans" presStyleCnt="0"/>
      <dgm:spPr/>
    </dgm:pt>
    <dgm:pt modelId="{75370235-19DD-4011-A774-D9C582214E8A}" type="pres">
      <dgm:prSet presAssocID="{C74B9102-5170-4A64-9ED0-698EA254A913}" presName="compNode" presStyleCnt="0"/>
      <dgm:spPr/>
    </dgm:pt>
    <dgm:pt modelId="{0577EF55-B791-4E26-8B82-9AFECDEDB011}" type="pres">
      <dgm:prSet presAssocID="{C74B9102-5170-4A64-9ED0-698EA254A913}" presName="bgRect" presStyleLbl="bgShp" presStyleIdx="3" presStyleCnt="5"/>
      <dgm:spPr/>
    </dgm:pt>
    <dgm:pt modelId="{2278D283-E4B7-4C8F-8C35-E8FF9E5B7CB7}" type="pres">
      <dgm:prSet presAssocID="{C74B9102-5170-4A64-9ED0-698EA254A91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131C3A5-8241-4C48-BA78-68AF2B236DE9}" type="pres">
      <dgm:prSet presAssocID="{C74B9102-5170-4A64-9ED0-698EA254A913}" presName="spaceRect" presStyleCnt="0"/>
      <dgm:spPr/>
    </dgm:pt>
    <dgm:pt modelId="{0730CD47-2D22-4A59-8B30-EB5FFC9C26C1}" type="pres">
      <dgm:prSet presAssocID="{C74B9102-5170-4A64-9ED0-698EA254A913}" presName="parTx" presStyleLbl="revTx" presStyleIdx="3" presStyleCnt="5">
        <dgm:presLayoutVars>
          <dgm:chMax val="0"/>
          <dgm:chPref val="0"/>
        </dgm:presLayoutVars>
      </dgm:prSet>
      <dgm:spPr/>
    </dgm:pt>
    <dgm:pt modelId="{E88D0322-D490-445F-AD87-9BD87684318A}" type="pres">
      <dgm:prSet presAssocID="{7DD8A461-8851-428A-B722-762B6C56D868}" presName="sibTrans" presStyleCnt="0"/>
      <dgm:spPr/>
    </dgm:pt>
    <dgm:pt modelId="{AB61095A-51A2-4275-838A-E967BEEEEEB1}" type="pres">
      <dgm:prSet presAssocID="{04758123-A148-4905-8FED-4EE5304E2E26}" presName="compNode" presStyleCnt="0"/>
      <dgm:spPr/>
    </dgm:pt>
    <dgm:pt modelId="{4013EF7A-A660-4626-8BF4-4D0B7DC5A05F}" type="pres">
      <dgm:prSet presAssocID="{04758123-A148-4905-8FED-4EE5304E2E26}" presName="bgRect" presStyleLbl="bgShp" presStyleIdx="4" presStyleCnt="5"/>
      <dgm:spPr/>
    </dgm:pt>
    <dgm:pt modelId="{DDFFDCAD-7BD2-41DF-9695-0D5CC0FB60FD}" type="pres">
      <dgm:prSet presAssocID="{04758123-A148-4905-8FED-4EE5304E2E2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5BE0D56-446A-4DCD-8916-0B7BDFFB521A}" type="pres">
      <dgm:prSet presAssocID="{04758123-A148-4905-8FED-4EE5304E2E26}" presName="spaceRect" presStyleCnt="0"/>
      <dgm:spPr/>
    </dgm:pt>
    <dgm:pt modelId="{0546D1AC-2559-4C7B-8D93-6F535996CEC2}" type="pres">
      <dgm:prSet presAssocID="{04758123-A148-4905-8FED-4EE5304E2E2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935B513-00E3-4BD4-BA72-1BAE90694C8E}" type="presOf" srcId="{7D5B1084-C4AB-4217-B6EF-253FFE900170}" destId="{77A21B75-E508-4393-9AFC-22D1C9DE2C17}" srcOrd="0" destOrd="0" presId="urn:microsoft.com/office/officeart/2018/2/layout/IconVerticalSolidList"/>
    <dgm:cxn modelId="{4FA0FD1A-5475-4AAB-8501-64F9714E7606}" srcId="{96400298-D271-453F-BAE4-BE50918324AE}" destId="{F6DD9982-0AE4-43AB-B727-208940A86D96}" srcOrd="0" destOrd="0" parTransId="{606EF1F9-96C4-4656-B725-4B2AE9435601}" sibTransId="{0D7F3957-DB72-4CBF-A09F-147CD221AFCD}"/>
    <dgm:cxn modelId="{053EF43B-DE31-4E76-8235-39166C54D135}" type="presOf" srcId="{F6DD9982-0AE4-43AB-B727-208940A86D96}" destId="{BBCF588B-ECF0-4FB7-A037-FC2314D4A923}" srcOrd="0" destOrd="0" presId="urn:microsoft.com/office/officeart/2018/2/layout/IconVerticalSolidList"/>
    <dgm:cxn modelId="{A9E78A5E-1F06-4F37-AFCE-B96EBFE7DF3D}" type="presOf" srcId="{04758123-A148-4905-8FED-4EE5304E2E26}" destId="{0546D1AC-2559-4C7B-8D93-6F535996CEC2}" srcOrd="0" destOrd="0" presId="urn:microsoft.com/office/officeart/2018/2/layout/IconVerticalSolidList"/>
    <dgm:cxn modelId="{DB78BA44-C755-4AE7-8C4C-8DF0AB0D8742}" type="presOf" srcId="{7A04971A-DCAE-48B6-87E8-CD7E3ABF7403}" destId="{38CE2915-B482-4C44-9258-7CBB3F4DD567}" srcOrd="0" destOrd="0" presId="urn:microsoft.com/office/officeart/2018/2/layout/IconVerticalSolidList"/>
    <dgm:cxn modelId="{96771457-F1A7-4C54-9517-259905733538}" type="presOf" srcId="{C74B9102-5170-4A64-9ED0-698EA254A913}" destId="{0730CD47-2D22-4A59-8B30-EB5FFC9C26C1}" srcOrd="0" destOrd="0" presId="urn:microsoft.com/office/officeart/2018/2/layout/IconVerticalSolidList"/>
    <dgm:cxn modelId="{91A23D7A-FDB3-4C90-B0D2-FD0977D5AAC3}" type="presOf" srcId="{96400298-D271-453F-BAE4-BE50918324AE}" destId="{2A9E46AD-6381-406A-AF0B-5289722B3E01}" srcOrd="0" destOrd="0" presId="urn:microsoft.com/office/officeart/2018/2/layout/IconVerticalSolidList"/>
    <dgm:cxn modelId="{32DE49C7-D242-4F4B-9D0D-AF1960FE4E52}" srcId="{96400298-D271-453F-BAE4-BE50918324AE}" destId="{7A04971A-DCAE-48B6-87E8-CD7E3ABF7403}" srcOrd="1" destOrd="0" parTransId="{8B4D9752-FDC8-4507-BB7E-103958D2D237}" sibTransId="{01278447-0C6B-4985-8B3A-7697CF48764A}"/>
    <dgm:cxn modelId="{994C03D5-D433-40ED-A13C-E90B775D0EDC}" srcId="{96400298-D271-453F-BAE4-BE50918324AE}" destId="{04758123-A148-4905-8FED-4EE5304E2E26}" srcOrd="4" destOrd="0" parTransId="{34046448-B98B-4B11-820E-A8E407BE3A64}" sibTransId="{122E00B1-158F-487C-83AF-60371AD6091A}"/>
    <dgm:cxn modelId="{98010AE4-5EC8-4EE3-9AEE-8FD748E77D08}" srcId="{96400298-D271-453F-BAE4-BE50918324AE}" destId="{7D5B1084-C4AB-4217-B6EF-253FFE900170}" srcOrd="2" destOrd="0" parTransId="{861BD8F6-FC18-4787-A539-B94DC6DD08AD}" sibTransId="{C1067DAF-4510-4B46-95E8-496D1F879C80}"/>
    <dgm:cxn modelId="{A31F8AE7-4584-469F-BA36-8E3BE9C43D93}" srcId="{96400298-D271-453F-BAE4-BE50918324AE}" destId="{C74B9102-5170-4A64-9ED0-698EA254A913}" srcOrd="3" destOrd="0" parTransId="{8961C5E6-F949-48B5-AB4E-FBC6741EEEFA}" sibTransId="{7DD8A461-8851-428A-B722-762B6C56D868}"/>
    <dgm:cxn modelId="{457D757F-28BC-4B12-BA32-E17C1557EF9A}" type="presParOf" srcId="{2A9E46AD-6381-406A-AF0B-5289722B3E01}" destId="{AC093359-D67C-4EB4-9527-006341947276}" srcOrd="0" destOrd="0" presId="urn:microsoft.com/office/officeart/2018/2/layout/IconVerticalSolidList"/>
    <dgm:cxn modelId="{E6C72238-4E55-4E8B-A61B-B4082E1C080C}" type="presParOf" srcId="{AC093359-D67C-4EB4-9527-006341947276}" destId="{EB6C3555-1A89-48C2-855B-B568D5AC7997}" srcOrd="0" destOrd="0" presId="urn:microsoft.com/office/officeart/2018/2/layout/IconVerticalSolidList"/>
    <dgm:cxn modelId="{AEC02B2E-EFA6-4744-A020-3A35EF6C60E2}" type="presParOf" srcId="{AC093359-D67C-4EB4-9527-006341947276}" destId="{DE39CE5C-B216-4391-B025-4F1DD7548ABB}" srcOrd="1" destOrd="0" presId="urn:microsoft.com/office/officeart/2018/2/layout/IconVerticalSolidList"/>
    <dgm:cxn modelId="{27F114FE-D491-4D7F-BB81-DE038AE5D5DA}" type="presParOf" srcId="{AC093359-D67C-4EB4-9527-006341947276}" destId="{71B0F159-FD33-4640-9D35-FF4702BDF734}" srcOrd="2" destOrd="0" presId="urn:microsoft.com/office/officeart/2018/2/layout/IconVerticalSolidList"/>
    <dgm:cxn modelId="{9B4883EB-B043-4291-9D32-630738238468}" type="presParOf" srcId="{AC093359-D67C-4EB4-9527-006341947276}" destId="{BBCF588B-ECF0-4FB7-A037-FC2314D4A923}" srcOrd="3" destOrd="0" presId="urn:microsoft.com/office/officeart/2018/2/layout/IconVerticalSolidList"/>
    <dgm:cxn modelId="{C99C5482-CFB1-44E1-907B-B3694AFAC220}" type="presParOf" srcId="{2A9E46AD-6381-406A-AF0B-5289722B3E01}" destId="{C4B1F658-632F-4E31-8EF2-271316167187}" srcOrd="1" destOrd="0" presId="urn:microsoft.com/office/officeart/2018/2/layout/IconVerticalSolidList"/>
    <dgm:cxn modelId="{1FDE62FD-DCE5-431D-B859-384598FE47C2}" type="presParOf" srcId="{2A9E46AD-6381-406A-AF0B-5289722B3E01}" destId="{72EB28CD-9DB5-4252-95F5-C56F430AF2B1}" srcOrd="2" destOrd="0" presId="urn:microsoft.com/office/officeart/2018/2/layout/IconVerticalSolidList"/>
    <dgm:cxn modelId="{6758B862-C508-4811-9FD7-F69A688A330E}" type="presParOf" srcId="{72EB28CD-9DB5-4252-95F5-C56F430AF2B1}" destId="{138C3145-5D03-476E-A6D6-9E81CFD57BA7}" srcOrd="0" destOrd="0" presId="urn:microsoft.com/office/officeart/2018/2/layout/IconVerticalSolidList"/>
    <dgm:cxn modelId="{4EE29F62-63BB-491C-8EBA-6FD0F3CB149C}" type="presParOf" srcId="{72EB28CD-9DB5-4252-95F5-C56F430AF2B1}" destId="{6CCB0612-1B43-433B-B4A9-9444B54132C6}" srcOrd="1" destOrd="0" presId="urn:microsoft.com/office/officeart/2018/2/layout/IconVerticalSolidList"/>
    <dgm:cxn modelId="{8429FEE3-E321-4B7F-A080-0D2190E5E239}" type="presParOf" srcId="{72EB28CD-9DB5-4252-95F5-C56F430AF2B1}" destId="{B1345271-4C8F-4446-80B4-B2BF835EB1CD}" srcOrd="2" destOrd="0" presId="urn:microsoft.com/office/officeart/2018/2/layout/IconVerticalSolidList"/>
    <dgm:cxn modelId="{DEBA464F-68F2-42C1-B821-48D973D0D55E}" type="presParOf" srcId="{72EB28CD-9DB5-4252-95F5-C56F430AF2B1}" destId="{38CE2915-B482-4C44-9258-7CBB3F4DD567}" srcOrd="3" destOrd="0" presId="urn:microsoft.com/office/officeart/2018/2/layout/IconVerticalSolidList"/>
    <dgm:cxn modelId="{49CC40DC-4950-40BC-8FBF-200501F84BE6}" type="presParOf" srcId="{2A9E46AD-6381-406A-AF0B-5289722B3E01}" destId="{F80A6D8F-5F26-4FF0-B636-E1626E6A2784}" srcOrd="3" destOrd="0" presId="urn:microsoft.com/office/officeart/2018/2/layout/IconVerticalSolidList"/>
    <dgm:cxn modelId="{C4C7DE1E-5CDD-4151-8CCA-7D739C149A49}" type="presParOf" srcId="{2A9E46AD-6381-406A-AF0B-5289722B3E01}" destId="{36BD5C4C-B5AD-412C-AAC6-0060DF906062}" srcOrd="4" destOrd="0" presId="urn:microsoft.com/office/officeart/2018/2/layout/IconVerticalSolidList"/>
    <dgm:cxn modelId="{EDE6B20B-783B-4184-B78A-BE6032ACEE16}" type="presParOf" srcId="{36BD5C4C-B5AD-412C-AAC6-0060DF906062}" destId="{7A096C78-6A31-46D4-961D-459A2EF9CAE4}" srcOrd="0" destOrd="0" presId="urn:microsoft.com/office/officeart/2018/2/layout/IconVerticalSolidList"/>
    <dgm:cxn modelId="{602140C0-8E77-429F-A268-1CF8B746B164}" type="presParOf" srcId="{36BD5C4C-B5AD-412C-AAC6-0060DF906062}" destId="{0B03D704-A654-4F9F-92BC-F44D22DB3060}" srcOrd="1" destOrd="0" presId="urn:microsoft.com/office/officeart/2018/2/layout/IconVerticalSolidList"/>
    <dgm:cxn modelId="{406C8941-69F5-439B-937D-D8481A33A08D}" type="presParOf" srcId="{36BD5C4C-B5AD-412C-AAC6-0060DF906062}" destId="{356C8600-3E1C-4D75-9421-13E85E6EDD97}" srcOrd="2" destOrd="0" presId="urn:microsoft.com/office/officeart/2018/2/layout/IconVerticalSolidList"/>
    <dgm:cxn modelId="{F3BD78F9-EDFD-4EB7-BE74-42273756592B}" type="presParOf" srcId="{36BD5C4C-B5AD-412C-AAC6-0060DF906062}" destId="{77A21B75-E508-4393-9AFC-22D1C9DE2C17}" srcOrd="3" destOrd="0" presId="urn:microsoft.com/office/officeart/2018/2/layout/IconVerticalSolidList"/>
    <dgm:cxn modelId="{5C7B83FF-DF86-4785-A605-3D46FE9FDCB2}" type="presParOf" srcId="{2A9E46AD-6381-406A-AF0B-5289722B3E01}" destId="{7D9B1E23-D054-4BE0-88A6-F2FE298B0A52}" srcOrd="5" destOrd="0" presId="urn:microsoft.com/office/officeart/2018/2/layout/IconVerticalSolidList"/>
    <dgm:cxn modelId="{F2FDC782-3646-4AFE-B71E-826EA96F6D2A}" type="presParOf" srcId="{2A9E46AD-6381-406A-AF0B-5289722B3E01}" destId="{75370235-19DD-4011-A774-D9C582214E8A}" srcOrd="6" destOrd="0" presId="urn:microsoft.com/office/officeart/2018/2/layout/IconVerticalSolidList"/>
    <dgm:cxn modelId="{42AD86A7-47F2-44EC-BC55-84728D60FA8B}" type="presParOf" srcId="{75370235-19DD-4011-A774-D9C582214E8A}" destId="{0577EF55-B791-4E26-8B82-9AFECDEDB011}" srcOrd="0" destOrd="0" presId="urn:microsoft.com/office/officeart/2018/2/layout/IconVerticalSolidList"/>
    <dgm:cxn modelId="{D2B4B5D8-2514-43EE-AE3F-E6A1C16AE206}" type="presParOf" srcId="{75370235-19DD-4011-A774-D9C582214E8A}" destId="{2278D283-E4B7-4C8F-8C35-E8FF9E5B7CB7}" srcOrd="1" destOrd="0" presId="urn:microsoft.com/office/officeart/2018/2/layout/IconVerticalSolidList"/>
    <dgm:cxn modelId="{2AC6BD54-0BC0-4047-BA7A-20B768E9B1A2}" type="presParOf" srcId="{75370235-19DD-4011-A774-D9C582214E8A}" destId="{D131C3A5-8241-4C48-BA78-68AF2B236DE9}" srcOrd="2" destOrd="0" presId="urn:microsoft.com/office/officeart/2018/2/layout/IconVerticalSolidList"/>
    <dgm:cxn modelId="{4EDE6EFC-A061-4D62-9844-5925328D531E}" type="presParOf" srcId="{75370235-19DD-4011-A774-D9C582214E8A}" destId="{0730CD47-2D22-4A59-8B30-EB5FFC9C26C1}" srcOrd="3" destOrd="0" presId="urn:microsoft.com/office/officeart/2018/2/layout/IconVerticalSolidList"/>
    <dgm:cxn modelId="{088DBB7E-10BC-4885-B6A9-C84C91766E5D}" type="presParOf" srcId="{2A9E46AD-6381-406A-AF0B-5289722B3E01}" destId="{E88D0322-D490-445F-AD87-9BD87684318A}" srcOrd="7" destOrd="0" presId="urn:microsoft.com/office/officeart/2018/2/layout/IconVerticalSolidList"/>
    <dgm:cxn modelId="{E6897485-2339-4609-B382-392E3D7E5EF5}" type="presParOf" srcId="{2A9E46AD-6381-406A-AF0B-5289722B3E01}" destId="{AB61095A-51A2-4275-838A-E967BEEEEEB1}" srcOrd="8" destOrd="0" presId="urn:microsoft.com/office/officeart/2018/2/layout/IconVerticalSolidList"/>
    <dgm:cxn modelId="{E9DD1ED2-F42E-43C4-B3CD-CFD9CF1EEDB0}" type="presParOf" srcId="{AB61095A-51A2-4275-838A-E967BEEEEEB1}" destId="{4013EF7A-A660-4626-8BF4-4D0B7DC5A05F}" srcOrd="0" destOrd="0" presId="urn:microsoft.com/office/officeart/2018/2/layout/IconVerticalSolidList"/>
    <dgm:cxn modelId="{01E9F336-03A1-4C47-AEB4-EF2870B5BDB7}" type="presParOf" srcId="{AB61095A-51A2-4275-838A-E967BEEEEEB1}" destId="{DDFFDCAD-7BD2-41DF-9695-0D5CC0FB60FD}" srcOrd="1" destOrd="0" presId="urn:microsoft.com/office/officeart/2018/2/layout/IconVerticalSolidList"/>
    <dgm:cxn modelId="{6DA835FC-A342-4E52-A1FB-ED4C7CB35845}" type="presParOf" srcId="{AB61095A-51A2-4275-838A-E967BEEEEEB1}" destId="{55BE0D56-446A-4DCD-8916-0B7BDFFB521A}" srcOrd="2" destOrd="0" presId="urn:microsoft.com/office/officeart/2018/2/layout/IconVerticalSolidList"/>
    <dgm:cxn modelId="{3F8878BB-4BAA-4907-8E65-923A6CECCFEE}" type="presParOf" srcId="{AB61095A-51A2-4275-838A-E967BEEEEEB1}" destId="{0546D1AC-2559-4C7B-8D93-6F535996CE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D375C4-681E-4B89-BEBB-DFE792CA2E3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28CFBBE-A695-4BBB-B4D7-87EA75AB484E}">
      <dgm:prSet/>
      <dgm:spPr/>
      <dgm:t>
        <a:bodyPr/>
        <a:lstStyle/>
        <a:p>
          <a:pPr>
            <a:defRPr cap="all"/>
          </a:pPr>
          <a:r>
            <a:rPr lang="en-US"/>
            <a:t>Resuelve un problema</a:t>
          </a:r>
        </a:p>
      </dgm:t>
    </dgm:pt>
    <dgm:pt modelId="{F642AAD2-321D-4246-954A-C2D3BFD29D7D}" type="parTrans" cxnId="{C5092578-4309-4AB3-8195-D099C8B70448}">
      <dgm:prSet/>
      <dgm:spPr/>
      <dgm:t>
        <a:bodyPr/>
        <a:lstStyle/>
        <a:p>
          <a:endParaRPr lang="en-US"/>
        </a:p>
      </dgm:t>
    </dgm:pt>
    <dgm:pt modelId="{2EE46110-F1F3-4AD9-93C6-C6A698ACE0C4}" type="sibTrans" cxnId="{C5092578-4309-4AB3-8195-D099C8B70448}">
      <dgm:prSet/>
      <dgm:spPr/>
      <dgm:t>
        <a:bodyPr/>
        <a:lstStyle/>
        <a:p>
          <a:endParaRPr lang="en-US"/>
        </a:p>
      </dgm:t>
    </dgm:pt>
    <dgm:pt modelId="{A59757F4-5E52-497E-94CE-4CB376200759}">
      <dgm:prSet/>
      <dgm:spPr/>
      <dgm:t>
        <a:bodyPr/>
        <a:lstStyle/>
        <a:p>
          <a:pPr>
            <a:defRPr cap="all"/>
          </a:pPr>
          <a:r>
            <a:rPr lang="en-US"/>
            <a:t>Tiene usuarios</a:t>
          </a:r>
        </a:p>
      </dgm:t>
    </dgm:pt>
    <dgm:pt modelId="{04A89480-1640-4D6F-BC40-1E3C06B0E358}" type="parTrans" cxnId="{C8CC8AFE-42CE-4D78-8776-BB508A487AE7}">
      <dgm:prSet/>
      <dgm:spPr/>
      <dgm:t>
        <a:bodyPr/>
        <a:lstStyle/>
        <a:p>
          <a:endParaRPr lang="en-US"/>
        </a:p>
      </dgm:t>
    </dgm:pt>
    <dgm:pt modelId="{147CFEE3-B7C7-4E7F-85E6-65212A9967BB}" type="sibTrans" cxnId="{C8CC8AFE-42CE-4D78-8776-BB508A487AE7}">
      <dgm:prSet/>
      <dgm:spPr/>
      <dgm:t>
        <a:bodyPr/>
        <a:lstStyle/>
        <a:p>
          <a:endParaRPr lang="en-US"/>
        </a:p>
      </dgm:t>
    </dgm:pt>
    <dgm:pt modelId="{48FF8179-92CC-4216-A62B-95832A4C1BAF}">
      <dgm:prSet/>
      <dgm:spPr/>
      <dgm:t>
        <a:bodyPr/>
        <a:lstStyle/>
        <a:p>
          <a:pPr>
            <a:defRPr cap="all"/>
          </a:pPr>
          <a:r>
            <a:rPr lang="en-US"/>
            <a:t>Tiene costos</a:t>
          </a:r>
        </a:p>
      </dgm:t>
    </dgm:pt>
    <dgm:pt modelId="{92D43673-87D8-41FB-ADA7-5569294C6C7A}" type="parTrans" cxnId="{B22D7190-74E9-4668-9579-6C19F3FCDB47}">
      <dgm:prSet/>
      <dgm:spPr/>
      <dgm:t>
        <a:bodyPr/>
        <a:lstStyle/>
        <a:p>
          <a:endParaRPr lang="en-US"/>
        </a:p>
      </dgm:t>
    </dgm:pt>
    <dgm:pt modelId="{B4D72231-A852-419F-82A6-3A079D99DEB3}" type="sibTrans" cxnId="{B22D7190-74E9-4668-9579-6C19F3FCDB47}">
      <dgm:prSet/>
      <dgm:spPr/>
      <dgm:t>
        <a:bodyPr/>
        <a:lstStyle/>
        <a:p>
          <a:endParaRPr lang="en-US"/>
        </a:p>
      </dgm:t>
    </dgm:pt>
    <dgm:pt modelId="{A2A86E73-4C21-4E72-B14E-D2A78D22AD70}">
      <dgm:prSet/>
      <dgm:spPr/>
      <dgm:t>
        <a:bodyPr/>
        <a:lstStyle/>
        <a:p>
          <a:pPr>
            <a:defRPr cap="all"/>
          </a:pPr>
          <a:r>
            <a:rPr lang="en-US"/>
            <a:t>Tiene riesgos</a:t>
          </a:r>
        </a:p>
      </dgm:t>
    </dgm:pt>
    <dgm:pt modelId="{E0DD96ED-C0BF-4E03-B5D1-D3488F359555}" type="parTrans" cxnId="{281D4778-DA20-4B80-B0D3-E44BF5A457C5}">
      <dgm:prSet/>
      <dgm:spPr/>
      <dgm:t>
        <a:bodyPr/>
        <a:lstStyle/>
        <a:p>
          <a:endParaRPr lang="en-US"/>
        </a:p>
      </dgm:t>
    </dgm:pt>
    <dgm:pt modelId="{81B1866C-D216-41EA-B4CE-BF6DAEF9BD41}" type="sibTrans" cxnId="{281D4778-DA20-4B80-B0D3-E44BF5A457C5}">
      <dgm:prSet/>
      <dgm:spPr/>
      <dgm:t>
        <a:bodyPr/>
        <a:lstStyle/>
        <a:p>
          <a:endParaRPr lang="en-US"/>
        </a:p>
      </dgm:t>
    </dgm:pt>
    <dgm:pt modelId="{B4557A35-2019-4A10-A461-CBB7EBAB7D26}">
      <dgm:prSet/>
      <dgm:spPr/>
      <dgm:t>
        <a:bodyPr/>
        <a:lstStyle/>
        <a:p>
          <a:pPr>
            <a:defRPr cap="all"/>
          </a:pPr>
          <a:r>
            <a:rPr lang="en-US"/>
            <a:t>Evoluciona en el tiempo</a:t>
          </a:r>
        </a:p>
      </dgm:t>
    </dgm:pt>
    <dgm:pt modelId="{72ECF1E8-9B0A-4766-AFA9-587497C2788E}" type="parTrans" cxnId="{19CC072D-E425-4D7B-A2E5-C383C1A9A1D4}">
      <dgm:prSet/>
      <dgm:spPr/>
      <dgm:t>
        <a:bodyPr/>
        <a:lstStyle/>
        <a:p>
          <a:endParaRPr lang="en-US"/>
        </a:p>
      </dgm:t>
    </dgm:pt>
    <dgm:pt modelId="{A115D9A5-44D1-420C-AA3E-F3D83E58B065}" type="sibTrans" cxnId="{19CC072D-E425-4D7B-A2E5-C383C1A9A1D4}">
      <dgm:prSet/>
      <dgm:spPr/>
      <dgm:t>
        <a:bodyPr/>
        <a:lstStyle/>
        <a:p>
          <a:endParaRPr lang="en-US"/>
        </a:p>
      </dgm:t>
    </dgm:pt>
    <dgm:pt modelId="{58BF86EA-F348-4D13-856C-0682B4127AA0}" type="pres">
      <dgm:prSet presAssocID="{29D375C4-681E-4B89-BEBB-DFE792CA2E35}" presName="root" presStyleCnt="0">
        <dgm:presLayoutVars>
          <dgm:dir/>
          <dgm:resizeHandles val="exact"/>
        </dgm:presLayoutVars>
      </dgm:prSet>
      <dgm:spPr/>
    </dgm:pt>
    <dgm:pt modelId="{74E7B78D-55E9-4C23-A36B-5A9AEB6F18D1}" type="pres">
      <dgm:prSet presAssocID="{428CFBBE-A695-4BBB-B4D7-87EA75AB484E}" presName="compNode" presStyleCnt="0"/>
      <dgm:spPr/>
    </dgm:pt>
    <dgm:pt modelId="{FC34C828-6AF9-4669-9F07-D3298F35EAB6}" type="pres">
      <dgm:prSet presAssocID="{428CFBBE-A695-4BBB-B4D7-87EA75AB484E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5577540A-3FEB-4E93-ABAB-2D025CE2F0F0}" type="pres">
      <dgm:prSet presAssocID="{428CFBBE-A695-4BBB-B4D7-87EA75AB484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D9668B9-B121-435D-825D-5AFD8977B555}" type="pres">
      <dgm:prSet presAssocID="{428CFBBE-A695-4BBB-B4D7-87EA75AB484E}" presName="spaceRect" presStyleCnt="0"/>
      <dgm:spPr/>
    </dgm:pt>
    <dgm:pt modelId="{B3C36D86-907B-4A25-8283-718B6CB268A3}" type="pres">
      <dgm:prSet presAssocID="{428CFBBE-A695-4BBB-B4D7-87EA75AB484E}" presName="textRect" presStyleLbl="revTx" presStyleIdx="0" presStyleCnt="5">
        <dgm:presLayoutVars>
          <dgm:chMax val="1"/>
          <dgm:chPref val="1"/>
        </dgm:presLayoutVars>
      </dgm:prSet>
      <dgm:spPr/>
    </dgm:pt>
    <dgm:pt modelId="{48D0F82A-699E-4DDB-9DBB-9B30F601608A}" type="pres">
      <dgm:prSet presAssocID="{2EE46110-F1F3-4AD9-93C6-C6A698ACE0C4}" presName="sibTrans" presStyleCnt="0"/>
      <dgm:spPr/>
    </dgm:pt>
    <dgm:pt modelId="{7882AF0D-46D0-41CB-B199-32E4B8B033FD}" type="pres">
      <dgm:prSet presAssocID="{A59757F4-5E52-497E-94CE-4CB376200759}" presName="compNode" presStyleCnt="0"/>
      <dgm:spPr/>
    </dgm:pt>
    <dgm:pt modelId="{F7BAE86E-F8C7-4281-8264-36CB190BB0B4}" type="pres">
      <dgm:prSet presAssocID="{A59757F4-5E52-497E-94CE-4CB376200759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A781380-69B9-418A-BBA5-9D7E7590CED1}" type="pres">
      <dgm:prSet presAssocID="{A59757F4-5E52-497E-94CE-4CB37620075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28BF237-C5BF-4069-8807-B3D90487599E}" type="pres">
      <dgm:prSet presAssocID="{A59757F4-5E52-497E-94CE-4CB376200759}" presName="spaceRect" presStyleCnt="0"/>
      <dgm:spPr/>
    </dgm:pt>
    <dgm:pt modelId="{8041AB9B-6528-488C-A246-918FD4705716}" type="pres">
      <dgm:prSet presAssocID="{A59757F4-5E52-497E-94CE-4CB376200759}" presName="textRect" presStyleLbl="revTx" presStyleIdx="1" presStyleCnt="5">
        <dgm:presLayoutVars>
          <dgm:chMax val="1"/>
          <dgm:chPref val="1"/>
        </dgm:presLayoutVars>
      </dgm:prSet>
      <dgm:spPr/>
    </dgm:pt>
    <dgm:pt modelId="{EC7FEB56-E8A3-4D48-9A72-EE75B1C8DE97}" type="pres">
      <dgm:prSet presAssocID="{147CFEE3-B7C7-4E7F-85E6-65212A9967BB}" presName="sibTrans" presStyleCnt="0"/>
      <dgm:spPr/>
    </dgm:pt>
    <dgm:pt modelId="{8FBD6F1F-9FB8-4CC5-B873-63608F16A536}" type="pres">
      <dgm:prSet presAssocID="{48FF8179-92CC-4216-A62B-95832A4C1BAF}" presName="compNode" presStyleCnt="0"/>
      <dgm:spPr/>
    </dgm:pt>
    <dgm:pt modelId="{878C8BE2-6ECF-490A-A87F-458A7BEF13B2}" type="pres">
      <dgm:prSet presAssocID="{48FF8179-92CC-4216-A62B-95832A4C1BAF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ACAA586-21B1-4304-A65F-1AFBFCC031E5}" type="pres">
      <dgm:prSet presAssocID="{48FF8179-92CC-4216-A62B-95832A4C1BA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87D6ED8-1A55-42A2-8E74-E422501B10E0}" type="pres">
      <dgm:prSet presAssocID="{48FF8179-92CC-4216-A62B-95832A4C1BAF}" presName="spaceRect" presStyleCnt="0"/>
      <dgm:spPr/>
    </dgm:pt>
    <dgm:pt modelId="{D49C4261-3E77-4860-800C-C4F2129BA8AE}" type="pres">
      <dgm:prSet presAssocID="{48FF8179-92CC-4216-A62B-95832A4C1BAF}" presName="textRect" presStyleLbl="revTx" presStyleIdx="2" presStyleCnt="5">
        <dgm:presLayoutVars>
          <dgm:chMax val="1"/>
          <dgm:chPref val="1"/>
        </dgm:presLayoutVars>
      </dgm:prSet>
      <dgm:spPr/>
    </dgm:pt>
    <dgm:pt modelId="{5A90DCB7-950C-4BA5-AC98-50ADBA1BFBF9}" type="pres">
      <dgm:prSet presAssocID="{B4D72231-A852-419F-82A6-3A079D99DEB3}" presName="sibTrans" presStyleCnt="0"/>
      <dgm:spPr/>
    </dgm:pt>
    <dgm:pt modelId="{E7544EBC-6884-4B1D-9AD2-76B18A7C61D4}" type="pres">
      <dgm:prSet presAssocID="{A2A86E73-4C21-4E72-B14E-D2A78D22AD70}" presName="compNode" presStyleCnt="0"/>
      <dgm:spPr/>
    </dgm:pt>
    <dgm:pt modelId="{8E271274-CFD1-47BF-84B3-DCC31D0DFA08}" type="pres">
      <dgm:prSet presAssocID="{A2A86E73-4C21-4E72-B14E-D2A78D22AD70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CAB437E4-A00E-4B56-9B43-C51570702493}" type="pres">
      <dgm:prSet presAssocID="{A2A86E73-4C21-4E72-B14E-D2A78D22AD7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F853E732-418E-46B8-B816-10DF9BFE87A9}" type="pres">
      <dgm:prSet presAssocID="{A2A86E73-4C21-4E72-B14E-D2A78D22AD70}" presName="spaceRect" presStyleCnt="0"/>
      <dgm:spPr/>
    </dgm:pt>
    <dgm:pt modelId="{D5F1FB4C-32B3-4B7F-BC19-F15D0B56F079}" type="pres">
      <dgm:prSet presAssocID="{A2A86E73-4C21-4E72-B14E-D2A78D22AD70}" presName="textRect" presStyleLbl="revTx" presStyleIdx="3" presStyleCnt="5">
        <dgm:presLayoutVars>
          <dgm:chMax val="1"/>
          <dgm:chPref val="1"/>
        </dgm:presLayoutVars>
      </dgm:prSet>
      <dgm:spPr/>
    </dgm:pt>
    <dgm:pt modelId="{7D052BC2-481A-4A7E-878F-D4E58519FB70}" type="pres">
      <dgm:prSet presAssocID="{81B1866C-D216-41EA-B4CE-BF6DAEF9BD41}" presName="sibTrans" presStyleCnt="0"/>
      <dgm:spPr/>
    </dgm:pt>
    <dgm:pt modelId="{77863AF2-D354-4EE6-935D-771AE45E446F}" type="pres">
      <dgm:prSet presAssocID="{B4557A35-2019-4A10-A461-CBB7EBAB7D26}" presName="compNode" presStyleCnt="0"/>
      <dgm:spPr/>
    </dgm:pt>
    <dgm:pt modelId="{399064C9-F282-416A-95F4-08E4E8C187EA}" type="pres">
      <dgm:prSet presAssocID="{B4557A35-2019-4A10-A461-CBB7EBAB7D26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807DB56-B8E3-45BB-ABCF-B829CDAA01F7}" type="pres">
      <dgm:prSet presAssocID="{B4557A35-2019-4A10-A461-CBB7EBAB7D2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FDC3BCA4-CA42-4C53-BC66-756EC412B5C2}" type="pres">
      <dgm:prSet presAssocID="{B4557A35-2019-4A10-A461-CBB7EBAB7D26}" presName="spaceRect" presStyleCnt="0"/>
      <dgm:spPr/>
    </dgm:pt>
    <dgm:pt modelId="{AB972B9B-80E0-429C-9AD1-A972D4ECA97C}" type="pres">
      <dgm:prSet presAssocID="{B4557A35-2019-4A10-A461-CBB7EBAB7D2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D860C02-4DDE-4725-B7B5-A3AE293D1220}" type="presOf" srcId="{B4557A35-2019-4A10-A461-CBB7EBAB7D26}" destId="{AB972B9B-80E0-429C-9AD1-A972D4ECA97C}" srcOrd="0" destOrd="0" presId="urn:microsoft.com/office/officeart/2018/5/layout/IconLeafLabelList"/>
    <dgm:cxn modelId="{E5331F1E-1EFD-4150-877D-4A861C7F80C5}" type="presOf" srcId="{428CFBBE-A695-4BBB-B4D7-87EA75AB484E}" destId="{B3C36D86-907B-4A25-8283-718B6CB268A3}" srcOrd="0" destOrd="0" presId="urn:microsoft.com/office/officeart/2018/5/layout/IconLeafLabelList"/>
    <dgm:cxn modelId="{19CC072D-E425-4D7B-A2E5-C383C1A9A1D4}" srcId="{29D375C4-681E-4B89-BEBB-DFE792CA2E35}" destId="{B4557A35-2019-4A10-A461-CBB7EBAB7D26}" srcOrd="4" destOrd="0" parTransId="{72ECF1E8-9B0A-4766-AFA9-587497C2788E}" sibTransId="{A115D9A5-44D1-420C-AA3E-F3D83E58B065}"/>
    <dgm:cxn modelId="{C5092578-4309-4AB3-8195-D099C8B70448}" srcId="{29D375C4-681E-4B89-BEBB-DFE792CA2E35}" destId="{428CFBBE-A695-4BBB-B4D7-87EA75AB484E}" srcOrd="0" destOrd="0" parTransId="{F642AAD2-321D-4246-954A-C2D3BFD29D7D}" sibTransId="{2EE46110-F1F3-4AD9-93C6-C6A698ACE0C4}"/>
    <dgm:cxn modelId="{281D4778-DA20-4B80-B0D3-E44BF5A457C5}" srcId="{29D375C4-681E-4B89-BEBB-DFE792CA2E35}" destId="{A2A86E73-4C21-4E72-B14E-D2A78D22AD70}" srcOrd="3" destOrd="0" parTransId="{E0DD96ED-C0BF-4E03-B5D1-D3488F359555}" sibTransId="{81B1866C-D216-41EA-B4CE-BF6DAEF9BD41}"/>
    <dgm:cxn modelId="{B22D7190-74E9-4668-9579-6C19F3FCDB47}" srcId="{29D375C4-681E-4B89-BEBB-DFE792CA2E35}" destId="{48FF8179-92CC-4216-A62B-95832A4C1BAF}" srcOrd="2" destOrd="0" parTransId="{92D43673-87D8-41FB-ADA7-5569294C6C7A}" sibTransId="{B4D72231-A852-419F-82A6-3A079D99DEB3}"/>
    <dgm:cxn modelId="{D64ACA94-4913-48AE-AA11-5D401357E54F}" type="presOf" srcId="{29D375C4-681E-4B89-BEBB-DFE792CA2E35}" destId="{58BF86EA-F348-4D13-856C-0682B4127AA0}" srcOrd="0" destOrd="0" presId="urn:microsoft.com/office/officeart/2018/5/layout/IconLeafLabelList"/>
    <dgm:cxn modelId="{5585519F-F2DC-43E7-B3EC-26A85D31671A}" type="presOf" srcId="{A59757F4-5E52-497E-94CE-4CB376200759}" destId="{8041AB9B-6528-488C-A246-918FD4705716}" srcOrd="0" destOrd="0" presId="urn:microsoft.com/office/officeart/2018/5/layout/IconLeafLabelList"/>
    <dgm:cxn modelId="{09C854B7-254C-446A-9C64-8CC50C4668F4}" type="presOf" srcId="{48FF8179-92CC-4216-A62B-95832A4C1BAF}" destId="{D49C4261-3E77-4860-800C-C4F2129BA8AE}" srcOrd="0" destOrd="0" presId="urn:microsoft.com/office/officeart/2018/5/layout/IconLeafLabelList"/>
    <dgm:cxn modelId="{6ACFC3C8-BA67-4C7D-A2B2-96BB0D170442}" type="presOf" srcId="{A2A86E73-4C21-4E72-B14E-D2A78D22AD70}" destId="{D5F1FB4C-32B3-4B7F-BC19-F15D0B56F079}" srcOrd="0" destOrd="0" presId="urn:microsoft.com/office/officeart/2018/5/layout/IconLeafLabelList"/>
    <dgm:cxn modelId="{C8CC8AFE-42CE-4D78-8776-BB508A487AE7}" srcId="{29D375C4-681E-4B89-BEBB-DFE792CA2E35}" destId="{A59757F4-5E52-497E-94CE-4CB376200759}" srcOrd="1" destOrd="0" parTransId="{04A89480-1640-4D6F-BC40-1E3C06B0E358}" sibTransId="{147CFEE3-B7C7-4E7F-85E6-65212A9967BB}"/>
    <dgm:cxn modelId="{0C4D1749-66BA-4EB3-A889-ACCFFEBF7651}" type="presParOf" srcId="{58BF86EA-F348-4D13-856C-0682B4127AA0}" destId="{74E7B78D-55E9-4C23-A36B-5A9AEB6F18D1}" srcOrd="0" destOrd="0" presId="urn:microsoft.com/office/officeart/2018/5/layout/IconLeafLabelList"/>
    <dgm:cxn modelId="{C065EE6B-E900-463D-8A3D-CCC8C8347940}" type="presParOf" srcId="{74E7B78D-55E9-4C23-A36B-5A9AEB6F18D1}" destId="{FC34C828-6AF9-4669-9F07-D3298F35EAB6}" srcOrd="0" destOrd="0" presId="urn:microsoft.com/office/officeart/2018/5/layout/IconLeafLabelList"/>
    <dgm:cxn modelId="{A1577A14-0E47-408C-85F9-DC34D2C5154E}" type="presParOf" srcId="{74E7B78D-55E9-4C23-A36B-5A9AEB6F18D1}" destId="{5577540A-3FEB-4E93-ABAB-2D025CE2F0F0}" srcOrd="1" destOrd="0" presId="urn:microsoft.com/office/officeart/2018/5/layout/IconLeafLabelList"/>
    <dgm:cxn modelId="{B00BEBC1-5596-40D1-BEF4-2DEC68BF30FA}" type="presParOf" srcId="{74E7B78D-55E9-4C23-A36B-5A9AEB6F18D1}" destId="{9D9668B9-B121-435D-825D-5AFD8977B555}" srcOrd="2" destOrd="0" presId="urn:microsoft.com/office/officeart/2018/5/layout/IconLeafLabelList"/>
    <dgm:cxn modelId="{C8C9DD63-6DDE-4E1A-865E-B096CE966A33}" type="presParOf" srcId="{74E7B78D-55E9-4C23-A36B-5A9AEB6F18D1}" destId="{B3C36D86-907B-4A25-8283-718B6CB268A3}" srcOrd="3" destOrd="0" presId="urn:microsoft.com/office/officeart/2018/5/layout/IconLeafLabelList"/>
    <dgm:cxn modelId="{733E4E95-EE5B-4C28-B900-6653A7353AAE}" type="presParOf" srcId="{58BF86EA-F348-4D13-856C-0682B4127AA0}" destId="{48D0F82A-699E-4DDB-9DBB-9B30F601608A}" srcOrd="1" destOrd="0" presId="urn:microsoft.com/office/officeart/2018/5/layout/IconLeafLabelList"/>
    <dgm:cxn modelId="{877F7F43-23EE-499B-A30E-8C660F028884}" type="presParOf" srcId="{58BF86EA-F348-4D13-856C-0682B4127AA0}" destId="{7882AF0D-46D0-41CB-B199-32E4B8B033FD}" srcOrd="2" destOrd="0" presId="urn:microsoft.com/office/officeart/2018/5/layout/IconLeafLabelList"/>
    <dgm:cxn modelId="{D16A640A-49FD-48C5-9F49-E81C95316839}" type="presParOf" srcId="{7882AF0D-46D0-41CB-B199-32E4B8B033FD}" destId="{F7BAE86E-F8C7-4281-8264-36CB190BB0B4}" srcOrd="0" destOrd="0" presId="urn:microsoft.com/office/officeart/2018/5/layout/IconLeafLabelList"/>
    <dgm:cxn modelId="{3F92672D-58A3-4138-85EC-52B13B50F58C}" type="presParOf" srcId="{7882AF0D-46D0-41CB-B199-32E4B8B033FD}" destId="{DA781380-69B9-418A-BBA5-9D7E7590CED1}" srcOrd="1" destOrd="0" presId="urn:microsoft.com/office/officeart/2018/5/layout/IconLeafLabelList"/>
    <dgm:cxn modelId="{617EE7D5-6CFA-40BD-BFF7-F48A5F26A2D2}" type="presParOf" srcId="{7882AF0D-46D0-41CB-B199-32E4B8B033FD}" destId="{628BF237-C5BF-4069-8807-B3D90487599E}" srcOrd="2" destOrd="0" presId="urn:microsoft.com/office/officeart/2018/5/layout/IconLeafLabelList"/>
    <dgm:cxn modelId="{C101C236-9505-42F7-9BCA-28C1CCE90E70}" type="presParOf" srcId="{7882AF0D-46D0-41CB-B199-32E4B8B033FD}" destId="{8041AB9B-6528-488C-A246-918FD4705716}" srcOrd="3" destOrd="0" presId="urn:microsoft.com/office/officeart/2018/5/layout/IconLeafLabelList"/>
    <dgm:cxn modelId="{308C30B2-1935-4E86-BCDF-93A8FEF8F652}" type="presParOf" srcId="{58BF86EA-F348-4D13-856C-0682B4127AA0}" destId="{EC7FEB56-E8A3-4D48-9A72-EE75B1C8DE97}" srcOrd="3" destOrd="0" presId="urn:microsoft.com/office/officeart/2018/5/layout/IconLeafLabelList"/>
    <dgm:cxn modelId="{1BB5B199-A894-4B3B-BD72-93714FF0AF56}" type="presParOf" srcId="{58BF86EA-F348-4D13-856C-0682B4127AA0}" destId="{8FBD6F1F-9FB8-4CC5-B873-63608F16A536}" srcOrd="4" destOrd="0" presId="urn:microsoft.com/office/officeart/2018/5/layout/IconLeafLabelList"/>
    <dgm:cxn modelId="{65D5B201-88CE-47AD-9D0A-5FD91A812B63}" type="presParOf" srcId="{8FBD6F1F-9FB8-4CC5-B873-63608F16A536}" destId="{878C8BE2-6ECF-490A-A87F-458A7BEF13B2}" srcOrd="0" destOrd="0" presId="urn:microsoft.com/office/officeart/2018/5/layout/IconLeafLabelList"/>
    <dgm:cxn modelId="{9B411CE8-49F3-42C7-9E22-E6397FA93478}" type="presParOf" srcId="{8FBD6F1F-9FB8-4CC5-B873-63608F16A536}" destId="{3ACAA586-21B1-4304-A65F-1AFBFCC031E5}" srcOrd="1" destOrd="0" presId="urn:microsoft.com/office/officeart/2018/5/layout/IconLeafLabelList"/>
    <dgm:cxn modelId="{E2A0B16F-90AB-4AE2-871F-515793245F88}" type="presParOf" srcId="{8FBD6F1F-9FB8-4CC5-B873-63608F16A536}" destId="{187D6ED8-1A55-42A2-8E74-E422501B10E0}" srcOrd="2" destOrd="0" presId="urn:microsoft.com/office/officeart/2018/5/layout/IconLeafLabelList"/>
    <dgm:cxn modelId="{6612DCA2-18EF-485F-A6BF-CF15B6080D58}" type="presParOf" srcId="{8FBD6F1F-9FB8-4CC5-B873-63608F16A536}" destId="{D49C4261-3E77-4860-800C-C4F2129BA8AE}" srcOrd="3" destOrd="0" presId="urn:microsoft.com/office/officeart/2018/5/layout/IconLeafLabelList"/>
    <dgm:cxn modelId="{6FDC7A4C-8F7B-4246-AFDC-DD104324B68B}" type="presParOf" srcId="{58BF86EA-F348-4D13-856C-0682B4127AA0}" destId="{5A90DCB7-950C-4BA5-AC98-50ADBA1BFBF9}" srcOrd="5" destOrd="0" presId="urn:microsoft.com/office/officeart/2018/5/layout/IconLeafLabelList"/>
    <dgm:cxn modelId="{9F8642DA-BE84-453C-B944-66B5F19C66DA}" type="presParOf" srcId="{58BF86EA-F348-4D13-856C-0682B4127AA0}" destId="{E7544EBC-6884-4B1D-9AD2-76B18A7C61D4}" srcOrd="6" destOrd="0" presId="urn:microsoft.com/office/officeart/2018/5/layout/IconLeafLabelList"/>
    <dgm:cxn modelId="{B676469D-92FE-4112-8DC3-86E9ED24F978}" type="presParOf" srcId="{E7544EBC-6884-4B1D-9AD2-76B18A7C61D4}" destId="{8E271274-CFD1-47BF-84B3-DCC31D0DFA08}" srcOrd="0" destOrd="0" presId="urn:microsoft.com/office/officeart/2018/5/layout/IconLeafLabelList"/>
    <dgm:cxn modelId="{2AD02100-C500-4C2F-B567-9065F6083C28}" type="presParOf" srcId="{E7544EBC-6884-4B1D-9AD2-76B18A7C61D4}" destId="{CAB437E4-A00E-4B56-9B43-C51570702493}" srcOrd="1" destOrd="0" presId="urn:microsoft.com/office/officeart/2018/5/layout/IconLeafLabelList"/>
    <dgm:cxn modelId="{17910C6A-DCF9-4F75-B3B2-8F0CB7D53B7C}" type="presParOf" srcId="{E7544EBC-6884-4B1D-9AD2-76B18A7C61D4}" destId="{F853E732-418E-46B8-B816-10DF9BFE87A9}" srcOrd="2" destOrd="0" presId="urn:microsoft.com/office/officeart/2018/5/layout/IconLeafLabelList"/>
    <dgm:cxn modelId="{27C251FF-E35F-434D-9770-DCB29A574997}" type="presParOf" srcId="{E7544EBC-6884-4B1D-9AD2-76B18A7C61D4}" destId="{D5F1FB4C-32B3-4B7F-BC19-F15D0B56F079}" srcOrd="3" destOrd="0" presId="urn:microsoft.com/office/officeart/2018/5/layout/IconLeafLabelList"/>
    <dgm:cxn modelId="{7500FA18-4B82-4868-AF36-9A3EEAB13968}" type="presParOf" srcId="{58BF86EA-F348-4D13-856C-0682B4127AA0}" destId="{7D052BC2-481A-4A7E-878F-D4E58519FB70}" srcOrd="7" destOrd="0" presId="urn:microsoft.com/office/officeart/2018/5/layout/IconLeafLabelList"/>
    <dgm:cxn modelId="{80C92E82-5BD5-4B72-8615-2203A2E98FE1}" type="presParOf" srcId="{58BF86EA-F348-4D13-856C-0682B4127AA0}" destId="{77863AF2-D354-4EE6-935D-771AE45E446F}" srcOrd="8" destOrd="0" presId="urn:microsoft.com/office/officeart/2018/5/layout/IconLeafLabelList"/>
    <dgm:cxn modelId="{6B70C102-D06D-4427-BBD3-DF96E0978D42}" type="presParOf" srcId="{77863AF2-D354-4EE6-935D-771AE45E446F}" destId="{399064C9-F282-416A-95F4-08E4E8C187EA}" srcOrd="0" destOrd="0" presId="urn:microsoft.com/office/officeart/2018/5/layout/IconLeafLabelList"/>
    <dgm:cxn modelId="{EA6B6563-A518-4841-8269-AEC4F8F35DA0}" type="presParOf" srcId="{77863AF2-D354-4EE6-935D-771AE45E446F}" destId="{7807DB56-B8E3-45BB-ABCF-B829CDAA01F7}" srcOrd="1" destOrd="0" presId="urn:microsoft.com/office/officeart/2018/5/layout/IconLeafLabelList"/>
    <dgm:cxn modelId="{C675D99C-E6A1-4215-AA96-280A87DA8191}" type="presParOf" srcId="{77863AF2-D354-4EE6-935D-771AE45E446F}" destId="{FDC3BCA4-CA42-4C53-BC66-756EC412B5C2}" srcOrd="2" destOrd="0" presId="urn:microsoft.com/office/officeart/2018/5/layout/IconLeafLabelList"/>
    <dgm:cxn modelId="{32D81261-1A8C-4103-ACF2-C95B6D613498}" type="presParOf" srcId="{77863AF2-D354-4EE6-935D-771AE45E446F}" destId="{AB972B9B-80E0-429C-9AD1-A972D4ECA97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4C661E-5CF3-4F71-AE89-42326FB9D838}" type="doc">
      <dgm:prSet loTypeId="urn:microsoft.com/office/officeart/2005/8/layout/cycle8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479DABE-75EC-4284-8A35-6EB34E9F5E5D}">
      <dgm:prSet/>
      <dgm:spPr/>
      <dgm:t>
        <a:bodyPr/>
        <a:lstStyle/>
        <a:p>
          <a:r>
            <a:rPr lang="en-US"/>
            <a:t>Identificación del problema</a:t>
          </a:r>
        </a:p>
      </dgm:t>
    </dgm:pt>
    <dgm:pt modelId="{10056F09-808D-4F79-B210-5EAB840A50DE}" type="parTrans" cxnId="{FC7BA2EF-922C-450F-BF77-A35E75F0F7AC}">
      <dgm:prSet/>
      <dgm:spPr/>
      <dgm:t>
        <a:bodyPr/>
        <a:lstStyle/>
        <a:p>
          <a:endParaRPr lang="en-US"/>
        </a:p>
      </dgm:t>
    </dgm:pt>
    <dgm:pt modelId="{EE313AEC-FBB4-4BEF-8E86-D21C96415D06}" type="sibTrans" cxnId="{FC7BA2EF-922C-450F-BF77-A35E75F0F7AC}">
      <dgm:prSet/>
      <dgm:spPr/>
      <dgm:t>
        <a:bodyPr/>
        <a:lstStyle/>
        <a:p>
          <a:endParaRPr lang="en-US"/>
        </a:p>
      </dgm:t>
    </dgm:pt>
    <dgm:pt modelId="{99858D4F-503C-4CBC-ABD1-DB319BE87139}">
      <dgm:prSet/>
      <dgm:spPr/>
      <dgm:t>
        <a:bodyPr/>
        <a:lstStyle/>
        <a:p>
          <a:r>
            <a:rPr lang="en-US"/>
            <a:t>Requerimientos</a:t>
          </a:r>
        </a:p>
      </dgm:t>
    </dgm:pt>
    <dgm:pt modelId="{CCACEB8E-62B2-4323-BFEC-DEA023E2FC9E}" type="parTrans" cxnId="{0F40D878-1560-4D41-B34A-64EEBFF471A0}">
      <dgm:prSet/>
      <dgm:spPr/>
      <dgm:t>
        <a:bodyPr/>
        <a:lstStyle/>
        <a:p>
          <a:endParaRPr lang="en-US"/>
        </a:p>
      </dgm:t>
    </dgm:pt>
    <dgm:pt modelId="{5C8AC9B1-2043-47D2-B548-DEAFD4C62A12}" type="sibTrans" cxnId="{0F40D878-1560-4D41-B34A-64EEBFF471A0}">
      <dgm:prSet/>
      <dgm:spPr/>
      <dgm:t>
        <a:bodyPr/>
        <a:lstStyle/>
        <a:p>
          <a:endParaRPr lang="en-US"/>
        </a:p>
      </dgm:t>
    </dgm:pt>
    <dgm:pt modelId="{DBD744E0-405D-45FE-B10D-5BC607278905}">
      <dgm:prSet/>
      <dgm:spPr/>
      <dgm:t>
        <a:bodyPr/>
        <a:lstStyle/>
        <a:p>
          <a:r>
            <a:rPr lang="en-US"/>
            <a:t>Diseño</a:t>
          </a:r>
        </a:p>
      </dgm:t>
    </dgm:pt>
    <dgm:pt modelId="{1634F012-30C3-4C86-A8D0-19E74E7F6FFA}" type="parTrans" cxnId="{E84897FF-D090-4179-9AA1-DF5D9F77C09F}">
      <dgm:prSet/>
      <dgm:spPr/>
      <dgm:t>
        <a:bodyPr/>
        <a:lstStyle/>
        <a:p>
          <a:endParaRPr lang="en-US"/>
        </a:p>
      </dgm:t>
    </dgm:pt>
    <dgm:pt modelId="{4EB15E20-BD70-4207-B1DF-68493EB46217}" type="sibTrans" cxnId="{E84897FF-D090-4179-9AA1-DF5D9F77C09F}">
      <dgm:prSet/>
      <dgm:spPr/>
      <dgm:t>
        <a:bodyPr/>
        <a:lstStyle/>
        <a:p>
          <a:endParaRPr lang="en-US"/>
        </a:p>
      </dgm:t>
    </dgm:pt>
    <dgm:pt modelId="{497749B8-9B99-485E-8E4A-ED2C05AC945E}">
      <dgm:prSet/>
      <dgm:spPr/>
      <dgm:t>
        <a:bodyPr/>
        <a:lstStyle/>
        <a:p>
          <a:r>
            <a:rPr lang="en-US"/>
            <a:t>Desarrollo</a:t>
          </a:r>
        </a:p>
      </dgm:t>
    </dgm:pt>
    <dgm:pt modelId="{FA21B950-7D35-4F21-93B3-B6A1393F4C24}" type="parTrans" cxnId="{C7427CE0-F003-4A59-9B83-B75C4347FC2B}">
      <dgm:prSet/>
      <dgm:spPr/>
      <dgm:t>
        <a:bodyPr/>
        <a:lstStyle/>
        <a:p>
          <a:endParaRPr lang="en-US"/>
        </a:p>
      </dgm:t>
    </dgm:pt>
    <dgm:pt modelId="{CE3C4391-0E58-40EC-99F4-62AB602700DF}" type="sibTrans" cxnId="{C7427CE0-F003-4A59-9B83-B75C4347FC2B}">
      <dgm:prSet/>
      <dgm:spPr/>
      <dgm:t>
        <a:bodyPr/>
        <a:lstStyle/>
        <a:p>
          <a:endParaRPr lang="en-US"/>
        </a:p>
      </dgm:t>
    </dgm:pt>
    <dgm:pt modelId="{192DCE09-80E5-4374-9090-12B6B29BC084}">
      <dgm:prSet/>
      <dgm:spPr/>
      <dgm:t>
        <a:bodyPr/>
        <a:lstStyle/>
        <a:p>
          <a:r>
            <a:rPr lang="en-US"/>
            <a:t>Pruebas</a:t>
          </a:r>
        </a:p>
      </dgm:t>
    </dgm:pt>
    <dgm:pt modelId="{51713222-72A4-41B3-A641-E2C23DB4BC7D}" type="parTrans" cxnId="{0AB2B1B8-899F-4A00-97CB-9A9DA6F8E48E}">
      <dgm:prSet/>
      <dgm:spPr/>
      <dgm:t>
        <a:bodyPr/>
        <a:lstStyle/>
        <a:p>
          <a:endParaRPr lang="en-US"/>
        </a:p>
      </dgm:t>
    </dgm:pt>
    <dgm:pt modelId="{2CB46BB0-9327-4CC5-B0B8-D5FA84B0BA3D}" type="sibTrans" cxnId="{0AB2B1B8-899F-4A00-97CB-9A9DA6F8E48E}">
      <dgm:prSet/>
      <dgm:spPr/>
      <dgm:t>
        <a:bodyPr/>
        <a:lstStyle/>
        <a:p>
          <a:endParaRPr lang="en-US"/>
        </a:p>
      </dgm:t>
    </dgm:pt>
    <dgm:pt modelId="{E332D9B0-2780-45FD-A2E3-313F798614FD}">
      <dgm:prSet/>
      <dgm:spPr/>
      <dgm:t>
        <a:bodyPr/>
        <a:lstStyle/>
        <a:p>
          <a:r>
            <a:rPr lang="en-US"/>
            <a:t>Despliegue</a:t>
          </a:r>
        </a:p>
      </dgm:t>
    </dgm:pt>
    <dgm:pt modelId="{BF557B20-A1F9-4C20-B6AE-F26C8CF2D8F3}" type="parTrans" cxnId="{867B737C-CCCA-4127-9977-63FDEE0EF616}">
      <dgm:prSet/>
      <dgm:spPr/>
      <dgm:t>
        <a:bodyPr/>
        <a:lstStyle/>
        <a:p>
          <a:endParaRPr lang="en-US"/>
        </a:p>
      </dgm:t>
    </dgm:pt>
    <dgm:pt modelId="{3D22783A-4F31-40C3-89C2-33573DB4E42B}" type="sibTrans" cxnId="{867B737C-CCCA-4127-9977-63FDEE0EF616}">
      <dgm:prSet/>
      <dgm:spPr/>
      <dgm:t>
        <a:bodyPr/>
        <a:lstStyle/>
        <a:p>
          <a:endParaRPr lang="en-US"/>
        </a:p>
      </dgm:t>
    </dgm:pt>
    <dgm:pt modelId="{B1E1A84F-E47F-4B1A-8FC8-4B6643D3B061}">
      <dgm:prSet/>
      <dgm:spPr/>
      <dgm:t>
        <a:bodyPr/>
        <a:lstStyle/>
        <a:p>
          <a:r>
            <a:rPr lang="en-US"/>
            <a:t>Mantenimiento</a:t>
          </a:r>
        </a:p>
      </dgm:t>
    </dgm:pt>
    <dgm:pt modelId="{4C7B17EF-912C-4963-A46C-C962B5821883}" type="parTrans" cxnId="{4BFFE8A7-A085-4C2A-B037-362D44804279}">
      <dgm:prSet/>
      <dgm:spPr/>
      <dgm:t>
        <a:bodyPr/>
        <a:lstStyle/>
        <a:p>
          <a:endParaRPr lang="en-US"/>
        </a:p>
      </dgm:t>
    </dgm:pt>
    <dgm:pt modelId="{7DD60358-1B04-494C-B522-527B98E1768C}" type="sibTrans" cxnId="{4BFFE8A7-A085-4C2A-B037-362D44804279}">
      <dgm:prSet/>
      <dgm:spPr/>
      <dgm:t>
        <a:bodyPr/>
        <a:lstStyle/>
        <a:p>
          <a:endParaRPr lang="en-US"/>
        </a:p>
      </dgm:t>
    </dgm:pt>
    <dgm:pt modelId="{0E0FBBB0-33EA-4D5B-B49E-91808D5EFC86}" type="pres">
      <dgm:prSet presAssocID="{B34C661E-5CF3-4F71-AE89-42326FB9D838}" presName="compositeShape" presStyleCnt="0">
        <dgm:presLayoutVars>
          <dgm:chMax val="7"/>
          <dgm:dir/>
          <dgm:resizeHandles val="exact"/>
        </dgm:presLayoutVars>
      </dgm:prSet>
      <dgm:spPr/>
    </dgm:pt>
    <dgm:pt modelId="{EC623EB9-27DF-4836-8CF2-B2DA82F95A02}" type="pres">
      <dgm:prSet presAssocID="{B34C661E-5CF3-4F71-AE89-42326FB9D838}" presName="wedge1" presStyleLbl="node1" presStyleIdx="0" presStyleCnt="7"/>
      <dgm:spPr/>
    </dgm:pt>
    <dgm:pt modelId="{930F7EB0-13B7-4904-A319-5C98BE3E3654}" type="pres">
      <dgm:prSet presAssocID="{B34C661E-5CF3-4F71-AE89-42326FB9D838}" presName="dummy1a" presStyleCnt="0"/>
      <dgm:spPr/>
    </dgm:pt>
    <dgm:pt modelId="{91FE5A3E-CDFE-42EC-A9AB-3B78547C438F}" type="pres">
      <dgm:prSet presAssocID="{B34C661E-5CF3-4F71-AE89-42326FB9D838}" presName="dummy1b" presStyleCnt="0"/>
      <dgm:spPr/>
    </dgm:pt>
    <dgm:pt modelId="{EF327556-6864-4589-975F-F6F02C9FDE18}" type="pres">
      <dgm:prSet presAssocID="{B34C661E-5CF3-4F71-AE89-42326FB9D838}" presName="wedge1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674A8E6E-2CA1-4D7A-A4DF-75CB48C4735A}" type="pres">
      <dgm:prSet presAssocID="{B34C661E-5CF3-4F71-AE89-42326FB9D838}" presName="wedge2" presStyleLbl="node1" presStyleIdx="1" presStyleCnt="7"/>
      <dgm:spPr/>
    </dgm:pt>
    <dgm:pt modelId="{4BBCEAC0-18B8-498E-88A0-5E5DF2156435}" type="pres">
      <dgm:prSet presAssocID="{B34C661E-5CF3-4F71-AE89-42326FB9D838}" presName="dummy2a" presStyleCnt="0"/>
      <dgm:spPr/>
    </dgm:pt>
    <dgm:pt modelId="{A44035A4-E595-40AA-AE83-EEF6258CB392}" type="pres">
      <dgm:prSet presAssocID="{B34C661E-5CF3-4F71-AE89-42326FB9D838}" presName="dummy2b" presStyleCnt="0"/>
      <dgm:spPr/>
    </dgm:pt>
    <dgm:pt modelId="{C4293DCD-19B1-4DBD-93B9-6AB2EAFC0875}" type="pres">
      <dgm:prSet presAssocID="{B34C661E-5CF3-4F71-AE89-42326FB9D838}" presName="wedge2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A4B70466-CEF5-4394-8ABA-44C7248AB91D}" type="pres">
      <dgm:prSet presAssocID="{B34C661E-5CF3-4F71-AE89-42326FB9D838}" presName="wedge3" presStyleLbl="node1" presStyleIdx="2" presStyleCnt="7"/>
      <dgm:spPr/>
    </dgm:pt>
    <dgm:pt modelId="{4E243CC8-8475-45AE-8EA1-5FBB30026E91}" type="pres">
      <dgm:prSet presAssocID="{B34C661E-5CF3-4F71-AE89-42326FB9D838}" presName="dummy3a" presStyleCnt="0"/>
      <dgm:spPr/>
    </dgm:pt>
    <dgm:pt modelId="{8CBBA863-3E15-4993-BB94-AC257E137979}" type="pres">
      <dgm:prSet presAssocID="{B34C661E-5CF3-4F71-AE89-42326FB9D838}" presName="dummy3b" presStyleCnt="0"/>
      <dgm:spPr/>
    </dgm:pt>
    <dgm:pt modelId="{09C79D7C-D9DE-4BD3-B116-167654542970}" type="pres">
      <dgm:prSet presAssocID="{B34C661E-5CF3-4F71-AE89-42326FB9D838}" presName="wedge3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5B9E2BA2-A5D3-49A8-9BE1-AD7644E76B13}" type="pres">
      <dgm:prSet presAssocID="{B34C661E-5CF3-4F71-AE89-42326FB9D838}" presName="wedge4" presStyleLbl="node1" presStyleIdx="3" presStyleCnt="7"/>
      <dgm:spPr/>
    </dgm:pt>
    <dgm:pt modelId="{83F412E2-B26C-462A-9F23-71298AE88A6A}" type="pres">
      <dgm:prSet presAssocID="{B34C661E-5CF3-4F71-AE89-42326FB9D838}" presName="dummy4a" presStyleCnt="0"/>
      <dgm:spPr/>
    </dgm:pt>
    <dgm:pt modelId="{164A4007-BEB6-4647-A0FA-1A965ADD48F3}" type="pres">
      <dgm:prSet presAssocID="{B34C661E-5CF3-4F71-AE89-42326FB9D838}" presName="dummy4b" presStyleCnt="0"/>
      <dgm:spPr/>
    </dgm:pt>
    <dgm:pt modelId="{39B8715C-2193-4CC0-A0B8-5B2FB99C72F0}" type="pres">
      <dgm:prSet presAssocID="{B34C661E-5CF3-4F71-AE89-42326FB9D838}" presName="wedge4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874F173A-2933-49FA-849A-326379AF3A74}" type="pres">
      <dgm:prSet presAssocID="{B34C661E-5CF3-4F71-AE89-42326FB9D838}" presName="wedge5" presStyleLbl="node1" presStyleIdx="4" presStyleCnt="7"/>
      <dgm:spPr/>
    </dgm:pt>
    <dgm:pt modelId="{59517B5A-72F9-4962-9544-3C1E15F3AC18}" type="pres">
      <dgm:prSet presAssocID="{B34C661E-5CF3-4F71-AE89-42326FB9D838}" presName="dummy5a" presStyleCnt="0"/>
      <dgm:spPr/>
    </dgm:pt>
    <dgm:pt modelId="{71CEE384-FA8F-4EE2-800C-6821CF8BD929}" type="pres">
      <dgm:prSet presAssocID="{B34C661E-5CF3-4F71-AE89-42326FB9D838}" presName="dummy5b" presStyleCnt="0"/>
      <dgm:spPr/>
    </dgm:pt>
    <dgm:pt modelId="{B742062A-3FD3-4D25-87F1-8D256C1EA89E}" type="pres">
      <dgm:prSet presAssocID="{B34C661E-5CF3-4F71-AE89-42326FB9D838}" presName="wedge5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FBD537DE-4866-4020-9E0D-DA562C034165}" type="pres">
      <dgm:prSet presAssocID="{B34C661E-5CF3-4F71-AE89-42326FB9D838}" presName="wedge6" presStyleLbl="node1" presStyleIdx="5" presStyleCnt="7"/>
      <dgm:spPr/>
    </dgm:pt>
    <dgm:pt modelId="{0DBF96DA-8370-4B13-A325-2556DC3BAEE0}" type="pres">
      <dgm:prSet presAssocID="{B34C661E-5CF3-4F71-AE89-42326FB9D838}" presName="dummy6a" presStyleCnt="0"/>
      <dgm:spPr/>
    </dgm:pt>
    <dgm:pt modelId="{0242D012-6F18-4E7E-9527-6375A87EE71D}" type="pres">
      <dgm:prSet presAssocID="{B34C661E-5CF3-4F71-AE89-42326FB9D838}" presName="dummy6b" presStyleCnt="0"/>
      <dgm:spPr/>
    </dgm:pt>
    <dgm:pt modelId="{F266233E-A63E-4C49-9C4D-CDAC6FABF517}" type="pres">
      <dgm:prSet presAssocID="{B34C661E-5CF3-4F71-AE89-42326FB9D838}" presName="wedge6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2CF21E5D-D2C2-4D5A-B8A0-CB64DDBBE239}" type="pres">
      <dgm:prSet presAssocID="{B34C661E-5CF3-4F71-AE89-42326FB9D838}" presName="wedge7" presStyleLbl="node1" presStyleIdx="6" presStyleCnt="7"/>
      <dgm:spPr/>
    </dgm:pt>
    <dgm:pt modelId="{2568C2E4-0349-41CE-B57B-B4522B2FBB93}" type="pres">
      <dgm:prSet presAssocID="{B34C661E-5CF3-4F71-AE89-42326FB9D838}" presName="dummy7a" presStyleCnt="0"/>
      <dgm:spPr/>
    </dgm:pt>
    <dgm:pt modelId="{5618B603-2EF5-41C2-AD1C-770B93F15B13}" type="pres">
      <dgm:prSet presAssocID="{B34C661E-5CF3-4F71-AE89-42326FB9D838}" presName="dummy7b" presStyleCnt="0"/>
      <dgm:spPr/>
    </dgm:pt>
    <dgm:pt modelId="{F74C58D0-582A-4D6A-A140-D610F54D8813}" type="pres">
      <dgm:prSet presAssocID="{B34C661E-5CF3-4F71-AE89-42326FB9D838}" presName="wedge7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F08525AC-48B9-410C-9562-DEA43E1BC221}" type="pres">
      <dgm:prSet presAssocID="{EE313AEC-FBB4-4BEF-8E86-D21C96415D06}" presName="arrowWedge1" presStyleLbl="fgSibTrans2D1" presStyleIdx="0" presStyleCnt="7"/>
      <dgm:spPr/>
    </dgm:pt>
    <dgm:pt modelId="{A1539BBB-40BD-403E-8A37-75B8C5BCB00B}" type="pres">
      <dgm:prSet presAssocID="{5C8AC9B1-2043-47D2-B548-DEAFD4C62A12}" presName="arrowWedge2" presStyleLbl="fgSibTrans2D1" presStyleIdx="1" presStyleCnt="7"/>
      <dgm:spPr/>
    </dgm:pt>
    <dgm:pt modelId="{7551E353-9E76-465F-9BBC-EC29921801FA}" type="pres">
      <dgm:prSet presAssocID="{4EB15E20-BD70-4207-B1DF-68493EB46217}" presName="arrowWedge3" presStyleLbl="fgSibTrans2D1" presStyleIdx="2" presStyleCnt="7"/>
      <dgm:spPr/>
    </dgm:pt>
    <dgm:pt modelId="{3893BD11-F1C1-410C-8FA2-90E5372ED00A}" type="pres">
      <dgm:prSet presAssocID="{CE3C4391-0E58-40EC-99F4-62AB602700DF}" presName="arrowWedge4" presStyleLbl="fgSibTrans2D1" presStyleIdx="3" presStyleCnt="7"/>
      <dgm:spPr/>
    </dgm:pt>
    <dgm:pt modelId="{56F01D0A-CDFF-41BB-8057-7FE76A70239C}" type="pres">
      <dgm:prSet presAssocID="{2CB46BB0-9327-4CC5-B0B8-D5FA84B0BA3D}" presName="arrowWedge5" presStyleLbl="fgSibTrans2D1" presStyleIdx="4" presStyleCnt="7"/>
      <dgm:spPr/>
    </dgm:pt>
    <dgm:pt modelId="{4F2EBFFB-1183-4026-9E3D-1B2F3D3C61C4}" type="pres">
      <dgm:prSet presAssocID="{3D22783A-4F31-40C3-89C2-33573DB4E42B}" presName="arrowWedge6" presStyleLbl="fgSibTrans2D1" presStyleIdx="5" presStyleCnt="7"/>
      <dgm:spPr/>
    </dgm:pt>
    <dgm:pt modelId="{9AB9AD3E-648B-4109-A4D2-28053118FEEE}" type="pres">
      <dgm:prSet presAssocID="{7DD60358-1B04-494C-B522-527B98E1768C}" presName="arrowWedge7" presStyleLbl="fgSibTrans2D1" presStyleIdx="6" presStyleCnt="7"/>
      <dgm:spPr/>
    </dgm:pt>
  </dgm:ptLst>
  <dgm:cxnLst>
    <dgm:cxn modelId="{CF6B3C09-DB7B-45E1-A447-264D0B37B579}" type="presOf" srcId="{B1E1A84F-E47F-4B1A-8FC8-4B6643D3B061}" destId="{2CF21E5D-D2C2-4D5A-B8A0-CB64DDBBE239}" srcOrd="0" destOrd="0" presId="urn:microsoft.com/office/officeart/2005/8/layout/cycle8"/>
    <dgm:cxn modelId="{879E021D-6B8F-43CF-AFF0-23BE27434C36}" type="presOf" srcId="{99858D4F-503C-4CBC-ABD1-DB319BE87139}" destId="{C4293DCD-19B1-4DBD-93B9-6AB2EAFC0875}" srcOrd="1" destOrd="0" presId="urn:microsoft.com/office/officeart/2005/8/layout/cycle8"/>
    <dgm:cxn modelId="{5358CD23-DCC8-4BD4-9649-05F5900C55C6}" type="presOf" srcId="{497749B8-9B99-485E-8E4A-ED2C05AC945E}" destId="{39B8715C-2193-4CC0-A0B8-5B2FB99C72F0}" srcOrd="1" destOrd="0" presId="urn:microsoft.com/office/officeart/2005/8/layout/cycle8"/>
    <dgm:cxn modelId="{6AA44E2F-8E77-45A4-B5E7-DE07F95A8B11}" type="presOf" srcId="{3479DABE-75EC-4284-8A35-6EB34E9F5E5D}" destId="{EC623EB9-27DF-4836-8CF2-B2DA82F95A02}" srcOrd="0" destOrd="0" presId="urn:microsoft.com/office/officeart/2005/8/layout/cycle8"/>
    <dgm:cxn modelId="{E9C24F3A-29B8-4097-B854-7E6C1A9C6F3E}" type="presOf" srcId="{497749B8-9B99-485E-8E4A-ED2C05AC945E}" destId="{5B9E2BA2-A5D3-49A8-9BE1-AD7644E76B13}" srcOrd="0" destOrd="0" presId="urn:microsoft.com/office/officeart/2005/8/layout/cycle8"/>
    <dgm:cxn modelId="{7384746D-D9D2-4A9C-BB5A-911BAB14194E}" type="presOf" srcId="{E332D9B0-2780-45FD-A2E3-313F798614FD}" destId="{F266233E-A63E-4C49-9C4D-CDAC6FABF517}" srcOrd="1" destOrd="0" presId="urn:microsoft.com/office/officeart/2005/8/layout/cycle8"/>
    <dgm:cxn modelId="{E3D3894D-95F9-46AA-B4F4-16FDC86A4F6A}" type="presOf" srcId="{192DCE09-80E5-4374-9090-12B6B29BC084}" destId="{B742062A-3FD3-4D25-87F1-8D256C1EA89E}" srcOrd="1" destOrd="0" presId="urn:microsoft.com/office/officeart/2005/8/layout/cycle8"/>
    <dgm:cxn modelId="{0F40D878-1560-4D41-B34A-64EEBFF471A0}" srcId="{B34C661E-5CF3-4F71-AE89-42326FB9D838}" destId="{99858D4F-503C-4CBC-ABD1-DB319BE87139}" srcOrd="1" destOrd="0" parTransId="{CCACEB8E-62B2-4323-BFEC-DEA023E2FC9E}" sibTransId="{5C8AC9B1-2043-47D2-B548-DEAFD4C62A12}"/>
    <dgm:cxn modelId="{867B737C-CCCA-4127-9977-63FDEE0EF616}" srcId="{B34C661E-5CF3-4F71-AE89-42326FB9D838}" destId="{E332D9B0-2780-45FD-A2E3-313F798614FD}" srcOrd="5" destOrd="0" parTransId="{BF557B20-A1F9-4C20-B6AE-F26C8CF2D8F3}" sibTransId="{3D22783A-4F31-40C3-89C2-33573DB4E42B}"/>
    <dgm:cxn modelId="{090DC393-BD91-47FA-8805-FC0912406FEA}" type="presOf" srcId="{B1E1A84F-E47F-4B1A-8FC8-4B6643D3B061}" destId="{F74C58D0-582A-4D6A-A140-D610F54D8813}" srcOrd="1" destOrd="0" presId="urn:microsoft.com/office/officeart/2005/8/layout/cycle8"/>
    <dgm:cxn modelId="{D1501CA0-5D8D-4F9F-B850-AC5D0459DBC5}" type="presOf" srcId="{B34C661E-5CF3-4F71-AE89-42326FB9D838}" destId="{0E0FBBB0-33EA-4D5B-B49E-91808D5EFC86}" srcOrd="0" destOrd="0" presId="urn:microsoft.com/office/officeart/2005/8/layout/cycle8"/>
    <dgm:cxn modelId="{4BFFE8A7-A085-4C2A-B037-362D44804279}" srcId="{B34C661E-5CF3-4F71-AE89-42326FB9D838}" destId="{B1E1A84F-E47F-4B1A-8FC8-4B6643D3B061}" srcOrd="6" destOrd="0" parTransId="{4C7B17EF-912C-4963-A46C-C962B5821883}" sibTransId="{7DD60358-1B04-494C-B522-527B98E1768C}"/>
    <dgm:cxn modelId="{0AB2B1B8-899F-4A00-97CB-9A9DA6F8E48E}" srcId="{B34C661E-5CF3-4F71-AE89-42326FB9D838}" destId="{192DCE09-80E5-4374-9090-12B6B29BC084}" srcOrd="4" destOrd="0" parTransId="{51713222-72A4-41B3-A641-E2C23DB4BC7D}" sibTransId="{2CB46BB0-9327-4CC5-B0B8-D5FA84B0BA3D}"/>
    <dgm:cxn modelId="{E92ED2D6-E6E6-4F67-84DB-F77A49D23A47}" type="presOf" srcId="{E332D9B0-2780-45FD-A2E3-313F798614FD}" destId="{FBD537DE-4866-4020-9E0D-DA562C034165}" srcOrd="0" destOrd="0" presId="urn:microsoft.com/office/officeart/2005/8/layout/cycle8"/>
    <dgm:cxn modelId="{E6A83DD7-7675-4F7E-BE85-AE96C549BE30}" type="presOf" srcId="{192DCE09-80E5-4374-9090-12B6B29BC084}" destId="{874F173A-2933-49FA-849A-326379AF3A74}" srcOrd="0" destOrd="0" presId="urn:microsoft.com/office/officeart/2005/8/layout/cycle8"/>
    <dgm:cxn modelId="{B79258D9-5FDC-404E-B40D-54958DC953D9}" type="presOf" srcId="{3479DABE-75EC-4284-8A35-6EB34E9F5E5D}" destId="{EF327556-6864-4589-975F-F6F02C9FDE18}" srcOrd="1" destOrd="0" presId="urn:microsoft.com/office/officeart/2005/8/layout/cycle8"/>
    <dgm:cxn modelId="{C7427CE0-F003-4A59-9B83-B75C4347FC2B}" srcId="{B34C661E-5CF3-4F71-AE89-42326FB9D838}" destId="{497749B8-9B99-485E-8E4A-ED2C05AC945E}" srcOrd="3" destOrd="0" parTransId="{FA21B950-7D35-4F21-93B3-B6A1393F4C24}" sibTransId="{CE3C4391-0E58-40EC-99F4-62AB602700DF}"/>
    <dgm:cxn modelId="{A55E20EA-EDBA-4C18-8560-8670E9668468}" type="presOf" srcId="{DBD744E0-405D-45FE-B10D-5BC607278905}" destId="{A4B70466-CEF5-4394-8ABA-44C7248AB91D}" srcOrd="0" destOrd="0" presId="urn:microsoft.com/office/officeart/2005/8/layout/cycle8"/>
    <dgm:cxn modelId="{FC7BA2EF-922C-450F-BF77-A35E75F0F7AC}" srcId="{B34C661E-5CF3-4F71-AE89-42326FB9D838}" destId="{3479DABE-75EC-4284-8A35-6EB34E9F5E5D}" srcOrd="0" destOrd="0" parTransId="{10056F09-808D-4F79-B210-5EAB840A50DE}" sibTransId="{EE313AEC-FBB4-4BEF-8E86-D21C96415D06}"/>
    <dgm:cxn modelId="{361988F2-CBCE-4BB2-B834-FF4FB57186B6}" type="presOf" srcId="{99858D4F-503C-4CBC-ABD1-DB319BE87139}" destId="{674A8E6E-2CA1-4D7A-A4DF-75CB48C4735A}" srcOrd="0" destOrd="0" presId="urn:microsoft.com/office/officeart/2005/8/layout/cycle8"/>
    <dgm:cxn modelId="{1C5C7DF6-ED57-4B95-B7D2-D991986E91D0}" type="presOf" srcId="{DBD744E0-405D-45FE-B10D-5BC607278905}" destId="{09C79D7C-D9DE-4BD3-B116-167654542970}" srcOrd="1" destOrd="0" presId="urn:microsoft.com/office/officeart/2005/8/layout/cycle8"/>
    <dgm:cxn modelId="{E84897FF-D090-4179-9AA1-DF5D9F77C09F}" srcId="{B34C661E-5CF3-4F71-AE89-42326FB9D838}" destId="{DBD744E0-405D-45FE-B10D-5BC607278905}" srcOrd="2" destOrd="0" parTransId="{1634F012-30C3-4C86-A8D0-19E74E7F6FFA}" sibTransId="{4EB15E20-BD70-4207-B1DF-68493EB46217}"/>
    <dgm:cxn modelId="{57EE2E1F-66CA-44C9-B3AD-36028595E185}" type="presParOf" srcId="{0E0FBBB0-33EA-4D5B-B49E-91808D5EFC86}" destId="{EC623EB9-27DF-4836-8CF2-B2DA82F95A02}" srcOrd="0" destOrd="0" presId="urn:microsoft.com/office/officeart/2005/8/layout/cycle8"/>
    <dgm:cxn modelId="{9E943B16-F6CA-46D2-808B-AE36C6E6542E}" type="presParOf" srcId="{0E0FBBB0-33EA-4D5B-B49E-91808D5EFC86}" destId="{930F7EB0-13B7-4904-A319-5C98BE3E3654}" srcOrd="1" destOrd="0" presId="urn:microsoft.com/office/officeart/2005/8/layout/cycle8"/>
    <dgm:cxn modelId="{6B2E6326-7896-4748-BA2E-C31CF65CAE52}" type="presParOf" srcId="{0E0FBBB0-33EA-4D5B-B49E-91808D5EFC86}" destId="{91FE5A3E-CDFE-42EC-A9AB-3B78547C438F}" srcOrd="2" destOrd="0" presId="urn:microsoft.com/office/officeart/2005/8/layout/cycle8"/>
    <dgm:cxn modelId="{82F7BF5E-5220-4054-8F11-1DBF3BB261F7}" type="presParOf" srcId="{0E0FBBB0-33EA-4D5B-B49E-91808D5EFC86}" destId="{EF327556-6864-4589-975F-F6F02C9FDE18}" srcOrd="3" destOrd="0" presId="urn:microsoft.com/office/officeart/2005/8/layout/cycle8"/>
    <dgm:cxn modelId="{76BBB465-2701-4A33-8DEF-7C89E5164DBF}" type="presParOf" srcId="{0E0FBBB0-33EA-4D5B-B49E-91808D5EFC86}" destId="{674A8E6E-2CA1-4D7A-A4DF-75CB48C4735A}" srcOrd="4" destOrd="0" presId="urn:microsoft.com/office/officeart/2005/8/layout/cycle8"/>
    <dgm:cxn modelId="{E89D8994-9488-4BAD-B362-0EC9AFFF8CCF}" type="presParOf" srcId="{0E0FBBB0-33EA-4D5B-B49E-91808D5EFC86}" destId="{4BBCEAC0-18B8-498E-88A0-5E5DF2156435}" srcOrd="5" destOrd="0" presId="urn:microsoft.com/office/officeart/2005/8/layout/cycle8"/>
    <dgm:cxn modelId="{41DEC07C-7808-4126-9F42-74360D771972}" type="presParOf" srcId="{0E0FBBB0-33EA-4D5B-B49E-91808D5EFC86}" destId="{A44035A4-E595-40AA-AE83-EEF6258CB392}" srcOrd="6" destOrd="0" presId="urn:microsoft.com/office/officeart/2005/8/layout/cycle8"/>
    <dgm:cxn modelId="{4B99244C-A120-4C37-AC7A-CB98FC5AC86C}" type="presParOf" srcId="{0E0FBBB0-33EA-4D5B-B49E-91808D5EFC86}" destId="{C4293DCD-19B1-4DBD-93B9-6AB2EAFC0875}" srcOrd="7" destOrd="0" presId="urn:microsoft.com/office/officeart/2005/8/layout/cycle8"/>
    <dgm:cxn modelId="{07A4A7A7-8B00-4426-ACB5-F6FB9D917561}" type="presParOf" srcId="{0E0FBBB0-33EA-4D5B-B49E-91808D5EFC86}" destId="{A4B70466-CEF5-4394-8ABA-44C7248AB91D}" srcOrd="8" destOrd="0" presId="urn:microsoft.com/office/officeart/2005/8/layout/cycle8"/>
    <dgm:cxn modelId="{DCD3DDE7-C05E-4E71-ADC9-33A8D27F5DB5}" type="presParOf" srcId="{0E0FBBB0-33EA-4D5B-B49E-91808D5EFC86}" destId="{4E243CC8-8475-45AE-8EA1-5FBB30026E91}" srcOrd="9" destOrd="0" presId="urn:microsoft.com/office/officeart/2005/8/layout/cycle8"/>
    <dgm:cxn modelId="{5D29AFA2-EC36-4DD1-91D7-A96FF69BC7C2}" type="presParOf" srcId="{0E0FBBB0-33EA-4D5B-B49E-91808D5EFC86}" destId="{8CBBA863-3E15-4993-BB94-AC257E137979}" srcOrd="10" destOrd="0" presId="urn:microsoft.com/office/officeart/2005/8/layout/cycle8"/>
    <dgm:cxn modelId="{6FA0EA57-9AA0-4B18-8A11-075BCE80330E}" type="presParOf" srcId="{0E0FBBB0-33EA-4D5B-B49E-91808D5EFC86}" destId="{09C79D7C-D9DE-4BD3-B116-167654542970}" srcOrd="11" destOrd="0" presId="urn:microsoft.com/office/officeart/2005/8/layout/cycle8"/>
    <dgm:cxn modelId="{CB4D8BEA-7DB0-449F-B7F0-30B59413E029}" type="presParOf" srcId="{0E0FBBB0-33EA-4D5B-B49E-91808D5EFC86}" destId="{5B9E2BA2-A5D3-49A8-9BE1-AD7644E76B13}" srcOrd="12" destOrd="0" presId="urn:microsoft.com/office/officeart/2005/8/layout/cycle8"/>
    <dgm:cxn modelId="{52502359-F089-4007-9CCA-51F568E5D74A}" type="presParOf" srcId="{0E0FBBB0-33EA-4D5B-B49E-91808D5EFC86}" destId="{83F412E2-B26C-462A-9F23-71298AE88A6A}" srcOrd="13" destOrd="0" presId="urn:microsoft.com/office/officeart/2005/8/layout/cycle8"/>
    <dgm:cxn modelId="{AD487487-1700-4F7C-B75F-907DE4088067}" type="presParOf" srcId="{0E0FBBB0-33EA-4D5B-B49E-91808D5EFC86}" destId="{164A4007-BEB6-4647-A0FA-1A965ADD48F3}" srcOrd="14" destOrd="0" presId="urn:microsoft.com/office/officeart/2005/8/layout/cycle8"/>
    <dgm:cxn modelId="{A09B8687-E782-42E6-9BAC-DAB33267B200}" type="presParOf" srcId="{0E0FBBB0-33EA-4D5B-B49E-91808D5EFC86}" destId="{39B8715C-2193-4CC0-A0B8-5B2FB99C72F0}" srcOrd="15" destOrd="0" presId="urn:microsoft.com/office/officeart/2005/8/layout/cycle8"/>
    <dgm:cxn modelId="{5CB90D15-44BE-4AEF-B7E1-31A7731DBB18}" type="presParOf" srcId="{0E0FBBB0-33EA-4D5B-B49E-91808D5EFC86}" destId="{874F173A-2933-49FA-849A-326379AF3A74}" srcOrd="16" destOrd="0" presId="urn:microsoft.com/office/officeart/2005/8/layout/cycle8"/>
    <dgm:cxn modelId="{5AAFE71D-EF4A-4801-9CAF-04D3B0AA7C40}" type="presParOf" srcId="{0E0FBBB0-33EA-4D5B-B49E-91808D5EFC86}" destId="{59517B5A-72F9-4962-9544-3C1E15F3AC18}" srcOrd="17" destOrd="0" presId="urn:microsoft.com/office/officeart/2005/8/layout/cycle8"/>
    <dgm:cxn modelId="{3505B5DC-B345-458A-8734-BB32442A91CC}" type="presParOf" srcId="{0E0FBBB0-33EA-4D5B-B49E-91808D5EFC86}" destId="{71CEE384-FA8F-4EE2-800C-6821CF8BD929}" srcOrd="18" destOrd="0" presId="urn:microsoft.com/office/officeart/2005/8/layout/cycle8"/>
    <dgm:cxn modelId="{4CCD1E7E-5BF0-40D5-BD8A-0A66522A371A}" type="presParOf" srcId="{0E0FBBB0-33EA-4D5B-B49E-91808D5EFC86}" destId="{B742062A-3FD3-4D25-87F1-8D256C1EA89E}" srcOrd="19" destOrd="0" presId="urn:microsoft.com/office/officeart/2005/8/layout/cycle8"/>
    <dgm:cxn modelId="{BDAD2C7A-61B2-4465-BE16-9127BAA1D8F9}" type="presParOf" srcId="{0E0FBBB0-33EA-4D5B-B49E-91808D5EFC86}" destId="{FBD537DE-4866-4020-9E0D-DA562C034165}" srcOrd="20" destOrd="0" presId="urn:microsoft.com/office/officeart/2005/8/layout/cycle8"/>
    <dgm:cxn modelId="{D327E791-5680-499F-BAFA-55182CE87076}" type="presParOf" srcId="{0E0FBBB0-33EA-4D5B-B49E-91808D5EFC86}" destId="{0DBF96DA-8370-4B13-A325-2556DC3BAEE0}" srcOrd="21" destOrd="0" presId="urn:microsoft.com/office/officeart/2005/8/layout/cycle8"/>
    <dgm:cxn modelId="{5C08587C-C1CA-461E-A242-C47A663BC161}" type="presParOf" srcId="{0E0FBBB0-33EA-4D5B-B49E-91808D5EFC86}" destId="{0242D012-6F18-4E7E-9527-6375A87EE71D}" srcOrd="22" destOrd="0" presId="urn:microsoft.com/office/officeart/2005/8/layout/cycle8"/>
    <dgm:cxn modelId="{A5A15D7A-A503-4A9C-B119-DBAB132E0BC6}" type="presParOf" srcId="{0E0FBBB0-33EA-4D5B-B49E-91808D5EFC86}" destId="{F266233E-A63E-4C49-9C4D-CDAC6FABF517}" srcOrd="23" destOrd="0" presId="urn:microsoft.com/office/officeart/2005/8/layout/cycle8"/>
    <dgm:cxn modelId="{29A0E594-5333-4A43-9990-1D4A70C915D7}" type="presParOf" srcId="{0E0FBBB0-33EA-4D5B-B49E-91808D5EFC86}" destId="{2CF21E5D-D2C2-4D5A-B8A0-CB64DDBBE239}" srcOrd="24" destOrd="0" presId="urn:microsoft.com/office/officeart/2005/8/layout/cycle8"/>
    <dgm:cxn modelId="{A4DD71E8-8F4B-4E88-A37A-4DFBE2A045B8}" type="presParOf" srcId="{0E0FBBB0-33EA-4D5B-B49E-91808D5EFC86}" destId="{2568C2E4-0349-41CE-B57B-B4522B2FBB93}" srcOrd="25" destOrd="0" presId="urn:microsoft.com/office/officeart/2005/8/layout/cycle8"/>
    <dgm:cxn modelId="{E72E6EFD-150D-4408-99E9-EBBA3ADECFBB}" type="presParOf" srcId="{0E0FBBB0-33EA-4D5B-B49E-91808D5EFC86}" destId="{5618B603-2EF5-41C2-AD1C-770B93F15B13}" srcOrd="26" destOrd="0" presId="urn:microsoft.com/office/officeart/2005/8/layout/cycle8"/>
    <dgm:cxn modelId="{73506F44-AF4F-4DA4-851A-F81EA14436CF}" type="presParOf" srcId="{0E0FBBB0-33EA-4D5B-B49E-91808D5EFC86}" destId="{F74C58D0-582A-4D6A-A140-D610F54D8813}" srcOrd="27" destOrd="0" presId="urn:microsoft.com/office/officeart/2005/8/layout/cycle8"/>
    <dgm:cxn modelId="{49416BF2-1A07-416B-A1C0-859705633631}" type="presParOf" srcId="{0E0FBBB0-33EA-4D5B-B49E-91808D5EFC86}" destId="{F08525AC-48B9-410C-9562-DEA43E1BC221}" srcOrd="28" destOrd="0" presId="urn:microsoft.com/office/officeart/2005/8/layout/cycle8"/>
    <dgm:cxn modelId="{BA2045BD-D33D-4AEE-AE7F-6EEAEEF7866A}" type="presParOf" srcId="{0E0FBBB0-33EA-4D5B-B49E-91808D5EFC86}" destId="{A1539BBB-40BD-403E-8A37-75B8C5BCB00B}" srcOrd="29" destOrd="0" presId="urn:microsoft.com/office/officeart/2005/8/layout/cycle8"/>
    <dgm:cxn modelId="{1B2AE158-92AB-4F64-85E2-3380543BCC0F}" type="presParOf" srcId="{0E0FBBB0-33EA-4D5B-B49E-91808D5EFC86}" destId="{7551E353-9E76-465F-9BBC-EC29921801FA}" srcOrd="30" destOrd="0" presId="urn:microsoft.com/office/officeart/2005/8/layout/cycle8"/>
    <dgm:cxn modelId="{81135C42-AAD4-4B57-8692-4C4B3C990F4C}" type="presParOf" srcId="{0E0FBBB0-33EA-4D5B-B49E-91808D5EFC86}" destId="{3893BD11-F1C1-410C-8FA2-90E5372ED00A}" srcOrd="31" destOrd="0" presId="urn:microsoft.com/office/officeart/2005/8/layout/cycle8"/>
    <dgm:cxn modelId="{837E8AB9-3C42-419E-B1C4-D5C6B507A786}" type="presParOf" srcId="{0E0FBBB0-33EA-4D5B-B49E-91808D5EFC86}" destId="{56F01D0A-CDFF-41BB-8057-7FE76A70239C}" srcOrd="32" destOrd="0" presId="urn:microsoft.com/office/officeart/2005/8/layout/cycle8"/>
    <dgm:cxn modelId="{F3A98A50-F969-4D94-A009-331C7FB3222F}" type="presParOf" srcId="{0E0FBBB0-33EA-4D5B-B49E-91808D5EFC86}" destId="{4F2EBFFB-1183-4026-9E3D-1B2F3D3C61C4}" srcOrd="33" destOrd="0" presId="urn:microsoft.com/office/officeart/2005/8/layout/cycle8"/>
    <dgm:cxn modelId="{4D3CA114-3CB8-4E2E-91DA-3C4C530444AE}" type="presParOf" srcId="{0E0FBBB0-33EA-4D5B-B49E-91808D5EFC86}" destId="{9AB9AD3E-648B-4109-A4D2-28053118FEEE}" srcOrd="3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F520899-F62A-41F0-8695-F768497BFD9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C17EDFE-9696-4720-BFD8-9A6B968FB2D5}">
      <dgm:prSet/>
      <dgm:spPr/>
      <dgm:t>
        <a:bodyPr/>
        <a:lstStyle/>
        <a:p>
          <a:r>
            <a:rPr lang="en-US"/>
            <a:t>Este curso funcionará como:</a:t>
          </a:r>
        </a:p>
      </dgm:t>
    </dgm:pt>
    <dgm:pt modelId="{0B1B686E-DE48-4A87-93E3-1EDFE97F5254}" type="parTrans" cxnId="{22CF87EE-BD44-4931-AD04-F421912847BB}">
      <dgm:prSet/>
      <dgm:spPr/>
      <dgm:t>
        <a:bodyPr/>
        <a:lstStyle/>
        <a:p>
          <a:endParaRPr lang="en-US"/>
        </a:p>
      </dgm:t>
    </dgm:pt>
    <dgm:pt modelId="{547C19B3-9C34-4852-8E63-6EB85AD30895}" type="sibTrans" cxnId="{22CF87EE-BD44-4931-AD04-F421912847BB}">
      <dgm:prSet/>
      <dgm:spPr/>
      <dgm:t>
        <a:bodyPr/>
        <a:lstStyle/>
        <a:p>
          <a:endParaRPr lang="en-US"/>
        </a:p>
      </dgm:t>
    </dgm:pt>
    <dgm:pt modelId="{FD817479-0C21-4FCB-857A-54B6C9FA88A3}">
      <dgm:prSet/>
      <dgm:spPr/>
      <dgm:t>
        <a:bodyPr/>
        <a:lstStyle/>
        <a:p>
          <a:r>
            <a:rPr lang="en-US"/>
            <a:t>Una </a:t>
          </a:r>
          <a:r>
            <a:rPr lang="en-US" b="1"/>
            <a:t>empresa de desarrollo de software</a:t>
          </a:r>
          <a:endParaRPr lang="en-US"/>
        </a:p>
      </dgm:t>
    </dgm:pt>
    <dgm:pt modelId="{B26194E0-AAAE-404D-AA6A-D57108727DEB}" type="parTrans" cxnId="{B0EA0929-065A-4ABE-8B34-DDD97E3ACD0D}">
      <dgm:prSet/>
      <dgm:spPr/>
      <dgm:t>
        <a:bodyPr/>
        <a:lstStyle/>
        <a:p>
          <a:endParaRPr lang="en-US"/>
        </a:p>
      </dgm:t>
    </dgm:pt>
    <dgm:pt modelId="{99955281-3FCB-42D4-9211-A4BD7827B8DB}" type="sibTrans" cxnId="{B0EA0929-065A-4ABE-8B34-DDD97E3ACD0D}">
      <dgm:prSet/>
      <dgm:spPr/>
      <dgm:t>
        <a:bodyPr/>
        <a:lstStyle/>
        <a:p>
          <a:endParaRPr lang="en-US"/>
        </a:p>
      </dgm:t>
    </dgm:pt>
    <dgm:pt modelId="{9460221A-BF94-473F-965F-B25CB2739FD4}">
      <dgm:prSet/>
      <dgm:spPr/>
      <dgm:t>
        <a:bodyPr/>
        <a:lstStyle/>
        <a:p>
          <a:r>
            <a:rPr lang="en-US"/>
            <a:t>Con equipos de trabajo</a:t>
          </a:r>
        </a:p>
      </dgm:t>
    </dgm:pt>
    <dgm:pt modelId="{6A4DBC8A-32E2-44DB-B8F1-5283E5A73E9E}" type="parTrans" cxnId="{1809F058-1055-47AF-B925-4CF2CB5F6E9A}">
      <dgm:prSet/>
      <dgm:spPr/>
      <dgm:t>
        <a:bodyPr/>
        <a:lstStyle/>
        <a:p>
          <a:endParaRPr lang="en-US"/>
        </a:p>
      </dgm:t>
    </dgm:pt>
    <dgm:pt modelId="{CC693038-D4F5-4806-8094-7C4B24A05F19}" type="sibTrans" cxnId="{1809F058-1055-47AF-B925-4CF2CB5F6E9A}">
      <dgm:prSet/>
      <dgm:spPr/>
      <dgm:t>
        <a:bodyPr/>
        <a:lstStyle/>
        <a:p>
          <a:endParaRPr lang="en-US"/>
        </a:p>
      </dgm:t>
    </dgm:pt>
    <dgm:pt modelId="{C545BFFB-F29C-4FB1-8F27-E3A81563D26C}">
      <dgm:prSet/>
      <dgm:spPr/>
      <dgm:t>
        <a:bodyPr/>
        <a:lstStyle/>
        <a:p>
          <a:r>
            <a:rPr lang="en-US"/>
            <a:t>Con entregables</a:t>
          </a:r>
        </a:p>
      </dgm:t>
    </dgm:pt>
    <dgm:pt modelId="{E5AEA359-2F12-418F-BABC-F2BDE0FD9383}" type="parTrans" cxnId="{A86F6D47-8A40-4074-B403-72F1F16C6D2E}">
      <dgm:prSet/>
      <dgm:spPr/>
      <dgm:t>
        <a:bodyPr/>
        <a:lstStyle/>
        <a:p>
          <a:endParaRPr lang="en-US"/>
        </a:p>
      </dgm:t>
    </dgm:pt>
    <dgm:pt modelId="{12ABB69C-179E-4D39-8098-245AE1101F2E}" type="sibTrans" cxnId="{A86F6D47-8A40-4074-B403-72F1F16C6D2E}">
      <dgm:prSet/>
      <dgm:spPr/>
      <dgm:t>
        <a:bodyPr/>
        <a:lstStyle/>
        <a:p>
          <a:endParaRPr lang="en-US"/>
        </a:p>
      </dgm:t>
    </dgm:pt>
    <dgm:pt modelId="{EECD3FAF-E140-43DA-B530-EB40F51E1241}">
      <dgm:prSet/>
      <dgm:spPr/>
      <dgm:t>
        <a:bodyPr/>
        <a:lstStyle/>
        <a:p>
          <a:r>
            <a:rPr lang="en-US"/>
            <a:t>Con revisiones</a:t>
          </a:r>
        </a:p>
      </dgm:t>
    </dgm:pt>
    <dgm:pt modelId="{7B11D344-0308-4826-9D77-5E5B98AA9368}" type="parTrans" cxnId="{C33E5549-86FC-42BD-AAAE-A1F1A213E5FA}">
      <dgm:prSet/>
      <dgm:spPr/>
      <dgm:t>
        <a:bodyPr/>
        <a:lstStyle/>
        <a:p>
          <a:endParaRPr lang="en-US"/>
        </a:p>
      </dgm:t>
    </dgm:pt>
    <dgm:pt modelId="{5438D776-45A5-4EAC-9D9B-AE4C768930B6}" type="sibTrans" cxnId="{C33E5549-86FC-42BD-AAAE-A1F1A213E5FA}">
      <dgm:prSet/>
      <dgm:spPr/>
      <dgm:t>
        <a:bodyPr/>
        <a:lstStyle/>
        <a:p>
          <a:endParaRPr lang="en-US"/>
        </a:p>
      </dgm:t>
    </dgm:pt>
    <dgm:pt modelId="{A3349938-8002-439D-8EB8-8F73BC7BCF9E}">
      <dgm:prSet/>
      <dgm:spPr/>
      <dgm:t>
        <a:bodyPr/>
        <a:lstStyle/>
        <a:p>
          <a:r>
            <a:rPr lang="en-US"/>
            <a:t>Con decisiones técnicas</a:t>
          </a:r>
        </a:p>
      </dgm:t>
    </dgm:pt>
    <dgm:pt modelId="{F4CAAF34-9DD0-4010-8766-00C816EC52E4}" type="parTrans" cxnId="{70261C13-F567-4441-8393-9276576404B0}">
      <dgm:prSet/>
      <dgm:spPr/>
      <dgm:t>
        <a:bodyPr/>
        <a:lstStyle/>
        <a:p>
          <a:endParaRPr lang="en-US"/>
        </a:p>
      </dgm:t>
    </dgm:pt>
    <dgm:pt modelId="{89CFFB19-9FE6-4E0A-A9B7-D1A1AE2AEB99}" type="sibTrans" cxnId="{70261C13-F567-4441-8393-9276576404B0}">
      <dgm:prSet/>
      <dgm:spPr/>
      <dgm:t>
        <a:bodyPr/>
        <a:lstStyle/>
        <a:p>
          <a:endParaRPr lang="en-US"/>
        </a:p>
      </dgm:t>
    </dgm:pt>
    <dgm:pt modelId="{FF0A44E5-B4E5-480C-AD83-2CF2ED8AA448}" type="pres">
      <dgm:prSet presAssocID="{7F520899-F62A-41F0-8695-F768497BFD93}" presName="linear" presStyleCnt="0">
        <dgm:presLayoutVars>
          <dgm:animLvl val="lvl"/>
          <dgm:resizeHandles val="exact"/>
        </dgm:presLayoutVars>
      </dgm:prSet>
      <dgm:spPr/>
    </dgm:pt>
    <dgm:pt modelId="{D6015668-3A65-4B66-A91E-9EECA0B1307B}" type="pres">
      <dgm:prSet presAssocID="{1C17EDFE-9696-4720-BFD8-9A6B968FB2D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CEC0E35-0553-42E6-9427-5057EA363102}" type="pres">
      <dgm:prSet presAssocID="{547C19B3-9C34-4852-8E63-6EB85AD30895}" presName="spacer" presStyleCnt="0"/>
      <dgm:spPr/>
    </dgm:pt>
    <dgm:pt modelId="{2FEFCF30-DA76-4D74-A871-3EDEDEF99055}" type="pres">
      <dgm:prSet presAssocID="{FD817479-0C21-4FCB-857A-54B6C9FA88A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3B2CEDA-8688-4E64-9DEA-7FB3E0DA1BB9}" type="pres">
      <dgm:prSet presAssocID="{99955281-3FCB-42D4-9211-A4BD7827B8DB}" presName="spacer" presStyleCnt="0"/>
      <dgm:spPr/>
    </dgm:pt>
    <dgm:pt modelId="{42DCD702-AC96-4B08-80EF-9D133036D4F2}" type="pres">
      <dgm:prSet presAssocID="{9460221A-BF94-473F-965F-B25CB2739FD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C73DE24-FB61-4364-B491-54E0737FC3F2}" type="pres">
      <dgm:prSet presAssocID="{CC693038-D4F5-4806-8094-7C4B24A05F19}" presName="spacer" presStyleCnt="0"/>
      <dgm:spPr/>
    </dgm:pt>
    <dgm:pt modelId="{AFCF170B-492E-4EF1-A712-05C04EEBA7CE}" type="pres">
      <dgm:prSet presAssocID="{C545BFFB-F29C-4FB1-8F27-E3A81563D26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F986FA3-86F1-43FF-BEDB-6A479E16CC88}" type="pres">
      <dgm:prSet presAssocID="{12ABB69C-179E-4D39-8098-245AE1101F2E}" presName="spacer" presStyleCnt="0"/>
      <dgm:spPr/>
    </dgm:pt>
    <dgm:pt modelId="{EC064204-BA21-4C3B-9E61-16091557BD92}" type="pres">
      <dgm:prSet presAssocID="{EECD3FAF-E140-43DA-B530-EB40F51E124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8E3E66CB-041B-4E7F-82E8-DD7B87FB76FF}" type="pres">
      <dgm:prSet presAssocID="{5438D776-45A5-4EAC-9D9B-AE4C768930B6}" presName="spacer" presStyleCnt="0"/>
      <dgm:spPr/>
    </dgm:pt>
    <dgm:pt modelId="{C7E1A646-315B-499D-B348-152139302DA3}" type="pres">
      <dgm:prSet presAssocID="{A3349938-8002-439D-8EB8-8F73BC7BCF9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0261C13-F567-4441-8393-9276576404B0}" srcId="{7F520899-F62A-41F0-8695-F768497BFD93}" destId="{A3349938-8002-439D-8EB8-8F73BC7BCF9E}" srcOrd="5" destOrd="0" parTransId="{F4CAAF34-9DD0-4010-8766-00C816EC52E4}" sibTransId="{89CFFB19-9FE6-4E0A-A9B7-D1A1AE2AEB99}"/>
    <dgm:cxn modelId="{B0EA0929-065A-4ABE-8B34-DDD97E3ACD0D}" srcId="{7F520899-F62A-41F0-8695-F768497BFD93}" destId="{FD817479-0C21-4FCB-857A-54B6C9FA88A3}" srcOrd="1" destOrd="0" parTransId="{B26194E0-AAAE-404D-AA6A-D57108727DEB}" sibTransId="{99955281-3FCB-42D4-9211-A4BD7827B8DB}"/>
    <dgm:cxn modelId="{71F88663-54EC-412B-AAA4-B04B6224D800}" type="presOf" srcId="{7F520899-F62A-41F0-8695-F768497BFD93}" destId="{FF0A44E5-B4E5-480C-AD83-2CF2ED8AA448}" srcOrd="0" destOrd="0" presId="urn:microsoft.com/office/officeart/2005/8/layout/vList2"/>
    <dgm:cxn modelId="{A86F6D47-8A40-4074-B403-72F1F16C6D2E}" srcId="{7F520899-F62A-41F0-8695-F768497BFD93}" destId="{C545BFFB-F29C-4FB1-8F27-E3A81563D26C}" srcOrd="3" destOrd="0" parTransId="{E5AEA359-2F12-418F-BABC-F2BDE0FD9383}" sibTransId="{12ABB69C-179E-4D39-8098-245AE1101F2E}"/>
    <dgm:cxn modelId="{C33E5549-86FC-42BD-AAAE-A1F1A213E5FA}" srcId="{7F520899-F62A-41F0-8695-F768497BFD93}" destId="{EECD3FAF-E140-43DA-B530-EB40F51E1241}" srcOrd="4" destOrd="0" parTransId="{7B11D344-0308-4826-9D77-5E5B98AA9368}" sibTransId="{5438D776-45A5-4EAC-9D9B-AE4C768930B6}"/>
    <dgm:cxn modelId="{0AC94A75-A13C-420D-A286-6B53EE57140A}" type="presOf" srcId="{A3349938-8002-439D-8EB8-8F73BC7BCF9E}" destId="{C7E1A646-315B-499D-B348-152139302DA3}" srcOrd="0" destOrd="0" presId="urn:microsoft.com/office/officeart/2005/8/layout/vList2"/>
    <dgm:cxn modelId="{02099C58-6A84-4F5D-9F43-6A219C037B43}" type="presOf" srcId="{FD817479-0C21-4FCB-857A-54B6C9FA88A3}" destId="{2FEFCF30-DA76-4D74-A871-3EDEDEF99055}" srcOrd="0" destOrd="0" presId="urn:microsoft.com/office/officeart/2005/8/layout/vList2"/>
    <dgm:cxn modelId="{1809F058-1055-47AF-B925-4CF2CB5F6E9A}" srcId="{7F520899-F62A-41F0-8695-F768497BFD93}" destId="{9460221A-BF94-473F-965F-B25CB2739FD4}" srcOrd="2" destOrd="0" parTransId="{6A4DBC8A-32E2-44DB-B8F1-5283E5A73E9E}" sibTransId="{CC693038-D4F5-4806-8094-7C4B24A05F19}"/>
    <dgm:cxn modelId="{6A1445BF-FFC9-428F-8908-32BF287C1A2E}" type="presOf" srcId="{9460221A-BF94-473F-965F-B25CB2739FD4}" destId="{42DCD702-AC96-4B08-80EF-9D133036D4F2}" srcOrd="0" destOrd="0" presId="urn:microsoft.com/office/officeart/2005/8/layout/vList2"/>
    <dgm:cxn modelId="{53E0C8D1-A369-4D5F-90B8-3A9E0A199303}" type="presOf" srcId="{EECD3FAF-E140-43DA-B530-EB40F51E1241}" destId="{EC064204-BA21-4C3B-9E61-16091557BD92}" srcOrd="0" destOrd="0" presId="urn:microsoft.com/office/officeart/2005/8/layout/vList2"/>
    <dgm:cxn modelId="{A39476D2-A1E0-42F4-A6DA-46F7CA89FC0E}" type="presOf" srcId="{1C17EDFE-9696-4720-BFD8-9A6B968FB2D5}" destId="{D6015668-3A65-4B66-A91E-9EECA0B1307B}" srcOrd="0" destOrd="0" presId="urn:microsoft.com/office/officeart/2005/8/layout/vList2"/>
    <dgm:cxn modelId="{22CF87EE-BD44-4931-AD04-F421912847BB}" srcId="{7F520899-F62A-41F0-8695-F768497BFD93}" destId="{1C17EDFE-9696-4720-BFD8-9A6B968FB2D5}" srcOrd="0" destOrd="0" parTransId="{0B1B686E-DE48-4A87-93E3-1EDFE97F5254}" sibTransId="{547C19B3-9C34-4852-8E63-6EB85AD30895}"/>
    <dgm:cxn modelId="{ED9C58FB-1CB3-43CB-92F8-4A38EBFC6A52}" type="presOf" srcId="{C545BFFB-F29C-4FB1-8F27-E3A81563D26C}" destId="{AFCF170B-492E-4EF1-A712-05C04EEBA7CE}" srcOrd="0" destOrd="0" presId="urn:microsoft.com/office/officeart/2005/8/layout/vList2"/>
    <dgm:cxn modelId="{8D44F1E1-B153-4084-A333-19485618009C}" type="presParOf" srcId="{FF0A44E5-B4E5-480C-AD83-2CF2ED8AA448}" destId="{D6015668-3A65-4B66-A91E-9EECA0B1307B}" srcOrd="0" destOrd="0" presId="urn:microsoft.com/office/officeart/2005/8/layout/vList2"/>
    <dgm:cxn modelId="{E7CC651C-3353-458B-8724-4A49995943F2}" type="presParOf" srcId="{FF0A44E5-B4E5-480C-AD83-2CF2ED8AA448}" destId="{FCEC0E35-0553-42E6-9427-5057EA363102}" srcOrd="1" destOrd="0" presId="urn:microsoft.com/office/officeart/2005/8/layout/vList2"/>
    <dgm:cxn modelId="{96CFAA72-5CDF-4CC9-869B-A084E38CC1F7}" type="presParOf" srcId="{FF0A44E5-B4E5-480C-AD83-2CF2ED8AA448}" destId="{2FEFCF30-DA76-4D74-A871-3EDEDEF99055}" srcOrd="2" destOrd="0" presId="urn:microsoft.com/office/officeart/2005/8/layout/vList2"/>
    <dgm:cxn modelId="{C10FB69C-FF03-4EA3-82E1-E5C8845207F4}" type="presParOf" srcId="{FF0A44E5-B4E5-480C-AD83-2CF2ED8AA448}" destId="{93B2CEDA-8688-4E64-9DEA-7FB3E0DA1BB9}" srcOrd="3" destOrd="0" presId="urn:microsoft.com/office/officeart/2005/8/layout/vList2"/>
    <dgm:cxn modelId="{CDB85F67-A36E-43F5-82C3-C471A5A7D69B}" type="presParOf" srcId="{FF0A44E5-B4E5-480C-AD83-2CF2ED8AA448}" destId="{42DCD702-AC96-4B08-80EF-9D133036D4F2}" srcOrd="4" destOrd="0" presId="urn:microsoft.com/office/officeart/2005/8/layout/vList2"/>
    <dgm:cxn modelId="{83A881A6-8A42-4362-BF3A-73A4137E1167}" type="presParOf" srcId="{FF0A44E5-B4E5-480C-AD83-2CF2ED8AA448}" destId="{5C73DE24-FB61-4364-B491-54E0737FC3F2}" srcOrd="5" destOrd="0" presId="urn:microsoft.com/office/officeart/2005/8/layout/vList2"/>
    <dgm:cxn modelId="{673B9CB6-16BC-4E2B-84F1-5B9A2AA94015}" type="presParOf" srcId="{FF0A44E5-B4E5-480C-AD83-2CF2ED8AA448}" destId="{AFCF170B-492E-4EF1-A712-05C04EEBA7CE}" srcOrd="6" destOrd="0" presId="urn:microsoft.com/office/officeart/2005/8/layout/vList2"/>
    <dgm:cxn modelId="{72899F24-24E3-4207-9ABE-73D076F99EF8}" type="presParOf" srcId="{FF0A44E5-B4E5-480C-AD83-2CF2ED8AA448}" destId="{FF986FA3-86F1-43FF-BEDB-6A479E16CC88}" srcOrd="7" destOrd="0" presId="urn:microsoft.com/office/officeart/2005/8/layout/vList2"/>
    <dgm:cxn modelId="{3511F747-11EB-4954-AA0F-F296F926FA5A}" type="presParOf" srcId="{FF0A44E5-B4E5-480C-AD83-2CF2ED8AA448}" destId="{EC064204-BA21-4C3B-9E61-16091557BD92}" srcOrd="8" destOrd="0" presId="urn:microsoft.com/office/officeart/2005/8/layout/vList2"/>
    <dgm:cxn modelId="{764C46B2-732A-47CC-91D3-B38C781F26B3}" type="presParOf" srcId="{FF0A44E5-B4E5-480C-AD83-2CF2ED8AA448}" destId="{8E3E66CB-041B-4E7F-82E8-DD7B87FB76FF}" srcOrd="9" destOrd="0" presId="urn:microsoft.com/office/officeart/2005/8/layout/vList2"/>
    <dgm:cxn modelId="{F204406A-12AC-420E-9CC4-D11BA1ADB055}" type="presParOf" srcId="{FF0A44E5-B4E5-480C-AD83-2CF2ED8AA448}" destId="{C7E1A646-315B-499D-B348-152139302DA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298B9AF-3F85-4A9B-8A38-15F86055B51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D36989-3F0F-44A0-B5DA-67D6B80994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Equipos de desarrollo (estudiantes)</a:t>
          </a:r>
        </a:p>
      </dgm:t>
    </dgm:pt>
    <dgm:pt modelId="{F1526EA4-8A33-43D3-878C-BB8EA549AAC0}" type="parTrans" cxnId="{006941F5-BC68-4DDE-BD99-909A229D4489}">
      <dgm:prSet/>
      <dgm:spPr/>
      <dgm:t>
        <a:bodyPr/>
        <a:lstStyle/>
        <a:p>
          <a:endParaRPr lang="en-US"/>
        </a:p>
      </dgm:t>
    </dgm:pt>
    <dgm:pt modelId="{5033B950-4F5D-42C6-8699-3714F7E0FA69}" type="sibTrans" cxnId="{006941F5-BC68-4DDE-BD99-909A229D448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8EB69C7-C088-4A01-84A0-08D77F143F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Roles técnicos (rotativos)</a:t>
          </a:r>
        </a:p>
      </dgm:t>
    </dgm:pt>
    <dgm:pt modelId="{6281292C-6E86-4124-ADC9-690E868A7AE2}" type="parTrans" cxnId="{CA4274FD-7844-4FAC-BBEF-2D72930A2C89}">
      <dgm:prSet/>
      <dgm:spPr/>
      <dgm:t>
        <a:bodyPr/>
        <a:lstStyle/>
        <a:p>
          <a:endParaRPr lang="en-US"/>
        </a:p>
      </dgm:t>
    </dgm:pt>
    <dgm:pt modelId="{9EC6858F-3547-4316-BD65-47DA3FB7C5EF}" type="sibTrans" cxnId="{CA4274FD-7844-4FAC-BBEF-2D72930A2C8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7E504F-199A-4DB1-ABC9-85A480ADD5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Cliente / usuario (contexto del problema)</a:t>
          </a:r>
        </a:p>
      </dgm:t>
    </dgm:pt>
    <dgm:pt modelId="{5ADFD5A5-2D3F-4564-9F6B-62B35D4D6750}" type="parTrans" cxnId="{BA97A21C-3FA2-4D73-977C-65C28A90C4E7}">
      <dgm:prSet/>
      <dgm:spPr/>
      <dgm:t>
        <a:bodyPr/>
        <a:lstStyle/>
        <a:p>
          <a:endParaRPr lang="en-US"/>
        </a:p>
      </dgm:t>
    </dgm:pt>
    <dgm:pt modelId="{7ED04B4D-B470-4975-80AE-2F1573607447}" type="sibTrans" cxnId="{BA97A21C-3FA2-4D73-977C-65C28A90C4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AACB72-250A-4AC3-9011-285733466F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Comité de Desarrollo y Arquitectura</a:t>
          </a:r>
          <a:endParaRPr lang="en-US"/>
        </a:p>
      </dgm:t>
    </dgm:pt>
    <dgm:pt modelId="{92B1838E-068C-4C91-AA03-B6E5D605778F}" type="parTrans" cxnId="{1B1BFE92-F3C7-4CF1-ABE5-04655D35C5C1}">
      <dgm:prSet/>
      <dgm:spPr/>
      <dgm:t>
        <a:bodyPr/>
        <a:lstStyle/>
        <a:p>
          <a:endParaRPr lang="en-US"/>
        </a:p>
      </dgm:t>
    </dgm:pt>
    <dgm:pt modelId="{80B2261F-8494-46F8-B74B-E1D5C51881D2}" type="sibTrans" cxnId="{1B1BFE92-F3C7-4CF1-ABE5-04655D35C5C1}">
      <dgm:prSet/>
      <dgm:spPr/>
      <dgm:t>
        <a:bodyPr/>
        <a:lstStyle/>
        <a:p>
          <a:endParaRPr lang="en-US"/>
        </a:p>
      </dgm:t>
    </dgm:pt>
    <dgm:pt modelId="{70580440-93B2-4932-83DC-924802FBD095}" type="pres">
      <dgm:prSet presAssocID="{D298B9AF-3F85-4A9B-8A38-15F86055B51F}" presName="root" presStyleCnt="0">
        <dgm:presLayoutVars>
          <dgm:dir/>
          <dgm:resizeHandles val="exact"/>
        </dgm:presLayoutVars>
      </dgm:prSet>
      <dgm:spPr/>
    </dgm:pt>
    <dgm:pt modelId="{6C47CBA6-C521-4114-9082-D81774D707D3}" type="pres">
      <dgm:prSet presAssocID="{D298B9AF-3F85-4A9B-8A38-15F86055B51F}" presName="container" presStyleCnt="0">
        <dgm:presLayoutVars>
          <dgm:dir/>
          <dgm:resizeHandles val="exact"/>
        </dgm:presLayoutVars>
      </dgm:prSet>
      <dgm:spPr/>
    </dgm:pt>
    <dgm:pt modelId="{0E5BC5DE-4500-439A-A32F-25C615A69B4F}" type="pres">
      <dgm:prSet presAssocID="{3AD36989-3F0F-44A0-B5DA-67D6B80994D6}" presName="compNode" presStyleCnt="0"/>
      <dgm:spPr/>
    </dgm:pt>
    <dgm:pt modelId="{8C9C54D7-78A7-4C3C-9574-80054E5FA607}" type="pres">
      <dgm:prSet presAssocID="{3AD36989-3F0F-44A0-B5DA-67D6B80994D6}" presName="iconBgRect" presStyleLbl="bgShp" presStyleIdx="0" presStyleCnt="4"/>
      <dgm:spPr/>
    </dgm:pt>
    <dgm:pt modelId="{7359BF84-3E90-49D6-A504-35866AF590F0}" type="pres">
      <dgm:prSet presAssocID="{3AD36989-3F0F-44A0-B5DA-67D6B80994D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8CF4328-9D0D-4C28-8DF6-B45E32BA6479}" type="pres">
      <dgm:prSet presAssocID="{3AD36989-3F0F-44A0-B5DA-67D6B80994D6}" presName="spaceRect" presStyleCnt="0"/>
      <dgm:spPr/>
    </dgm:pt>
    <dgm:pt modelId="{663406B5-8780-4195-98A3-26BACA831A70}" type="pres">
      <dgm:prSet presAssocID="{3AD36989-3F0F-44A0-B5DA-67D6B80994D6}" presName="textRect" presStyleLbl="revTx" presStyleIdx="0" presStyleCnt="4">
        <dgm:presLayoutVars>
          <dgm:chMax val="1"/>
          <dgm:chPref val="1"/>
        </dgm:presLayoutVars>
      </dgm:prSet>
      <dgm:spPr/>
    </dgm:pt>
    <dgm:pt modelId="{345EF28C-844F-4984-BBA5-E30A252C21D3}" type="pres">
      <dgm:prSet presAssocID="{5033B950-4F5D-42C6-8699-3714F7E0FA69}" presName="sibTrans" presStyleLbl="sibTrans2D1" presStyleIdx="0" presStyleCnt="0"/>
      <dgm:spPr/>
    </dgm:pt>
    <dgm:pt modelId="{E0416826-7CB4-4BB9-8741-83C5A3A33E50}" type="pres">
      <dgm:prSet presAssocID="{A8EB69C7-C088-4A01-84A0-08D77F143FD3}" presName="compNode" presStyleCnt="0"/>
      <dgm:spPr/>
    </dgm:pt>
    <dgm:pt modelId="{A2356A35-4B7B-4183-B085-658E313DFCFD}" type="pres">
      <dgm:prSet presAssocID="{A8EB69C7-C088-4A01-84A0-08D77F143FD3}" presName="iconBgRect" presStyleLbl="bgShp" presStyleIdx="1" presStyleCnt="4"/>
      <dgm:spPr/>
    </dgm:pt>
    <dgm:pt modelId="{6D4B1ECB-7480-4594-A864-1A6C0E0D1A4E}" type="pres">
      <dgm:prSet presAssocID="{A8EB69C7-C088-4A01-84A0-08D77F143F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61D2B2B7-9C64-400A-A185-424D01F16FCF}" type="pres">
      <dgm:prSet presAssocID="{A8EB69C7-C088-4A01-84A0-08D77F143FD3}" presName="spaceRect" presStyleCnt="0"/>
      <dgm:spPr/>
    </dgm:pt>
    <dgm:pt modelId="{751BAF1E-4530-4F99-BF70-E8CF81A777D4}" type="pres">
      <dgm:prSet presAssocID="{A8EB69C7-C088-4A01-84A0-08D77F143FD3}" presName="textRect" presStyleLbl="revTx" presStyleIdx="1" presStyleCnt="4">
        <dgm:presLayoutVars>
          <dgm:chMax val="1"/>
          <dgm:chPref val="1"/>
        </dgm:presLayoutVars>
      </dgm:prSet>
      <dgm:spPr/>
    </dgm:pt>
    <dgm:pt modelId="{3B96C064-BA6C-4379-941D-CEC84EC8728A}" type="pres">
      <dgm:prSet presAssocID="{9EC6858F-3547-4316-BD65-47DA3FB7C5EF}" presName="sibTrans" presStyleLbl="sibTrans2D1" presStyleIdx="0" presStyleCnt="0"/>
      <dgm:spPr/>
    </dgm:pt>
    <dgm:pt modelId="{7B45E149-E802-4865-85A7-26070A1136CD}" type="pres">
      <dgm:prSet presAssocID="{257E504F-199A-4DB1-ABC9-85A480ADD566}" presName="compNode" presStyleCnt="0"/>
      <dgm:spPr/>
    </dgm:pt>
    <dgm:pt modelId="{D099B3CA-B82D-43BF-914B-1B1EFAD20AEC}" type="pres">
      <dgm:prSet presAssocID="{257E504F-199A-4DB1-ABC9-85A480ADD566}" presName="iconBgRect" presStyleLbl="bgShp" presStyleIdx="2" presStyleCnt="4"/>
      <dgm:spPr/>
    </dgm:pt>
    <dgm:pt modelId="{05721760-AA42-425C-B0B1-0DBC8FE8470C}" type="pres">
      <dgm:prSet presAssocID="{257E504F-199A-4DB1-ABC9-85A480ADD56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F807881-55F5-4E6B-BEAE-2F0D9E1CA41C}" type="pres">
      <dgm:prSet presAssocID="{257E504F-199A-4DB1-ABC9-85A480ADD566}" presName="spaceRect" presStyleCnt="0"/>
      <dgm:spPr/>
    </dgm:pt>
    <dgm:pt modelId="{CA13AA78-2690-4181-BAA0-60D283916AB6}" type="pres">
      <dgm:prSet presAssocID="{257E504F-199A-4DB1-ABC9-85A480ADD566}" presName="textRect" presStyleLbl="revTx" presStyleIdx="2" presStyleCnt="4">
        <dgm:presLayoutVars>
          <dgm:chMax val="1"/>
          <dgm:chPref val="1"/>
        </dgm:presLayoutVars>
      </dgm:prSet>
      <dgm:spPr/>
    </dgm:pt>
    <dgm:pt modelId="{DAFF880E-9F66-4CDB-9E88-D3D572521B48}" type="pres">
      <dgm:prSet presAssocID="{7ED04B4D-B470-4975-80AE-2F1573607447}" presName="sibTrans" presStyleLbl="sibTrans2D1" presStyleIdx="0" presStyleCnt="0"/>
      <dgm:spPr/>
    </dgm:pt>
    <dgm:pt modelId="{332644A6-0969-4AAE-ABB6-C864CEE54CC3}" type="pres">
      <dgm:prSet presAssocID="{EAAACB72-250A-4AC3-9011-285733466FDD}" presName="compNode" presStyleCnt="0"/>
      <dgm:spPr/>
    </dgm:pt>
    <dgm:pt modelId="{4D27AD24-CBF8-4779-87FB-DE8DFB7D4E72}" type="pres">
      <dgm:prSet presAssocID="{EAAACB72-250A-4AC3-9011-285733466FDD}" presName="iconBgRect" presStyleLbl="bgShp" presStyleIdx="3" presStyleCnt="4"/>
      <dgm:spPr/>
    </dgm:pt>
    <dgm:pt modelId="{853B3287-E583-4F6A-9977-EF94BDDF335A}" type="pres">
      <dgm:prSet presAssocID="{EAAACB72-250A-4AC3-9011-285733466FD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292F6C64-77EE-40E7-B310-848D5CD1A34E}" type="pres">
      <dgm:prSet presAssocID="{EAAACB72-250A-4AC3-9011-285733466FDD}" presName="spaceRect" presStyleCnt="0"/>
      <dgm:spPr/>
    </dgm:pt>
    <dgm:pt modelId="{65AB14FF-3788-4373-8012-2408F1CA43F3}" type="pres">
      <dgm:prSet presAssocID="{EAAACB72-250A-4AC3-9011-285733466FD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6BFA71A-A624-4C2E-89FB-AD1CB4EBDE5E}" type="presOf" srcId="{9EC6858F-3547-4316-BD65-47DA3FB7C5EF}" destId="{3B96C064-BA6C-4379-941D-CEC84EC8728A}" srcOrd="0" destOrd="0" presId="urn:microsoft.com/office/officeart/2018/2/layout/IconCircleList"/>
    <dgm:cxn modelId="{BA97A21C-3FA2-4D73-977C-65C28A90C4E7}" srcId="{D298B9AF-3F85-4A9B-8A38-15F86055B51F}" destId="{257E504F-199A-4DB1-ABC9-85A480ADD566}" srcOrd="2" destOrd="0" parTransId="{5ADFD5A5-2D3F-4564-9F6B-62B35D4D6750}" sibTransId="{7ED04B4D-B470-4975-80AE-2F1573607447}"/>
    <dgm:cxn modelId="{F8DE1679-95F4-47DA-BC0C-FCB70EB10DA9}" type="presOf" srcId="{A8EB69C7-C088-4A01-84A0-08D77F143FD3}" destId="{751BAF1E-4530-4F99-BF70-E8CF81A777D4}" srcOrd="0" destOrd="0" presId="urn:microsoft.com/office/officeart/2018/2/layout/IconCircleList"/>
    <dgm:cxn modelId="{1B1BFE92-F3C7-4CF1-ABE5-04655D35C5C1}" srcId="{D298B9AF-3F85-4A9B-8A38-15F86055B51F}" destId="{EAAACB72-250A-4AC3-9011-285733466FDD}" srcOrd="3" destOrd="0" parTransId="{92B1838E-068C-4C91-AA03-B6E5D605778F}" sibTransId="{80B2261F-8494-46F8-B74B-E1D5C51881D2}"/>
    <dgm:cxn modelId="{05502D9D-B768-4D8F-9C90-1FB0815320B0}" type="presOf" srcId="{D298B9AF-3F85-4A9B-8A38-15F86055B51F}" destId="{70580440-93B2-4932-83DC-924802FBD095}" srcOrd="0" destOrd="0" presId="urn:microsoft.com/office/officeart/2018/2/layout/IconCircleList"/>
    <dgm:cxn modelId="{4A49A9AC-4040-4DE5-8B50-47BBD7415368}" type="presOf" srcId="{EAAACB72-250A-4AC3-9011-285733466FDD}" destId="{65AB14FF-3788-4373-8012-2408F1CA43F3}" srcOrd="0" destOrd="0" presId="urn:microsoft.com/office/officeart/2018/2/layout/IconCircleList"/>
    <dgm:cxn modelId="{3B98DCB0-F3A1-4936-B7AD-408DA0BBF8AA}" type="presOf" srcId="{3AD36989-3F0F-44A0-B5DA-67D6B80994D6}" destId="{663406B5-8780-4195-98A3-26BACA831A70}" srcOrd="0" destOrd="0" presId="urn:microsoft.com/office/officeart/2018/2/layout/IconCircleList"/>
    <dgm:cxn modelId="{E0C269CF-47F9-40BD-B267-7A9BF0B2B64A}" type="presOf" srcId="{257E504F-199A-4DB1-ABC9-85A480ADD566}" destId="{CA13AA78-2690-4181-BAA0-60D283916AB6}" srcOrd="0" destOrd="0" presId="urn:microsoft.com/office/officeart/2018/2/layout/IconCircleList"/>
    <dgm:cxn modelId="{AC1604E3-D70E-43BE-AB64-8315B6BE5D4E}" type="presOf" srcId="{7ED04B4D-B470-4975-80AE-2F1573607447}" destId="{DAFF880E-9F66-4CDB-9E88-D3D572521B48}" srcOrd="0" destOrd="0" presId="urn:microsoft.com/office/officeart/2018/2/layout/IconCircleList"/>
    <dgm:cxn modelId="{8170D0E9-8372-4D49-86DC-93F223C2CF66}" type="presOf" srcId="{5033B950-4F5D-42C6-8699-3714F7E0FA69}" destId="{345EF28C-844F-4984-BBA5-E30A252C21D3}" srcOrd="0" destOrd="0" presId="urn:microsoft.com/office/officeart/2018/2/layout/IconCircleList"/>
    <dgm:cxn modelId="{006941F5-BC68-4DDE-BD99-909A229D4489}" srcId="{D298B9AF-3F85-4A9B-8A38-15F86055B51F}" destId="{3AD36989-3F0F-44A0-B5DA-67D6B80994D6}" srcOrd="0" destOrd="0" parTransId="{F1526EA4-8A33-43D3-878C-BB8EA549AAC0}" sibTransId="{5033B950-4F5D-42C6-8699-3714F7E0FA69}"/>
    <dgm:cxn modelId="{CA4274FD-7844-4FAC-BBEF-2D72930A2C89}" srcId="{D298B9AF-3F85-4A9B-8A38-15F86055B51F}" destId="{A8EB69C7-C088-4A01-84A0-08D77F143FD3}" srcOrd="1" destOrd="0" parTransId="{6281292C-6E86-4124-ADC9-690E868A7AE2}" sibTransId="{9EC6858F-3547-4316-BD65-47DA3FB7C5EF}"/>
    <dgm:cxn modelId="{E4B05D31-0C19-41A6-894F-0500AE4B45B1}" type="presParOf" srcId="{70580440-93B2-4932-83DC-924802FBD095}" destId="{6C47CBA6-C521-4114-9082-D81774D707D3}" srcOrd="0" destOrd="0" presId="urn:microsoft.com/office/officeart/2018/2/layout/IconCircleList"/>
    <dgm:cxn modelId="{F678D7C6-A73E-4C08-AD67-4B31B703952A}" type="presParOf" srcId="{6C47CBA6-C521-4114-9082-D81774D707D3}" destId="{0E5BC5DE-4500-439A-A32F-25C615A69B4F}" srcOrd="0" destOrd="0" presId="urn:microsoft.com/office/officeart/2018/2/layout/IconCircleList"/>
    <dgm:cxn modelId="{64AC7510-E24B-4DBD-BD37-3BAA15252974}" type="presParOf" srcId="{0E5BC5DE-4500-439A-A32F-25C615A69B4F}" destId="{8C9C54D7-78A7-4C3C-9574-80054E5FA607}" srcOrd="0" destOrd="0" presId="urn:microsoft.com/office/officeart/2018/2/layout/IconCircleList"/>
    <dgm:cxn modelId="{CF8CF728-8CB6-40AA-B1CF-CD695927ADCC}" type="presParOf" srcId="{0E5BC5DE-4500-439A-A32F-25C615A69B4F}" destId="{7359BF84-3E90-49D6-A504-35866AF590F0}" srcOrd="1" destOrd="0" presId="urn:microsoft.com/office/officeart/2018/2/layout/IconCircleList"/>
    <dgm:cxn modelId="{A07AC6A8-DAC2-49E4-B9E5-43996A273B32}" type="presParOf" srcId="{0E5BC5DE-4500-439A-A32F-25C615A69B4F}" destId="{88CF4328-9D0D-4C28-8DF6-B45E32BA6479}" srcOrd="2" destOrd="0" presId="urn:microsoft.com/office/officeart/2018/2/layout/IconCircleList"/>
    <dgm:cxn modelId="{983A20FE-AB0C-4990-A260-CC218A9D539D}" type="presParOf" srcId="{0E5BC5DE-4500-439A-A32F-25C615A69B4F}" destId="{663406B5-8780-4195-98A3-26BACA831A70}" srcOrd="3" destOrd="0" presId="urn:microsoft.com/office/officeart/2018/2/layout/IconCircleList"/>
    <dgm:cxn modelId="{73E11630-2B35-4F2F-BC37-412D9A9A06D9}" type="presParOf" srcId="{6C47CBA6-C521-4114-9082-D81774D707D3}" destId="{345EF28C-844F-4984-BBA5-E30A252C21D3}" srcOrd="1" destOrd="0" presId="urn:microsoft.com/office/officeart/2018/2/layout/IconCircleList"/>
    <dgm:cxn modelId="{FECE9CF1-691F-4E40-A9EA-0A3C0B630ABB}" type="presParOf" srcId="{6C47CBA6-C521-4114-9082-D81774D707D3}" destId="{E0416826-7CB4-4BB9-8741-83C5A3A33E50}" srcOrd="2" destOrd="0" presId="urn:microsoft.com/office/officeart/2018/2/layout/IconCircleList"/>
    <dgm:cxn modelId="{886591E4-4626-4137-A259-7F0598DF6CFA}" type="presParOf" srcId="{E0416826-7CB4-4BB9-8741-83C5A3A33E50}" destId="{A2356A35-4B7B-4183-B085-658E313DFCFD}" srcOrd="0" destOrd="0" presId="urn:microsoft.com/office/officeart/2018/2/layout/IconCircleList"/>
    <dgm:cxn modelId="{6356EBE4-853A-45E0-A69F-6DFB24EF75B0}" type="presParOf" srcId="{E0416826-7CB4-4BB9-8741-83C5A3A33E50}" destId="{6D4B1ECB-7480-4594-A864-1A6C0E0D1A4E}" srcOrd="1" destOrd="0" presId="urn:microsoft.com/office/officeart/2018/2/layout/IconCircleList"/>
    <dgm:cxn modelId="{EA8848DB-181B-494D-B73B-CBC3E98922BF}" type="presParOf" srcId="{E0416826-7CB4-4BB9-8741-83C5A3A33E50}" destId="{61D2B2B7-9C64-400A-A185-424D01F16FCF}" srcOrd="2" destOrd="0" presId="urn:microsoft.com/office/officeart/2018/2/layout/IconCircleList"/>
    <dgm:cxn modelId="{092A4596-60D1-4DB1-933F-3E48A90DA328}" type="presParOf" srcId="{E0416826-7CB4-4BB9-8741-83C5A3A33E50}" destId="{751BAF1E-4530-4F99-BF70-E8CF81A777D4}" srcOrd="3" destOrd="0" presId="urn:microsoft.com/office/officeart/2018/2/layout/IconCircleList"/>
    <dgm:cxn modelId="{78CE9BEC-AFF0-4A3C-A390-4C61C0BF0F69}" type="presParOf" srcId="{6C47CBA6-C521-4114-9082-D81774D707D3}" destId="{3B96C064-BA6C-4379-941D-CEC84EC8728A}" srcOrd="3" destOrd="0" presId="urn:microsoft.com/office/officeart/2018/2/layout/IconCircleList"/>
    <dgm:cxn modelId="{058E09F2-AD57-4ABD-AE95-6986A944B9E8}" type="presParOf" srcId="{6C47CBA6-C521-4114-9082-D81774D707D3}" destId="{7B45E149-E802-4865-85A7-26070A1136CD}" srcOrd="4" destOrd="0" presId="urn:microsoft.com/office/officeart/2018/2/layout/IconCircleList"/>
    <dgm:cxn modelId="{769CA693-A827-497A-BDDB-22638FBC9D82}" type="presParOf" srcId="{7B45E149-E802-4865-85A7-26070A1136CD}" destId="{D099B3CA-B82D-43BF-914B-1B1EFAD20AEC}" srcOrd="0" destOrd="0" presId="urn:microsoft.com/office/officeart/2018/2/layout/IconCircleList"/>
    <dgm:cxn modelId="{4F0C7265-98B8-4975-8D82-C5FFCA256C6E}" type="presParOf" srcId="{7B45E149-E802-4865-85A7-26070A1136CD}" destId="{05721760-AA42-425C-B0B1-0DBC8FE8470C}" srcOrd="1" destOrd="0" presId="urn:microsoft.com/office/officeart/2018/2/layout/IconCircleList"/>
    <dgm:cxn modelId="{5BFEC3A2-10C7-4D68-8466-E1BA2E7ED572}" type="presParOf" srcId="{7B45E149-E802-4865-85A7-26070A1136CD}" destId="{EF807881-55F5-4E6B-BEAE-2F0D9E1CA41C}" srcOrd="2" destOrd="0" presId="urn:microsoft.com/office/officeart/2018/2/layout/IconCircleList"/>
    <dgm:cxn modelId="{81AFB04A-84DD-43FC-9437-035657505BAB}" type="presParOf" srcId="{7B45E149-E802-4865-85A7-26070A1136CD}" destId="{CA13AA78-2690-4181-BAA0-60D283916AB6}" srcOrd="3" destOrd="0" presId="urn:microsoft.com/office/officeart/2018/2/layout/IconCircleList"/>
    <dgm:cxn modelId="{DCA3ABBC-DCBF-484A-BBC6-C922CB94FC52}" type="presParOf" srcId="{6C47CBA6-C521-4114-9082-D81774D707D3}" destId="{DAFF880E-9F66-4CDB-9E88-D3D572521B48}" srcOrd="5" destOrd="0" presId="urn:microsoft.com/office/officeart/2018/2/layout/IconCircleList"/>
    <dgm:cxn modelId="{44471757-F09D-4FBE-B10B-5FFA904072FE}" type="presParOf" srcId="{6C47CBA6-C521-4114-9082-D81774D707D3}" destId="{332644A6-0969-4AAE-ABB6-C864CEE54CC3}" srcOrd="6" destOrd="0" presId="urn:microsoft.com/office/officeart/2018/2/layout/IconCircleList"/>
    <dgm:cxn modelId="{96D01FDD-4351-4C22-9659-CFD9B0B41F76}" type="presParOf" srcId="{332644A6-0969-4AAE-ABB6-C864CEE54CC3}" destId="{4D27AD24-CBF8-4779-87FB-DE8DFB7D4E72}" srcOrd="0" destOrd="0" presId="urn:microsoft.com/office/officeart/2018/2/layout/IconCircleList"/>
    <dgm:cxn modelId="{20CDB088-0345-4D82-90D4-68547E953E82}" type="presParOf" srcId="{332644A6-0969-4AAE-ABB6-C864CEE54CC3}" destId="{853B3287-E583-4F6A-9977-EF94BDDF335A}" srcOrd="1" destOrd="0" presId="urn:microsoft.com/office/officeart/2018/2/layout/IconCircleList"/>
    <dgm:cxn modelId="{64C3592E-A7DD-42F5-B190-C7E4DB561EEE}" type="presParOf" srcId="{332644A6-0969-4AAE-ABB6-C864CEE54CC3}" destId="{292F6C64-77EE-40E7-B310-848D5CD1A34E}" srcOrd="2" destOrd="0" presId="urn:microsoft.com/office/officeart/2018/2/layout/IconCircleList"/>
    <dgm:cxn modelId="{06C62C37-9058-43D4-991B-1474543B517F}" type="presParOf" srcId="{332644A6-0969-4AAE-ABB6-C864CEE54CC3}" destId="{65AB14FF-3788-4373-8012-2408F1CA43F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9667C30-4998-46AB-956D-3D1C2C4EB32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598535A-FBC7-4297-8B32-42CD263FA1C6}">
      <dgm:prSet/>
      <dgm:spPr/>
      <dgm:t>
        <a:bodyPr/>
        <a:lstStyle/>
        <a:p>
          <a:r>
            <a:rPr lang="en-US"/>
            <a:t>Responsabilidades:</a:t>
          </a:r>
        </a:p>
      </dgm:t>
    </dgm:pt>
    <dgm:pt modelId="{7A2FBE14-B772-4040-8A21-33ABF7734E50}" type="parTrans" cxnId="{BD65E305-4484-4E95-98E8-38FEE3D247E0}">
      <dgm:prSet/>
      <dgm:spPr/>
      <dgm:t>
        <a:bodyPr/>
        <a:lstStyle/>
        <a:p>
          <a:endParaRPr lang="en-US"/>
        </a:p>
      </dgm:t>
    </dgm:pt>
    <dgm:pt modelId="{7CB4FD5B-E1CC-4F9A-856A-E929EC817118}" type="sibTrans" cxnId="{BD65E305-4484-4E95-98E8-38FEE3D247E0}">
      <dgm:prSet/>
      <dgm:spPr/>
      <dgm:t>
        <a:bodyPr/>
        <a:lstStyle/>
        <a:p>
          <a:endParaRPr lang="en-US"/>
        </a:p>
      </dgm:t>
    </dgm:pt>
    <dgm:pt modelId="{C5B154F2-CD37-423F-B08C-FCBE5D8E0DC0}">
      <dgm:prSet/>
      <dgm:spPr/>
      <dgm:t>
        <a:bodyPr/>
        <a:lstStyle/>
        <a:p>
          <a:r>
            <a:rPr lang="en-US"/>
            <a:t>Orientar técnicamente</a:t>
          </a:r>
        </a:p>
      </dgm:t>
    </dgm:pt>
    <dgm:pt modelId="{1AE78423-5714-43C3-A857-92AD6CB7A96A}" type="parTrans" cxnId="{1CBCAB12-9EF3-4F89-8413-73667D56C847}">
      <dgm:prSet/>
      <dgm:spPr/>
      <dgm:t>
        <a:bodyPr/>
        <a:lstStyle/>
        <a:p>
          <a:endParaRPr lang="en-US"/>
        </a:p>
      </dgm:t>
    </dgm:pt>
    <dgm:pt modelId="{F6D9FE4A-76FC-4078-8707-D413CDE659FA}" type="sibTrans" cxnId="{1CBCAB12-9EF3-4F89-8413-73667D56C847}">
      <dgm:prSet/>
      <dgm:spPr/>
      <dgm:t>
        <a:bodyPr/>
        <a:lstStyle/>
        <a:p>
          <a:endParaRPr lang="en-US"/>
        </a:p>
      </dgm:t>
    </dgm:pt>
    <dgm:pt modelId="{AAD42C07-3355-41C7-B8CB-CACD98A0FCD7}">
      <dgm:prSet/>
      <dgm:spPr/>
      <dgm:t>
        <a:bodyPr/>
        <a:lstStyle/>
        <a:p>
          <a:r>
            <a:rPr lang="en-US"/>
            <a:t>Evaluar decisiones</a:t>
          </a:r>
        </a:p>
      </dgm:t>
    </dgm:pt>
    <dgm:pt modelId="{1AEE40A5-1B2E-4C5C-8AF8-5B45D2B9380E}" type="parTrans" cxnId="{DE4F9D8C-947C-43D8-8EB8-E09D348184DD}">
      <dgm:prSet/>
      <dgm:spPr/>
      <dgm:t>
        <a:bodyPr/>
        <a:lstStyle/>
        <a:p>
          <a:endParaRPr lang="en-US"/>
        </a:p>
      </dgm:t>
    </dgm:pt>
    <dgm:pt modelId="{207D1687-D645-4268-9A61-315923A570C2}" type="sibTrans" cxnId="{DE4F9D8C-947C-43D8-8EB8-E09D348184DD}">
      <dgm:prSet/>
      <dgm:spPr/>
      <dgm:t>
        <a:bodyPr/>
        <a:lstStyle/>
        <a:p>
          <a:endParaRPr lang="en-US"/>
        </a:p>
      </dgm:t>
    </dgm:pt>
    <dgm:pt modelId="{837452AE-CDD6-42D0-AB0D-7C5840E1DF00}">
      <dgm:prSet/>
      <dgm:spPr/>
      <dgm:t>
        <a:bodyPr/>
        <a:lstStyle/>
        <a:p>
          <a:r>
            <a:rPr lang="en-US"/>
            <a:t>Exigir justificaciones</a:t>
          </a:r>
        </a:p>
      </dgm:t>
    </dgm:pt>
    <dgm:pt modelId="{96447EB8-FC0D-4F1A-AD17-9F89C3212F32}" type="parTrans" cxnId="{97A60E1A-D6AE-488F-8D66-3EAAF623ADA5}">
      <dgm:prSet/>
      <dgm:spPr/>
      <dgm:t>
        <a:bodyPr/>
        <a:lstStyle/>
        <a:p>
          <a:endParaRPr lang="en-US"/>
        </a:p>
      </dgm:t>
    </dgm:pt>
    <dgm:pt modelId="{714E0D29-8235-40F2-89D9-D3CCFACB4284}" type="sibTrans" cxnId="{97A60E1A-D6AE-488F-8D66-3EAAF623ADA5}">
      <dgm:prSet/>
      <dgm:spPr/>
      <dgm:t>
        <a:bodyPr/>
        <a:lstStyle/>
        <a:p>
          <a:endParaRPr lang="en-US"/>
        </a:p>
      </dgm:t>
    </dgm:pt>
    <dgm:pt modelId="{1542504D-D3D7-4AEE-8D9A-CDD17F8B2416}">
      <dgm:prSet/>
      <dgm:spPr/>
      <dgm:t>
        <a:bodyPr/>
        <a:lstStyle/>
        <a:p>
          <a:r>
            <a:rPr lang="en-US"/>
            <a:t>Acompañar el aprendizaje</a:t>
          </a:r>
        </a:p>
      </dgm:t>
    </dgm:pt>
    <dgm:pt modelId="{2D8FFCAC-2294-4A9C-8533-1A6653FF94EA}" type="parTrans" cxnId="{81969066-B4F4-4AAF-809D-5092292F18F2}">
      <dgm:prSet/>
      <dgm:spPr/>
      <dgm:t>
        <a:bodyPr/>
        <a:lstStyle/>
        <a:p>
          <a:endParaRPr lang="en-US"/>
        </a:p>
      </dgm:t>
    </dgm:pt>
    <dgm:pt modelId="{0BAF2748-A15F-44D1-9EFE-A3CA303E5DD2}" type="sibTrans" cxnId="{81969066-B4F4-4AAF-809D-5092292F18F2}">
      <dgm:prSet/>
      <dgm:spPr/>
      <dgm:t>
        <a:bodyPr/>
        <a:lstStyle/>
        <a:p>
          <a:endParaRPr lang="en-US"/>
        </a:p>
      </dgm:t>
    </dgm:pt>
    <dgm:pt modelId="{007BD90E-56A6-41D5-9EF3-661B24197792}" type="pres">
      <dgm:prSet presAssocID="{39667C30-4998-46AB-956D-3D1C2C4EB32C}" presName="linear" presStyleCnt="0">
        <dgm:presLayoutVars>
          <dgm:animLvl val="lvl"/>
          <dgm:resizeHandles val="exact"/>
        </dgm:presLayoutVars>
      </dgm:prSet>
      <dgm:spPr/>
    </dgm:pt>
    <dgm:pt modelId="{7852896E-818C-45E8-93F8-F152D1E95C85}" type="pres">
      <dgm:prSet presAssocID="{6598535A-FBC7-4297-8B32-42CD263FA1C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A9C3BAB-3BEE-4B67-B766-20BF533A5BF1}" type="pres">
      <dgm:prSet presAssocID="{7CB4FD5B-E1CC-4F9A-856A-E929EC817118}" presName="spacer" presStyleCnt="0"/>
      <dgm:spPr/>
    </dgm:pt>
    <dgm:pt modelId="{F21366B0-21D3-4686-B3F8-BBE53BF9CF07}" type="pres">
      <dgm:prSet presAssocID="{C5B154F2-CD37-423F-B08C-FCBE5D8E0DC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E6CC5D5-5BBB-4596-85AA-FDFA3E83A206}" type="pres">
      <dgm:prSet presAssocID="{F6D9FE4A-76FC-4078-8707-D413CDE659FA}" presName="spacer" presStyleCnt="0"/>
      <dgm:spPr/>
    </dgm:pt>
    <dgm:pt modelId="{D933331A-0208-4028-9F66-6CE8E7DEE1BD}" type="pres">
      <dgm:prSet presAssocID="{AAD42C07-3355-41C7-B8CB-CACD98A0FCD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C38ACD7-AB49-4D7D-BC90-797703909DBB}" type="pres">
      <dgm:prSet presAssocID="{207D1687-D645-4268-9A61-315923A570C2}" presName="spacer" presStyleCnt="0"/>
      <dgm:spPr/>
    </dgm:pt>
    <dgm:pt modelId="{A712094C-5E43-48A0-985F-9A47947F15C1}" type="pres">
      <dgm:prSet presAssocID="{837452AE-CDD6-42D0-AB0D-7C5840E1DF0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AD46FD9-FCA8-402F-A7F7-9285907F2DB3}" type="pres">
      <dgm:prSet presAssocID="{714E0D29-8235-40F2-89D9-D3CCFACB4284}" presName="spacer" presStyleCnt="0"/>
      <dgm:spPr/>
    </dgm:pt>
    <dgm:pt modelId="{6ADA431D-2E54-4EB6-AC87-73F512B947C3}" type="pres">
      <dgm:prSet presAssocID="{1542504D-D3D7-4AEE-8D9A-CDD17F8B241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D65E305-4484-4E95-98E8-38FEE3D247E0}" srcId="{39667C30-4998-46AB-956D-3D1C2C4EB32C}" destId="{6598535A-FBC7-4297-8B32-42CD263FA1C6}" srcOrd="0" destOrd="0" parTransId="{7A2FBE14-B772-4040-8A21-33ABF7734E50}" sibTransId="{7CB4FD5B-E1CC-4F9A-856A-E929EC817118}"/>
    <dgm:cxn modelId="{4A93720A-8478-438F-901F-FE45222D86EF}" type="presOf" srcId="{1542504D-D3D7-4AEE-8D9A-CDD17F8B2416}" destId="{6ADA431D-2E54-4EB6-AC87-73F512B947C3}" srcOrd="0" destOrd="0" presId="urn:microsoft.com/office/officeart/2005/8/layout/vList2"/>
    <dgm:cxn modelId="{1CBCAB12-9EF3-4F89-8413-73667D56C847}" srcId="{39667C30-4998-46AB-956D-3D1C2C4EB32C}" destId="{C5B154F2-CD37-423F-B08C-FCBE5D8E0DC0}" srcOrd="1" destOrd="0" parTransId="{1AE78423-5714-43C3-A857-92AD6CB7A96A}" sibTransId="{F6D9FE4A-76FC-4078-8707-D413CDE659FA}"/>
    <dgm:cxn modelId="{97A60E1A-D6AE-488F-8D66-3EAAF623ADA5}" srcId="{39667C30-4998-46AB-956D-3D1C2C4EB32C}" destId="{837452AE-CDD6-42D0-AB0D-7C5840E1DF00}" srcOrd="3" destOrd="0" parTransId="{96447EB8-FC0D-4F1A-AD17-9F89C3212F32}" sibTransId="{714E0D29-8235-40F2-89D9-D3CCFACB4284}"/>
    <dgm:cxn modelId="{05FD0160-18AA-4425-8DE8-EF4BD50FF552}" type="presOf" srcId="{39667C30-4998-46AB-956D-3D1C2C4EB32C}" destId="{007BD90E-56A6-41D5-9EF3-661B24197792}" srcOrd="0" destOrd="0" presId="urn:microsoft.com/office/officeart/2005/8/layout/vList2"/>
    <dgm:cxn modelId="{81969066-B4F4-4AAF-809D-5092292F18F2}" srcId="{39667C30-4998-46AB-956D-3D1C2C4EB32C}" destId="{1542504D-D3D7-4AEE-8D9A-CDD17F8B2416}" srcOrd="4" destOrd="0" parTransId="{2D8FFCAC-2294-4A9C-8533-1A6653FF94EA}" sibTransId="{0BAF2748-A15F-44D1-9EFE-A3CA303E5DD2}"/>
    <dgm:cxn modelId="{DE4F9D8C-947C-43D8-8EB8-E09D348184DD}" srcId="{39667C30-4998-46AB-956D-3D1C2C4EB32C}" destId="{AAD42C07-3355-41C7-B8CB-CACD98A0FCD7}" srcOrd="2" destOrd="0" parTransId="{1AEE40A5-1B2E-4C5C-8AF8-5B45D2B9380E}" sibTransId="{207D1687-D645-4268-9A61-315923A570C2}"/>
    <dgm:cxn modelId="{A7B8E390-BFC0-474C-850F-87A4BBF7D179}" type="presOf" srcId="{AAD42C07-3355-41C7-B8CB-CACD98A0FCD7}" destId="{D933331A-0208-4028-9F66-6CE8E7DEE1BD}" srcOrd="0" destOrd="0" presId="urn:microsoft.com/office/officeart/2005/8/layout/vList2"/>
    <dgm:cxn modelId="{5BB9319F-FDEA-42EB-96EF-03576A06052B}" type="presOf" srcId="{6598535A-FBC7-4297-8B32-42CD263FA1C6}" destId="{7852896E-818C-45E8-93F8-F152D1E95C85}" srcOrd="0" destOrd="0" presId="urn:microsoft.com/office/officeart/2005/8/layout/vList2"/>
    <dgm:cxn modelId="{65F27CE5-1EB4-447D-B39C-203BC69A1DDD}" type="presOf" srcId="{C5B154F2-CD37-423F-B08C-FCBE5D8E0DC0}" destId="{F21366B0-21D3-4686-B3F8-BBE53BF9CF07}" srcOrd="0" destOrd="0" presId="urn:microsoft.com/office/officeart/2005/8/layout/vList2"/>
    <dgm:cxn modelId="{915D62F5-5445-4BEC-9373-B1717B58A623}" type="presOf" srcId="{837452AE-CDD6-42D0-AB0D-7C5840E1DF00}" destId="{A712094C-5E43-48A0-985F-9A47947F15C1}" srcOrd="0" destOrd="0" presId="urn:microsoft.com/office/officeart/2005/8/layout/vList2"/>
    <dgm:cxn modelId="{BE40C759-C899-402A-BC03-19544507EE8E}" type="presParOf" srcId="{007BD90E-56A6-41D5-9EF3-661B24197792}" destId="{7852896E-818C-45E8-93F8-F152D1E95C85}" srcOrd="0" destOrd="0" presId="urn:microsoft.com/office/officeart/2005/8/layout/vList2"/>
    <dgm:cxn modelId="{F80DF0C0-4390-4FAC-B051-3E1AD0E4C581}" type="presParOf" srcId="{007BD90E-56A6-41D5-9EF3-661B24197792}" destId="{3A9C3BAB-3BEE-4B67-B766-20BF533A5BF1}" srcOrd="1" destOrd="0" presId="urn:microsoft.com/office/officeart/2005/8/layout/vList2"/>
    <dgm:cxn modelId="{75EACE15-1532-4CB5-971D-4A83A7DAB86E}" type="presParOf" srcId="{007BD90E-56A6-41D5-9EF3-661B24197792}" destId="{F21366B0-21D3-4686-B3F8-BBE53BF9CF07}" srcOrd="2" destOrd="0" presId="urn:microsoft.com/office/officeart/2005/8/layout/vList2"/>
    <dgm:cxn modelId="{553C8609-072E-4E34-96C2-0C87D3B3FB3F}" type="presParOf" srcId="{007BD90E-56A6-41D5-9EF3-661B24197792}" destId="{8E6CC5D5-5BBB-4596-85AA-FDFA3E83A206}" srcOrd="3" destOrd="0" presId="urn:microsoft.com/office/officeart/2005/8/layout/vList2"/>
    <dgm:cxn modelId="{19FB8CFD-F799-4EC1-A51C-5766FC208DE0}" type="presParOf" srcId="{007BD90E-56A6-41D5-9EF3-661B24197792}" destId="{D933331A-0208-4028-9F66-6CE8E7DEE1BD}" srcOrd="4" destOrd="0" presId="urn:microsoft.com/office/officeart/2005/8/layout/vList2"/>
    <dgm:cxn modelId="{C1A133D6-F2F7-46CB-B633-C7268A8374B8}" type="presParOf" srcId="{007BD90E-56A6-41D5-9EF3-661B24197792}" destId="{BC38ACD7-AB49-4D7D-BC90-797703909DBB}" srcOrd="5" destOrd="0" presId="urn:microsoft.com/office/officeart/2005/8/layout/vList2"/>
    <dgm:cxn modelId="{2196D99A-F271-42C5-BFC0-16D11FF805C8}" type="presParOf" srcId="{007BD90E-56A6-41D5-9EF3-661B24197792}" destId="{A712094C-5E43-48A0-985F-9A47947F15C1}" srcOrd="6" destOrd="0" presId="urn:microsoft.com/office/officeart/2005/8/layout/vList2"/>
    <dgm:cxn modelId="{4CAC7B94-CF4E-4FAF-9E47-659D00B81582}" type="presParOf" srcId="{007BD90E-56A6-41D5-9EF3-661B24197792}" destId="{BAD46FD9-FCA8-402F-A7F7-9285907F2DB3}" srcOrd="7" destOrd="0" presId="urn:microsoft.com/office/officeart/2005/8/layout/vList2"/>
    <dgm:cxn modelId="{A3F4176C-3BC0-49A6-9AFC-F26051F587C4}" type="presParOf" srcId="{007BD90E-56A6-41D5-9EF3-661B24197792}" destId="{6ADA431D-2E54-4EB6-AC87-73F512B947C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900D274-FDB0-4056-B69D-F6414547DD8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9710E38F-14FA-43E1-8DA5-39EAE31C766F}">
      <dgm:prSet/>
      <dgm:spPr/>
      <dgm:t>
        <a:bodyPr/>
        <a:lstStyle/>
        <a:p>
          <a:r>
            <a:rPr lang="en-US"/>
            <a:t>Participación activa</a:t>
          </a:r>
        </a:p>
      </dgm:t>
    </dgm:pt>
    <dgm:pt modelId="{1C14B6EF-CC09-431E-8676-4CA208EAC458}" type="parTrans" cxnId="{09EDED08-1F7F-400E-84C2-CFB6C558DEBB}">
      <dgm:prSet/>
      <dgm:spPr/>
      <dgm:t>
        <a:bodyPr/>
        <a:lstStyle/>
        <a:p>
          <a:endParaRPr lang="en-US"/>
        </a:p>
      </dgm:t>
    </dgm:pt>
    <dgm:pt modelId="{8CC22D68-08DA-41F9-9BE1-DB01C36C4B5E}" type="sibTrans" cxnId="{09EDED08-1F7F-400E-84C2-CFB6C558DEBB}">
      <dgm:prSet/>
      <dgm:spPr/>
      <dgm:t>
        <a:bodyPr/>
        <a:lstStyle/>
        <a:p>
          <a:endParaRPr lang="en-US"/>
        </a:p>
      </dgm:t>
    </dgm:pt>
    <dgm:pt modelId="{3697CD9C-87F0-4229-939E-5F1AEF72E571}">
      <dgm:prSet/>
      <dgm:spPr/>
      <dgm:t>
        <a:bodyPr/>
        <a:lstStyle/>
        <a:p>
          <a:r>
            <a:rPr lang="en-US"/>
            <a:t>Trabajo en equipo</a:t>
          </a:r>
        </a:p>
      </dgm:t>
    </dgm:pt>
    <dgm:pt modelId="{90B4744C-2179-486D-877F-96D8764B0E60}" type="parTrans" cxnId="{FBDD3401-0D3D-4CEA-BB38-D1D22C2A3FC7}">
      <dgm:prSet/>
      <dgm:spPr/>
      <dgm:t>
        <a:bodyPr/>
        <a:lstStyle/>
        <a:p>
          <a:endParaRPr lang="en-US"/>
        </a:p>
      </dgm:t>
    </dgm:pt>
    <dgm:pt modelId="{E7EAC790-FD0B-4C31-82FE-DF2FD92CC852}" type="sibTrans" cxnId="{FBDD3401-0D3D-4CEA-BB38-D1D22C2A3FC7}">
      <dgm:prSet/>
      <dgm:spPr/>
      <dgm:t>
        <a:bodyPr/>
        <a:lstStyle/>
        <a:p>
          <a:endParaRPr lang="en-US"/>
        </a:p>
      </dgm:t>
    </dgm:pt>
    <dgm:pt modelId="{DF90897F-F661-483C-9043-2A4DC745F842}">
      <dgm:prSet/>
      <dgm:spPr/>
      <dgm:t>
        <a:bodyPr/>
        <a:lstStyle/>
        <a:p>
          <a:r>
            <a:rPr lang="en-US"/>
            <a:t>Argumentación técnica</a:t>
          </a:r>
        </a:p>
      </dgm:t>
    </dgm:pt>
    <dgm:pt modelId="{90C68ADB-CCCB-45F7-8089-2447548462A9}" type="parTrans" cxnId="{AA2223F2-E0EE-40EC-A6F8-161FE34017B4}">
      <dgm:prSet/>
      <dgm:spPr/>
      <dgm:t>
        <a:bodyPr/>
        <a:lstStyle/>
        <a:p>
          <a:endParaRPr lang="en-US"/>
        </a:p>
      </dgm:t>
    </dgm:pt>
    <dgm:pt modelId="{5F70B1A6-2CB0-4537-BB93-5F4E9180D0C2}" type="sibTrans" cxnId="{AA2223F2-E0EE-40EC-A6F8-161FE34017B4}">
      <dgm:prSet/>
      <dgm:spPr/>
      <dgm:t>
        <a:bodyPr/>
        <a:lstStyle/>
        <a:p>
          <a:endParaRPr lang="en-US"/>
        </a:p>
      </dgm:t>
    </dgm:pt>
    <dgm:pt modelId="{72424E03-3277-4B6B-9AED-E10747B807DF}">
      <dgm:prSet/>
      <dgm:spPr/>
      <dgm:t>
        <a:bodyPr/>
        <a:lstStyle/>
        <a:p>
          <a:r>
            <a:rPr lang="en-US"/>
            <a:t>Responsabilidad</a:t>
          </a:r>
        </a:p>
      </dgm:t>
    </dgm:pt>
    <dgm:pt modelId="{0CA78B3B-74D3-4A4C-B4C5-A48183940CC4}" type="parTrans" cxnId="{A91C720D-2B82-4A2E-84BF-08FF27859AF1}">
      <dgm:prSet/>
      <dgm:spPr/>
      <dgm:t>
        <a:bodyPr/>
        <a:lstStyle/>
        <a:p>
          <a:endParaRPr lang="en-US"/>
        </a:p>
      </dgm:t>
    </dgm:pt>
    <dgm:pt modelId="{74085866-5229-410F-B29C-146CEA05B1A1}" type="sibTrans" cxnId="{A91C720D-2B82-4A2E-84BF-08FF27859AF1}">
      <dgm:prSet/>
      <dgm:spPr/>
      <dgm:t>
        <a:bodyPr/>
        <a:lstStyle/>
        <a:p>
          <a:endParaRPr lang="en-US"/>
        </a:p>
      </dgm:t>
    </dgm:pt>
    <dgm:pt modelId="{6EEB6A0A-DF60-4963-AF71-D8A2E7AECA05}">
      <dgm:prSet/>
      <dgm:spPr/>
      <dgm:t>
        <a:bodyPr/>
        <a:lstStyle/>
        <a:p>
          <a:r>
            <a:rPr lang="en-US"/>
            <a:t>Aprendizaje continuo</a:t>
          </a:r>
        </a:p>
      </dgm:t>
    </dgm:pt>
    <dgm:pt modelId="{2D05997A-D046-4860-A454-A7FBF51210B6}" type="parTrans" cxnId="{1CE5F577-C1DF-40D1-B3D3-AF935E0BF48C}">
      <dgm:prSet/>
      <dgm:spPr/>
      <dgm:t>
        <a:bodyPr/>
        <a:lstStyle/>
        <a:p>
          <a:endParaRPr lang="en-US"/>
        </a:p>
      </dgm:t>
    </dgm:pt>
    <dgm:pt modelId="{C169ED34-D01A-4BCF-9590-28824C62AAD9}" type="sibTrans" cxnId="{1CE5F577-C1DF-40D1-B3D3-AF935E0BF48C}">
      <dgm:prSet/>
      <dgm:spPr/>
      <dgm:t>
        <a:bodyPr/>
        <a:lstStyle/>
        <a:p>
          <a:endParaRPr lang="en-US"/>
        </a:p>
      </dgm:t>
    </dgm:pt>
    <dgm:pt modelId="{DAEB1DF0-A37B-4771-8A18-2218A0481041}" type="pres">
      <dgm:prSet presAssocID="{E900D274-FDB0-4056-B69D-F6414547DD8E}" presName="root" presStyleCnt="0">
        <dgm:presLayoutVars>
          <dgm:dir/>
          <dgm:resizeHandles val="exact"/>
        </dgm:presLayoutVars>
      </dgm:prSet>
      <dgm:spPr/>
    </dgm:pt>
    <dgm:pt modelId="{171D4189-8E85-40BC-A9A4-BD9D61919DB9}" type="pres">
      <dgm:prSet presAssocID="{9710E38F-14FA-43E1-8DA5-39EAE31C766F}" presName="compNode" presStyleCnt="0"/>
      <dgm:spPr/>
    </dgm:pt>
    <dgm:pt modelId="{04738FDA-50B7-49D3-A527-AFA31FCFCA12}" type="pres">
      <dgm:prSet presAssocID="{9710E38F-14FA-43E1-8DA5-39EAE31C766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29F1AF8E-5C4D-46A6-96E8-3EFEBE8865E3}" type="pres">
      <dgm:prSet presAssocID="{9710E38F-14FA-43E1-8DA5-39EAE31C766F}" presName="spaceRect" presStyleCnt="0"/>
      <dgm:spPr/>
    </dgm:pt>
    <dgm:pt modelId="{15B9F738-426C-43BD-9270-022D7F4E3FB5}" type="pres">
      <dgm:prSet presAssocID="{9710E38F-14FA-43E1-8DA5-39EAE31C766F}" presName="textRect" presStyleLbl="revTx" presStyleIdx="0" presStyleCnt="5">
        <dgm:presLayoutVars>
          <dgm:chMax val="1"/>
          <dgm:chPref val="1"/>
        </dgm:presLayoutVars>
      </dgm:prSet>
      <dgm:spPr/>
    </dgm:pt>
    <dgm:pt modelId="{428F7603-E4BE-47B1-B5B6-79ABBA00E112}" type="pres">
      <dgm:prSet presAssocID="{8CC22D68-08DA-41F9-9BE1-DB01C36C4B5E}" presName="sibTrans" presStyleCnt="0"/>
      <dgm:spPr/>
    </dgm:pt>
    <dgm:pt modelId="{417F2F53-909B-4E84-90FE-0320C1542760}" type="pres">
      <dgm:prSet presAssocID="{3697CD9C-87F0-4229-939E-5F1AEF72E571}" presName="compNode" presStyleCnt="0"/>
      <dgm:spPr/>
    </dgm:pt>
    <dgm:pt modelId="{27877E67-F5CD-499A-A601-34E1C322A0AE}" type="pres">
      <dgm:prSet presAssocID="{3697CD9C-87F0-4229-939E-5F1AEF72E57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B98937EB-0454-4136-884B-7E96DC8AE4D2}" type="pres">
      <dgm:prSet presAssocID="{3697CD9C-87F0-4229-939E-5F1AEF72E571}" presName="spaceRect" presStyleCnt="0"/>
      <dgm:spPr/>
    </dgm:pt>
    <dgm:pt modelId="{8FA8B876-9BBF-4A24-B557-68CCA0455390}" type="pres">
      <dgm:prSet presAssocID="{3697CD9C-87F0-4229-939E-5F1AEF72E571}" presName="textRect" presStyleLbl="revTx" presStyleIdx="1" presStyleCnt="5">
        <dgm:presLayoutVars>
          <dgm:chMax val="1"/>
          <dgm:chPref val="1"/>
        </dgm:presLayoutVars>
      </dgm:prSet>
      <dgm:spPr/>
    </dgm:pt>
    <dgm:pt modelId="{D83D6726-91AD-4F3C-A5CD-CD173A57B9CA}" type="pres">
      <dgm:prSet presAssocID="{E7EAC790-FD0B-4C31-82FE-DF2FD92CC852}" presName="sibTrans" presStyleCnt="0"/>
      <dgm:spPr/>
    </dgm:pt>
    <dgm:pt modelId="{738F4C41-609B-48AB-8FD7-A44103FC565C}" type="pres">
      <dgm:prSet presAssocID="{DF90897F-F661-483C-9043-2A4DC745F842}" presName="compNode" presStyleCnt="0"/>
      <dgm:spPr/>
    </dgm:pt>
    <dgm:pt modelId="{E55CC394-C3C8-41C9-B693-9886C5747280}" type="pres">
      <dgm:prSet presAssocID="{DF90897F-F661-483C-9043-2A4DC745F84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CB0BFC6-6865-40E1-980D-41B2D92AB4AC}" type="pres">
      <dgm:prSet presAssocID="{DF90897F-F661-483C-9043-2A4DC745F842}" presName="spaceRect" presStyleCnt="0"/>
      <dgm:spPr/>
    </dgm:pt>
    <dgm:pt modelId="{F357C12C-8CC7-4D78-BAEF-5BAF4A3B3207}" type="pres">
      <dgm:prSet presAssocID="{DF90897F-F661-483C-9043-2A4DC745F842}" presName="textRect" presStyleLbl="revTx" presStyleIdx="2" presStyleCnt="5">
        <dgm:presLayoutVars>
          <dgm:chMax val="1"/>
          <dgm:chPref val="1"/>
        </dgm:presLayoutVars>
      </dgm:prSet>
      <dgm:spPr/>
    </dgm:pt>
    <dgm:pt modelId="{F1B9E96C-F29B-42A6-91CF-452C367464D3}" type="pres">
      <dgm:prSet presAssocID="{5F70B1A6-2CB0-4537-BB93-5F4E9180D0C2}" presName="sibTrans" presStyleCnt="0"/>
      <dgm:spPr/>
    </dgm:pt>
    <dgm:pt modelId="{17480575-C849-428C-86EB-94E4B13F88B9}" type="pres">
      <dgm:prSet presAssocID="{72424E03-3277-4B6B-9AED-E10747B807DF}" presName="compNode" presStyleCnt="0"/>
      <dgm:spPr/>
    </dgm:pt>
    <dgm:pt modelId="{4C6FE699-CD47-4B5A-A75A-1F99D02A7194}" type="pres">
      <dgm:prSet presAssocID="{72424E03-3277-4B6B-9AED-E10747B807D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377A5A26-8B1C-408D-A8CB-BA003DFE2CA5}" type="pres">
      <dgm:prSet presAssocID="{72424E03-3277-4B6B-9AED-E10747B807DF}" presName="spaceRect" presStyleCnt="0"/>
      <dgm:spPr/>
    </dgm:pt>
    <dgm:pt modelId="{A7600EA1-29C0-4417-9435-51C0AB3BE80C}" type="pres">
      <dgm:prSet presAssocID="{72424E03-3277-4B6B-9AED-E10747B807DF}" presName="textRect" presStyleLbl="revTx" presStyleIdx="3" presStyleCnt="5">
        <dgm:presLayoutVars>
          <dgm:chMax val="1"/>
          <dgm:chPref val="1"/>
        </dgm:presLayoutVars>
      </dgm:prSet>
      <dgm:spPr/>
    </dgm:pt>
    <dgm:pt modelId="{0760AFBE-3F91-4E00-BBE2-A363B5E8CD78}" type="pres">
      <dgm:prSet presAssocID="{74085866-5229-410F-B29C-146CEA05B1A1}" presName="sibTrans" presStyleCnt="0"/>
      <dgm:spPr/>
    </dgm:pt>
    <dgm:pt modelId="{39074C68-A3D9-4A9D-82B4-FB942AA169BD}" type="pres">
      <dgm:prSet presAssocID="{6EEB6A0A-DF60-4963-AF71-D8A2E7AECA05}" presName="compNode" presStyleCnt="0"/>
      <dgm:spPr/>
    </dgm:pt>
    <dgm:pt modelId="{05CE4F1A-5EEE-422D-912B-7138DF0764A7}" type="pres">
      <dgm:prSet presAssocID="{6EEB6A0A-DF60-4963-AF71-D8A2E7AECA0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7A6FCDD4-CE80-4DAC-9426-1BA941DBBFE6}" type="pres">
      <dgm:prSet presAssocID="{6EEB6A0A-DF60-4963-AF71-D8A2E7AECA05}" presName="spaceRect" presStyleCnt="0"/>
      <dgm:spPr/>
    </dgm:pt>
    <dgm:pt modelId="{D6D76568-0F3A-4375-8698-B9443DA08C08}" type="pres">
      <dgm:prSet presAssocID="{6EEB6A0A-DF60-4963-AF71-D8A2E7AECA0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BDD3401-0D3D-4CEA-BB38-D1D22C2A3FC7}" srcId="{E900D274-FDB0-4056-B69D-F6414547DD8E}" destId="{3697CD9C-87F0-4229-939E-5F1AEF72E571}" srcOrd="1" destOrd="0" parTransId="{90B4744C-2179-486D-877F-96D8764B0E60}" sibTransId="{E7EAC790-FD0B-4C31-82FE-DF2FD92CC852}"/>
    <dgm:cxn modelId="{09EDED08-1F7F-400E-84C2-CFB6C558DEBB}" srcId="{E900D274-FDB0-4056-B69D-F6414547DD8E}" destId="{9710E38F-14FA-43E1-8DA5-39EAE31C766F}" srcOrd="0" destOrd="0" parTransId="{1C14B6EF-CC09-431E-8676-4CA208EAC458}" sibTransId="{8CC22D68-08DA-41F9-9BE1-DB01C36C4B5E}"/>
    <dgm:cxn modelId="{A91C720D-2B82-4A2E-84BF-08FF27859AF1}" srcId="{E900D274-FDB0-4056-B69D-F6414547DD8E}" destId="{72424E03-3277-4B6B-9AED-E10747B807DF}" srcOrd="3" destOrd="0" parTransId="{0CA78B3B-74D3-4A4C-B4C5-A48183940CC4}" sibTransId="{74085866-5229-410F-B29C-146CEA05B1A1}"/>
    <dgm:cxn modelId="{7CF7ED17-973D-4A9E-BB10-9A2C4FBE585D}" type="presOf" srcId="{72424E03-3277-4B6B-9AED-E10747B807DF}" destId="{A7600EA1-29C0-4417-9435-51C0AB3BE80C}" srcOrd="0" destOrd="0" presId="urn:microsoft.com/office/officeart/2018/2/layout/IconLabelList"/>
    <dgm:cxn modelId="{B2326630-52EB-4DF5-BD8B-4D4BB53579A9}" type="presOf" srcId="{9710E38F-14FA-43E1-8DA5-39EAE31C766F}" destId="{15B9F738-426C-43BD-9270-022D7F4E3FB5}" srcOrd="0" destOrd="0" presId="urn:microsoft.com/office/officeart/2018/2/layout/IconLabelList"/>
    <dgm:cxn modelId="{FD2D3551-39C6-4F42-8262-A05C44C4F429}" type="presOf" srcId="{DF90897F-F661-483C-9043-2A4DC745F842}" destId="{F357C12C-8CC7-4D78-BAEF-5BAF4A3B3207}" srcOrd="0" destOrd="0" presId="urn:microsoft.com/office/officeart/2018/2/layout/IconLabelList"/>
    <dgm:cxn modelId="{1CE5F577-C1DF-40D1-B3D3-AF935E0BF48C}" srcId="{E900D274-FDB0-4056-B69D-F6414547DD8E}" destId="{6EEB6A0A-DF60-4963-AF71-D8A2E7AECA05}" srcOrd="4" destOrd="0" parTransId="{2D05997A-D046-4860-A454-A7FBF51210B6}" sibTransId="{C169ED34-D01A-4BCF-9590-28824C62AAD9}"/>
    <dgm:cxn modelId="{5F5D8380-B2FA-4464-9B97-08C869875667}" type="presOf" srcId="{3697CD9C-87F0-4229-939E-5F1AEF72E571}" destId="{8FA8B876-9BBF-4A24-B557-68CCA0455390}" srcOrd="0" destOrd="0" presId="urn:microsoft.com/office/officeart/2018/2/layout/IconLabelList"/>
    <dgm:cxn modelId="{CA77E386-6A22-46A3-98EE-0B5E7F4A9AF4}" type="presOf" srcId="{6EEB6A0A-DF60-4963-AF71-D8A2E7AECA05}" destId="{D6D76568-0F3A-4375-8698-B9443DA08C08}" srcOrd="0" destOrd="0" presId="urn:microsoft.com/office/officeart/2018/2/layout/IconLabelList"/>
    <dgm:cxn modelId="{BAFFA8CD-C340-4825-883E-0CEE15244DBF}" type="presOf" srcId="{E900D274-FDB0-4056-B69D-F6414547DD8E}" destId="{DAEB1DF0-A37B-4771-8A18-2218A0481041}" srcOrd="0" destOrd="0" presId="urn:microsoft.com/office/officeart/2018/2/layout/IconLabelList"/>
    <dgm:cxn modelId="{AA2223F2-E0EE-40EC-A6F8-161FE34017B4}" srcId="{E900D274-FDB0-4056-B69D-F6414547DD8E}" destId="{DF90897F-F661-483C-9043-2A4DC745F842}" srcOrd="2" destOrd="0" parTransId="{90C68ADB-CCCB-45F7-8089-2447548462A9}" sibTransId="{5F70B1A6-2CB0-4537-BB93-5F4E9180D0C2}"/>
    <dgm:cxn modelId="{40A96C1B-7DDE-4833-A1F8-BA546155EC6C}" type="presParOf" srcId="{DAEB1DF0-A37B-4771-8A18-2218A0481041}" destId="{171D4189-8E85-40BC-A9A4-BD9D61919DB9}" srcOrd="0" destOrd="0" presId="urn:microsoft.com/office/officeart/2018/2/layout/IconLabelList"/>
    <dgm:cxn modelId="{93F49C09-B052-4919-A0B1-CB4581A43CEA}" type="presParOf" srcId="{171D4189-8E85-40BC-A9A4-BD9D61919DB9}" destId="{04738FDA-50B7-49D3-A527-AFA31FCFCA12}" srcOrd="0" destOrd="0" presId="urn:microsoft.com/office/officeart/2018/2/layout/IconLabelList"/>
    <dgm:cxn modelId="{5430C06F-29F2-4BF0-B1B4-B06DAA55CB86}" type="presParOf" srcId="{171D4189-8E85-40BC-A9A4-BD9D61919DB9}" destId="{29F1AF8E-5C4D-46A6-96E8-3EFEBE8865E3}" srcOrd="1" destOrd="0" presId="urn:microsoft.com/office/officeart/2018/2/layout/IconLabelList"/>
    <dgm:cxn modelId="{4E8E4D19-8C80-4773-87D6-94B28479D9AE}" type="presParOf" srcId="{171D4189-8E85-40BC-A9A4-BD9D61919DB9}" destId="{15B9F738-426C-43BD-9270-022D7F4E3FB5}" srcOrd="2" destOrd="0" presId="urn:microsoft.com/office/officeart/2018/2/layout/IconLabelList"/>
    <dgm:cxn modelId="{C84E07AA-97C3-4230-AC57-71A62F7D79C3}" type="presParOf" srcId="{DAEB1DF0-A37B-4771-8A18-2218A0481041}" destId="{428F7603-E4BE-47B1-B5B6-79ABBA00E112}" srcOrd="1" destOrd="0" presId="urn:microsoft.com/office/officeart/2018/2/layout/IconLabelList"/>
    <dgm:cxn modelId="{E580458A-249F-4E8E-A89D-58B1EE7510C3}" type="presParOf" srcId="{DAEB1DF0-A37B-4771-8A18-2218A0481041}" destId="{417F2F53-909B-4E84-90FE-0320C1542760}" srcOrd="2" destOrd="0" presId="urn:microsoft.com/office/officeart/2018/2/layout/IconLabelList"/>
    <dgm:cxn modelId="{33CE922D-1C44-476E-AE96-9E33C491FC52}" type="presParOf" srcId="{417F2F53-909B-4E84-90FE-0320C1542760}" destId="{27877E67-F5CD-499A-A601-34E1C322A0AE}" srcOrd="0" destOrd="0" presId="urn:microsoft.com/office/officeart/2018/2/layout/IconLabelList"/>
    <dgm:cxn modelId="{BDEB787F-9D58-4C39-A844-F3102933FC24}" type="presParOf" srcId="{417F2F53-909B-4E84-90FE-0320C1542760}" destId="{B98937EB-0454-4136-884B-7E96DC8AE4D2}" srcOrd="1" destOrd="0" presId="urn:microsoft.com/office/officeart/2018/2/layout/IconLabelList"/>
    <dgm:cxn modelId="{85E91B6D-D32C-4A66-8274-5BE3C48B795A}" type="presParOf" srcId="{417F2F53-909B-4E84-90FE-0320C1542760}" destId="{8FA8B876-9BBF-4A24-B557-68CCA0455390}" srcOrd="2" destOrd="0" presId="urn:microsoft.com/office/officeart/2018/2/layout/IconLabelList"/>
    <dgm:cxn modelId="{12FE9336-FCC0-443D-8449-664E3F9E82EC}" type="presParOf" srcId="{DAEB1DF0-A37B-4771-8A18-2218A0481041}" destId="{D83D6726-91AD-4F3C-A5CD-CD173A57B9CA}" srcOrd="3" destOrd="0" presId="urn:microsoft.com/office/officeart/2018/2/layout/IconLabelList"/>
    <dgm:cxn modelId="{1DFB2A34-B747-492A-A9E4-9975561E77BC}" type="presParOf" srcId="{DAEB1DF0-A37B-4771-8A18-2218A0481041}" destId="{738F4C41-609B-48AB-8FD7-A44103FC565C}" srcOrd="4" destOrd="0" presId="urn:microsoft.com/office/officeart/2018/2/layout/IconLabelList"/>
    <dgm:cxn modelId="{FC99A405-9594-4F8C-A4EE-9DB6AE0BE304}" type="presParOf" srcId="{738F4C41-609B-48AB-8FD7-A44103FC565C}" destId="{E55CC394-C3C8-41C9-B693-9886C5747280}" srcOrd="0" destOrd="0" presId="urn:microsoft.com/office/officeart/2018/2/layout/IconLabelList"/>
    <dgm:cxn modelId="{C7B61E1A-BAE6-4D95-8B40-28FC92E1D010}" type="presParOf" srcId="{738F4C41-609B-48AB-8FD7-A44103FC565C}" destId="{1CB0BFC6-6865-40E1-980D-41B2D92AB4AC}" srcOrd="1" destOrd="0" presId="urn:microsoft.com/office/officeart/2018/2/layout/IconLabelList"/>
    <dgm:cxn modelId="{AE7D42DB-94E1-4151-B7D1-2D589B00D15E}" type="presParOf" srcId="{738F4C41-609B-48AB-8FD7-A44103FC565C}" destId="{F357C12C-8CC7-4D78-BAEF-5BAF4A3B3207}" srcOrd="2" destOrd="0" presId="urn:microsoft.com/office/officeart/2018/2/layout/IconLabelList"/>
    <dgm:cxn modelId="{08E41129-E146-4656-898F-E9C383419960}" type="presParOf" srcId="{DAEB1DF0-A37B-4771-8A18-2218A0481041}" destId="{F1B9E96C-F29B-42A6-91CF-452C367464D3}" srcOrd="5" destOrd="0" presId="urn:microsoft.com/office/officeart/2018/2/layout/IconLabelList"/>
    <dgm:cxn modelId="{EC9F4DBA-FEB8-4D15-986A-842FDEA833EE}" type="presParOf" srcId="{DAEB1DF0-A37B-4771-8A18-2218A0481041}" destId="{17480575-C849-428C-86EB-94E4B13F88B9}" srcOrd="6" destOrd="0" presId="urn:microsoft.com/office/officeart/2018/2/layout/IconLabelList"/>
    <dgm:cxn modelId="{1B3A337C-5C16-426E-A46F-688472ABB44E}" type="presParOf" srcId="{17480575-C849-428C-86EB-94E4B13F88B9}" destId="{4C6FE699-CD47-4B5A-A75A-1F99D02A7194}" srcOrd="0" destOrd="0" presId="urn:microsoft.com/office/officeart/2018/2/layout/IconLabelList"/>
    <dgm:cxn modelId="{C5101DB8-8FC8-4390-BAC6-D9D81288132B}" type="presParOf" srcId="{17480575-C849-428C-86EB-94E4B13F88B9}" destId="{377A5A26-8B1C-408D-A8CB-BA003DFE2CA5}" srcOrd="1" destOrd="0" presId="urn:microsoft.com/office/officeart/2018/2/layout/IconLabelList"/>
    <dgm:cxn modelId="{1FE53704-EC2B-4CE8-8864-4F32B2ACA2DA}" type="presParOf" srcId="{17480575-C849-428C-86EB-94E4B13F88B9}" destId="{A7600EA1-29C0-4417-9435-51C0AB3BE80C}" srcOrd="2" destOrd="0" presId="urn:microsoft.com/office/officeart/2018/2/layout/IconLabelList"/>
    <dgm:cxn modelId="{F8E0A47E-156E-44D9-9CE3-865D6EFA07BA}" type="presParOf" srcId="{DAEB1DF0-A37B-4771-8A18-2218A0481041}" destId="{0760AFBE-3F91-4E00-BBE2-A363B5E8CD78}" srcOrd="7" destOrd="0" presId="urn:microsoft.com/office/officeart/2018/2/layout/IconLabelList"/>
    <dgm:cxn modelId="{12A2752A-2ED2-4330-BA9E-C8FFE100DFC5}" type="presParOf" srcId="{DAEB1DF0-A37B-4771-8A18-2218A0481041}" destId="{39074C68-A3D9-4A9D-82B4-FB942AA169BD}" srcOrd="8" destOrd="0" presId="urn:microsoft.com/office/officeart/2018/2/layout/IconLabelList"/>
    <dgm:cxn modelId="{DBDCD8EE-91B3-4648-9609-B1122910B38A}" type="presParOf" srcId="{39074C68-A3D9-4A9D-82B4-FB942AA169BD}" destId="{05CE4F1A-5EEE-422D-912B-7138DF0764A7}" srcOrd="0" destOrd="0" presId="urn:microsoft.com/office/officeart/2018/2/layout/IconLabelList"/>
    <dgm:cxn modelId="{ED31C96C-7324-4341-B1C0-2069AF5356CA}" type="presParOf" srcId="{39074C68-A3D9-4A9D-82B4-FB942AA169BD}" destId="{7A6FCDD4-CE80-4DAC-9426-1BA941DBBFE6}" srcOrd="1" destOrd="0" presId="urn:microsoft.com/office/officeart/2018/2/layout/IconLabelList"/>
    <dgm:cxn modelId="{6887CF58-A18B-4789-A388-06AA1053B6F2}" type="presParOf" srcId="{39074C68-A3D9-4A9D-82B4-FB942AA169BD}" destId="{D6D76568-0F3A-4375-8698-B9443DA08C0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EA8964D-53D8-474F-88DF-87CE3E7C1785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40CF49-51D4-484B-BFA4-B48520670278}">
      <dgm:prSet/>
      <dgm:spPr/>
      <dgm:t>
        <a:bodyPr/>
        <a:lstStyle/>
        <a:p>
          <a:r>
            <a:rPr lang="en-US"/>
            <a:t>Durante el semestre:</a:t>
          </a:r>
        </a:p>
      </dgm:t>
    </dgm:pt>
    <dgm:pt modelId="{8A0BF6DC-DF91-431A-904A-252270687AF7}" type="parTrans" cxnId="{46CF0C62-427F-419E-9030-FFB54C6F4558}">
      <dgm:prSet/>
      <dgm:spPr/>
      <dgm:t>
        <a:bodyPr/>
        <a:lstStyle/>
        <a:p>
          <a:endParaRPr lang="en-US"/>
        </a:p>
      </dgm:t>
    </dgm:pt>
    <dgm:pt modelId="{DBDC2DA9-E1A4-4CF4-965A-84B37DED71E3}" type="sibTrans" cxnId="{46CF0C62-427F-419E-9030-FFB54C6F4558}">
      <dgm:prSet/>
      <dgm:spPr/>
      <dgm:t>
        <a:bodyPr/>
        <a:lstStyle/>
        <a:p>
          <a:endParaRPr lang="en-US"/>
        </a:p>
      </dgm:t>
    </dgm:pt>
    <dgm:pt modelId="{4E46D066-4CBC-42E0-9CE4-CA6F035DAA75}">
      <dgm:prSet/>
      <dgm:spPr/>
      <dgm:t>
        <a:bodyPr/>
        <a:lstStyle/>
        <a:p>
          <a:r>
            <a:rPr lang="en-US"/>
            <a:t>Definirán un problema real</a:t>
          </a:r>
        </a:p>
      </dgm:t>
    </dgm:pt>
    <dgm:pt modelId="{EED5C1DB-F708-4EE9-A087-C6C4CB2F956D}" type="parTrans" cxnId="{C480B61E-7B23-4033-B133-661838DE2090}">
      <dgm:prSet/>
      <dgm:spPr/>
      <dgm:t>
        <a:bodyPr/>
        <a:lstStyle/>
        <a:p>
          <a:endParaRPr lang="en-US"/>
        </a:p>
      </dgm:t>
    </dgm:pt>
    <dgm:pt modelId="{F97B1D1D-27C1-45A9-A9B4-40F1F672B448}" type="sibTrans" cxnId="{C480B61E-7B23-4033-B133-661838DE2090}">
      <dgm:prSet/>
      <dgm:spPr/>
      <dgm:t>
        <a:bodyPr/>
        <a:lstStyle/>
        <a:p>
          <a:endParaRPr lang="en-US"/>
        </a:p>
      </dgm:t>
    </dgm:pt>
    <dgm:pt modelId="{2DA1CD6F-9F1F-4BC0-9130-9C5FBD45637E}">
      <dgm:prSet/>
      <dgm:spPr/>
      <dgm:t>
        <a:bodyPr/>
        <a:lstStyle/>
        <a:p>
          <a:r>
            <a:rPr lang="en-US"/>
            <a:t>Diseñarán una solución</a:t>
          </a:r>
        </a:p>
      </dgm:t>
    </dgm:pt>
    <dgm:pt modelId="{5F4B16FD-4CC0-4361-8F26-09F62F9246D1}" type="parTrans" cxnId="{DABBF59F-0838-4C41-B9F3-E60120C80B17}">
      <dgm:prSet/>
      <dgm:spPr/>
      <dgm:t>
        <a:bodyPr/>
        <a:lstStyle/>
        <a:p>
          <a:endParaRPr lang="en-US"/>
        </a:p>
      </dgm:t>
    </dgm:pt>
    <dgm:pt modelId="{50EEBB2A-4EFB-4E46-B3D5-D8E63B1BE5B2}" type="sibTrans" cxnId="{DABBF59F-0838-4C41-B9F3-E60120C80B17}">
      <dgm:prSet/>
      <dgm:spPr/>
      <dgm:t>
        <a:bodyPr/>
        <a:lstStyle/>
        <a:p>
          <a:endParaRPr lang="en-US"/>
        </a:p>
      </dgm:t>
    </dgm:pt>
    <dgm:pt modelId="{A6DD0BC3-8EB6-4BF1-A413-A3FFFD6E7D41}">
      <dgm:prSet/>
      <dgm:spPr/>
      <dgm:t>
        <a:bodyPr/>
        <a:lstStyle/>
        <a:p>
          <a:r>
            <a:rPr lang="en-US"/>
            <a:t>Aplicarán Ingeniería de Software</a:t>
          </a:r>
        </a:p>
      </dgm:t>
    </dgm:pt>
    <dgm:pt modelId="{D8F09199-1E73-40C5-8622-EB56708154AF}" type="parTrans" cxnId="{9ADBF9F7-4309-48B2-A667-D4A99B6E2C26}">
      <dgm:prSet/>
      <dgm:spPr/>
      <dgm:t>
        <a:bodyPr/>
        <a:lstStyle/>
        <a:p>
          <a:endParaRPr lang="en-US"/>
        </a:p>
      </dgm:t>
    </dgm:pt>
    <dgm:pt modelId="{32742AE2-B7FC-4B2A-AFD8-60E98C74A308}" type="sibTrans" cxnId="{9ADBF9F7-4309-48B2-A667-D4A99B6E2C26}">
      <dgm:prSet/>
      <dgm:spPr/>
      <dgm:t>
        <a:bodyPr/>
        <a:lstStyle/>
        <a:p>
          <a:endParaRPr lang="en-US"/>
        </a:p>
      </dgm:t>
    </dgm:pt>
    <dgm:pt modelId="{A272DCE6-4680-4D58-A688-5B7CC50EE35C}">
      <dgm:prSet/>
      <dgm:spPr/>
      <dgm:t>
        <a:bodyPr/>
        <a:lstStyle/>
        <a:p>
          <a:r>
            <a:rPr lang="en-US"/>
            <a:t>Defenderán decisiones ante comité</a:t>
          </a:r>
        </a:p>
      </dgm:t>
    </dgm:pt>
    <dgm:pt modelId="{615B6814-F90E-47CA-85C1-D7652F57D22C}" type="parTrans" cxnId="{D26407A8-5B40-46D9-85A5-90A729523F15}">
      <dgm:prSet/>
      <dgm:spPr/>
      <dgm:t>
        <a:bodyPr/>
        <a:lstStyle/>
        <a:p>
          <a:endParaRPr lang="en-US"/>
        </a:p>
      </dgm:t>
    </dgm:pt>
    <dgm:pt modelId="{EC7D3A91-B29B-40D2-9887-236F587661FC}" type="sibTrans" cxnId="{D26407A8-5B40-46D9-85A5-90A729523F15}">
      <dgm:prSet/>
      <dgm:spPr/>
      <dgm:t>
        <a:bodyPr/>
        <a:lstStyle/>
        <a:p>
          <a:endParaRPr lang="en-US"/>
        </a:p>
      </dgm:t>
    </dgm:pt>
    <dgm:pt modelId="{789DF0A4-0DF6-4AF7-8AA4-5E70298B5D22}" type="pres">
      <dgm:prSet presAssocID="{6EA8964D-53D8-474F-88DF-87CE3E7C1785}" presName="outerComposite" presStyleCnt="0">
        <dgm:presLayoutVars>
          <dgm:chMax val="5"/>
          <dgm:dir/>
          <dgm:resizeHandles val="exact"/>
        </dgm:presLayoutVars>
      </dgm:prSet>
      <dgm:spPr/>
    </dgm:pt>
    <dgm:pt modelId="{CB189A80-1305-4446-86E7-C5FCC5EB55B1}" type="pres">
      <dgm:prSet presAssocID="{6EA8964D-53D8-474F-88DF-87CE3E7C1785}" presName="dummyMaxCanvas" presStyleCnt="0">
        <dgm:presLayoutVars/>
      </dgm:prSet>
      <dgm:spPr/>
    </dgm:pt>
    <dgm:pt modelId="{BA1EA17A-438F-4802-970F-FCCE0A306FF0}" type="pres">
      <dgm:prSet presAssocID="{6EA8964D-53D8-474F-88DF-87CE3E7C1785}" presName="FiveNodes_1" presStyleLbl="node1" presStyleIdx="0" presStyleCnt="5">
        <dgm:presLayoutVars>
          <dgm:bulletEnabled val="1"/>
        </dgm:presLayoutVars>
      </dgm:prSet>
      <dgm:spPr/>
    </dgm:pt>
    <dgm:pt modelId="{252F976C-DA48-43C4-95DE-3C54C778E9E3}" type="pres">
      <dgm:prSet presAssocID="{6EA8964D-53D8-474F-88DF-87CE3E7C1785}" presName="FiveNodes_2" presStyleLbl="node1" presStyleIdx="1" presStyleCnt="5">
        <dgm:presLayoutVars>
          <dgm:bulletEnabled val="1"/>
        </dgm:presLayoutVars>
      </dgm:prSet>
      <dgm:spPr/>
    </dgm:pt>
    <dgm:pt modelId="{B72220DE-868E-4731-8C66-F14DFD768888}" type="pres">
      <dgm:prSet presAssocID="{6EA8964D-53D8-474F-88DF-87CE3E7C1785}" presName="FiveNodes_3" presStyleLbl="node1" presStyleIdx="2" presStyleCnt="5">
        <dgm:presLayoutVars>
          <dgm:bulletEnabled val="1"/>
        </dgm:presLayoutVars>
      </dgm:prSet>
      <dgm:spPr/>
    </dgm:pt>
    <dgm:pt modelId="{88A66E1D-4D9E-4D4F-96CE-AAEB84768070}" type="pres">
      <dgm:prSet presAssocID="{6EA8964D-53D8-474F-88DF-87CE3E7C1785}" presName="FiveNodes_4" presStyleLbl="node1" presStyleIdx="3" presStyleCnt="5">
        <dgm:presLayoutVars>
          <dgm:bulletEnabled val="1"/>
        </dgm:presLayoutVars>
      </dgm:prSet>
      <dgm:spPr/>
    </dgm:pt>
    <dgm:pt modelId="{006CBCF0-17EC-4190-92AA-BF067456C94E}" type="pres">
      <dgm:prSet presAssocID="{6EA8964D-53D8-474F-88DF-87CE3E7C1785}" presName="FiveNodes_5" presStyleLbl="node1" presStyleIdx="4" presStyleCnt="5">
        <dgm:presLayoutVars>
          <dgm:bulletEnabled val="1"/>
        </dgm:presLayoutVars>
      </dgm:prSet>
      <dgm:spPr/>
    </dgm:pt>
    <dgm:pt modelId="{389780CF-2792-443D-B4A3-5AA76295C02A}" type="pres">
      <dgm:prSet presAssocID="{6EA8964D-53D8-474F-88DF-87CE3E7C1785}" presName="FiveConn_1-2" presStyleLbl="fgAccFollowNode1" presStyleIdx="0" presStyleCnt="4">
        <dgm:presLayoutVars>
          <dgm:bulletEnabled val="1"/>
        </dgm:presLayoutVars>
      </dgm:prSet>
      <dgm:spPr/>
    </dgm:pt>
    <dgm:pt modelId="{919DA795-143C-4460-8D96-AA83918A4AD5}" type="pres">
      <dgm:prSet presAssocID="{6EA8964D-53D8-474F-88DF-87CE3E7C1785}" presName="FiveConn_2-3" presStyleLbl="fgAccFollowNode1" presStyleIdx="1" presStyleCnt="4">
        <dgm:presLayoutVars>
          <dgm:bulletEnabled val="1"/>
        </dgm:presLayoutVars>
      </dgm:prSet>
      <dgm:spPr/>
    </dgm:pt>
    <dgm:pt modelId="{64515B9A-5D7B-49B1-AE9A-48C3315C1463}" type="pres">
      <dgm:prSet presAssocID="{6EA8964D-53D8-474F-88DF-87CE3E7C1785}" presName="FiveConn_3-4" presStyleLbl="fgAccFollowNode1" presStyleIdx="2" presStyleCnt="4">
        <dgm:presLayoutVars>
          <dgm:bulletEnabled val="1"/>
        </dgm:presLayoutVars>
      </dgm:prSet>
      <dgm:spPr/>
    </dgm:pt>
    <dgm:pt modelId="{34150CCC-BDB3-4759-81B5-3A1BD2D4CE36}" type="pres">
      <dgm:prSet presAssocID="{6EA8964D-53D8-474F-88DF-87CE3E7C1785}" presName="FiveConn_4-5" presStyleLbl="fgAccFollowNode1" presStyleIdx="3" presStyleCnt="4">
        <dgm:presLayoutVars>
          <dgm:bulletEnabled val="1"/>
        </dgm:presLayoutVars>
      </dgm:prSet>
      <dgm:spPr/>
    </dgm:pt>
    <dgm:pt modelId="{085478B3-D0DB-44BB-AD58-A3A7E5D7C77F}" type="pres">
      <dgm:prSet presAssocID="{6EA8964D-53D8-474F-88DF-87CE3E7C1785}" presName="FiveNodes_1_text" presStyleLbl="node1" presStyleIdx="4" presStyleCnt="5">
        <dgm:presLayoutVars>
          <dgm:bulletEnabled val="1"/>
        </dgm:presLayoutVars>
      </dgm:prSet>
      <dgm:spPr/>
    </dgm:pt>
    <dgm:pt modelId="{77900A77-DA5F-468B-8FE3-E7E993CD5A03}" type="pres">
      <dgm:prSet presAssocID="{6EA8964D-53D8-474F-88DF-87CE3E7C1785}" presName="FiveNodes_2_text" presStyleLbl="node1" presStyleIdx="4" presStyleCnt="5">
        <dgm:presLayoutVars>
          <dgm:bulletEnabled val="1"/>
        </dgm:presLayoutVars>
      </dgm:prSet>
      <dgm:spPr/>
    </dgm:pt>
    <dgm:pt modelId="{D3791F36-1D79-4CD1-AEDC-47E05E77AEB0}" type="pres">
      <dgm:prSet presAssocID="{6EA8964D-53D8-474F-88DF-87CE3E7C1785}" presName="FiveNodes_3_text" presStyleLbl="node1" presStyleIdx="4" presStyleCnt="5">
        <dgm:presLayoutVars>
          <dgm:bulletEnabled val="1"/>
        </dgm:presLayoutVars>
      </dgm:prSet>
      <dgm:spPr/>
    </dgm:pt>
    <dgm:pt modelId="{A448FCDB-C965-4C6B-8533-55CA4A72DA75}" type="pres">
      <dgm:prSet presAssocID="{6EA8964D-53D8-474F-88DF-87CE3E7C1785}" presName="FiveNodes_4_text" presStyleLbl="node1" presStyleIdx="4" presStyleCnt="5">
        <dgm:presLayoutVars>
          <dgm:bulletEnabled val="1"/>
        </dgm:presLayoutVars>
      </dgm:prSet>
      <dgm:spPr/>
    </dgm:pt>
    <dgm:pt modelId="{B52F59D9-5CCC-41B3-8752-0E7F4AA8D305}" type="pres">
      <dgm:prSet presAssocID="{6EA8964D-53D8-474F-88DF-87CE3E7C178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9AC46A12-BE4C-4C73-8CC7-21360D08BD5F}" type="presOf" srcId="{BB40CF49-51D4-484B-BFA4-B48520670278}" destId="{085478B3-D0DB-44BB-AD58-A3A7E5D7C77F}" srcOrd="1" destOrd="0" presId="urn:microsoft.com/office/officeart/2005/8/layout/vProcess5"/>
    <dgm:cxn modelId="{C480B61E-7B23-4033-B133-661838DE2090}" srcId="{6EA8964D-53D8-474F-88DF-87CE3E7C1785}" destId="{4E46D066-4CBC-42E0-9CE4-CA6F035DAA75}" srcOrd="1" destOrd="0" parTransId="{EED5C1DB-F708-4EE9-A087-C6C4CB2F956D}" sibTransId="{F97B1D1D-27C1-45A9-A9B4-40F1F672B448}"/>
    <dgm:cxn modelId="{71C94A3B-5161-44F2-AA52-FD0A3DD04098}" type="presOf" srcId="{DBDC2DA9-E1A4-4CF4-965A-84B37DED71E3}" destId="{389780CF-2792-443D-B4A3-5AA76295C02A}" srcOrd="0" destOrd="0" presId="urn:microsoft.com/office/officeart/2005/8/layout/vProcess5"/>
    <dgm:cxn modelId="{11799A41-9A88-4244-AFFE-738C253AC0D8}" type="presOf" srcId="{BB40CF49-51D4-484B-BFA4-B48520670278}" destId="{BA1EA17A-438F-4802-970F-FCCE0A306FF0}" srcOrd="0" destOrd="0" presId="urn:microsoft.com/office/officeart/2005/8/layout/vProcess5"/>
    <dgm:cxn modelId="{46CF0C62-427F-419E-9030-FFB54C6F4558}" srcId="{6EA8964D-53D8-474F-88DF-87CE3E7C1785}" destId="{BB40CF49-51D4-484B-BFA4-B48520670278}" srcOrd="0" destOrd="0" parTransId="{8A0BF6DC-DF91-431A-904A-252270687AF7}" sibTransId="{DBDC2DA9-E1A4-4CF4-965A-84B37DED71E3}"/>
    <dgm:cxn modelId="{012FD548-ADC0-4C2E-A7CA-8EC9E75AD31E}" type="presOf" srcId="{32742AE2-B7FC-4B2A-AFD8-60E98C74A308}" destId="{34150CCC-BDB3-4759-81B5-3A1BD2D4CE36}" srcOrd="0" destOrd="0" presId="urn:microsoft.com/office/officeart/2005/8/layout/vProcess5"/>
    <dgm:cxn modelId="{BFE6E96C-0EA0-48FD-9540-25CB45B37B68}" type="presOf" srcId="{6EA8964D-53D8-474F-88DF-87CE3E7C1785}" destId="{789DF0A4-0DF6-4AF7-8AA4-5E70298B5D22}" srcOrd="0" destOrd="0" presId="urn:microsoft.com/office/officeart/2005/8/layout/vProcess5"/>
    <dgm:cxn modelId="{14E0E551-8D29-4190-A5BC-4F17CE248297}" type="presOf" srcId="{2DA1CD6F-9F1F-4BC0-9130-9C5FBD45637E}" destId="{B72220DE-868E-4731-8C66-F14DFD768888}" srcOrd="0" destOrd="0" presId="urn:microsoft.com/office/officeart/2005/8/layout/vProcess5"/>
    <dgm:cxn modelId="{645E567F-9417-447D-90A4-F50403CFA050}" type="presOf" srcId="{4E46D066-4CBC-42E0-9CE4-CA6F035DAA75}" destId="{252F976C-DA48-43C4-95DE-3C54C778E9E3}" srcOrd="0" destOrd="0" presId="urn:microsoft.com/office/officeart/2005/8/layout/vProcess5"/>
    <dgm:cxn modelId="{3239238F-2888-4565-AAC5-D857001FBDBB}" type="presOf" srcId="{A6DD0BC3-8EB6-4BF1-A413-A3FFFD6E7D41}" destId="{A448FCDB-C965-4C6B-8533-55CA4A72DA75}" srcOrd="1" destOrd="0" presId="urn:microsoft.com/office/officeart/2005/8/layout/vProcess5"/>
    <dgm:cxn modelId="{3468498F-D96D-44EF-8F81-053D13D003EF}" type="presOf" srcId="{F97B1D1D-27C1-45A9-A9B4-40F1F672B448}" destId="{919DA795-143C-4460-8D96-AA83918A4AD5}" srcOrd="0" destOrd="0" presId="urn:microsoft.com/office/officeart/2005/8/layout/vProcess5"/>
    <dgm:cxn modelId="{DABBF59F-0838-4C41-B9F3-E60120C80B17}" srcId="{6EA8964D-53D8-474F-88DF-87CE3E7C1785}" destId="{2DA1CD6F-9F1F-4BC0-9130-9C5FBD45637E}" srcOrd="2" destOrd="0" parTransId="{5F4B16FD-4CC0-4361-8F26-09F62F9246D1}" sibTransId="{50EEBB2A-4EFB-4E46-B3D5-D8E63B1BE5B2}"/>
    <dgm:cxn modelId="{881F54A1-D775-405E-9082-56148718BC3B}" type="presOf" srcId="{A6DD0BC3-8EB6-4BF1-A413-A3FFFD6E7D41}" destId="{88A66E1D-4D9E-4D4F-96CE-AAEB84768070}" srcOrd="0" destOrd="0" presId="urn:microsoft.com/office/officeart/2005/8/layout/vProcess5"/>
    <dgm:cxn modelId="{D26407A8-5B40-46D9-85A5-90A729523F15}" srcId="{6EA8964D-53D8-474F-88DF-87CE3E7C1785}" destId="{A272DCE6-4680-4D58-A688-5B7CC50EE35C}" srcOrd="4" destOrd="0" parTransId="{615B6814-F90E-47CA-85C1-D7652F57D22C}" sibTransId="{EC7D3A91-B29B-40D2-9887-236F587661FC}"/>
    <dgm:cxn modelId="{05AE0BAC-852A-424A-BD28-A50190C10D68}" type="presOf" srcId="{50EEBB2A-4EFB-4E46-B3D5-D8E63B1BE5B2}" destId="{64515B9A-5D7B-49B1-AE9A-48C3315C1463}" srcOrd="0" destOrd="0" presId="urn:microsoft.com/office/officeart/2005/8/layout/vProcess5"/>
    <dgm:cxn modelId="{28A2DEAC-1FCC-4ABA-858A-0E602DC39F5F}" type="presOf" srcId="{A272DCE6-4680-4D58-A688-5B7CC50EE35C}" destId="{B52F59D9-5CCC-41B3-8752-0E7F4AA8D305}" srcOrd="1" destOrd="0" presId="urn:microsoft.com/office/officeart/2005/8/layout/vProcess5"/>
    <dgm:cxn modelId="{31A587EE-0D87-4241-924A-9AC1B9CD3B13}" type="presOf" srcId="{2DA1CD6F-9F1F-4BC0-9130-9C5FBD45637E}" destId="{D3791F36-1D79-4CD1-AEDC-47E05E77AEB0}" srcOrd="1" destOrd="0" presId="urn:microsoft.com/office/officeart/2005/8/layout/vProcess5"/>
    <dgm:cxn modelId="{E0CFD3F7-498E-4B37-A512-5CBA45F59F96}" type="presOf" srcId="{4E46D066-4CBC-42E0-9CE4-CA6F035DAA75}" destId="{77900A77-DA5F-468B-8FE3-E7E993CD5A03}" srcOrd="1" destOrd="0" presId="urn:microsoft.com/office/officeart/2005/8/layout/vProcess5"/>
    <dgm:cxn modelId="{9ADBF9F7-4309-48B2-A667-D4A99B6E2C26}" srcId="{6EA8964D-53D8-474F-88DF-87CE3E7C1785}" destId="{A6DD0BC3-8EB6-4BF1-A413-A3FFFD6E7D41}" srcOrd="3" destOrd="0" parTransId="{D8F09199-1E73-40C5-8622-EB56708154AF}" sibTransId="{32742AE2-B7FC-4B2A-AFD8-60E98C74A308}"/>
    <dgm:cxn modelId="{D2F7EAF8-47D1-46F6-ABD4-2027ADBB5763}" type="presOf" srcId="{A272DCE6-4680-4D58-A688-5B7CC50EE35C}" destId="{006CBCF0-17EC-4190-92AA-BF067456C94E}" srcOrd="0" destOrd="0" presId="urn:microsoft.com/office/officeart/2005/8/layout/vProcess5"/>
    <dgm:cxn modelId="{6FCFC720-E642-45D8-945B-20EBDC8A4F66}" type="presParOf" srcId="{789DF0A4-0DF6-4AF7-8AA4-5E70298B5D22}" destId="{CB189A80-1305-4446-86E7-C5FCC5EB55B1}" srcOrd="0" destOrd="0" presId="urn:microsoft.com/office/officeart/2005/8/layout/vProcess5"/>
    <dgm:cxn modelId="{D800ADF9-0A12-41E2-87E7-7A5D23879922}" type="presParOf" srcId="{789DF0A4-0DF6-4AF7-8AA4-5E70298B5D22}" destId="{BA1EA17A-438F-4802-970F-FCCE0A306FF0}" srcOrd="1" destOrd="0" presId="urn:microsoft.com/office/officeart/2005/8/layout/vProcess5"/>
    <dgm:cxn modelId="{98FE2D02-5F31-4912-941D-11E457AEB398}" type="presParOf" srcId="{789DF0A4-0DF6-4AF7-8AA4-5E70298B5D22}" destId="{252F976C-DA48-43C4-95DE-3C54C778E9E3}" srcOrd="2" destOrd="0" presId="urn:microsoft.com/office/officeart/2005/8/layout/vProcess5"/>
    <dgm:cxn modelId="{F4377777-7A1C-47D1-B8F2-BE2F1FC5072B}" type="presParOf" srcId="{789DF0A4-0DF6-4AF7-8AA4-5E70298B5D22}" destId="{B72220DE-868E-4731-8C66-F14DFD768888}" srcOrd="3" destOrd="0" presId="urn:microsoft.com/office/officeart/2005/8/layout/vProcess5"/>
    <dgm:cxn modelId="{03F262C3-3E44-490E-8F7D-D723BC39FCFA}" type="presParOf" srcId="{789DF0A4-0DF6-4AF7-8AA4-5E70298B5D22}" destId="{88A66E1D-4D9E-4D4F-96CE-AAEB84768070}" srcOrd="4" destOrd="0" presId="urn:microsoft.com/office/officeart/2005/8/layout/vProcess5"/>
    <dgm:cxn modelId="{C3815370-E512-487A-AC1D-B66AA0124DB0}" type="presParOf" srcId="{789DF0A4-0DF6-4AF7-8AA4-5E70298B5D22}" destId="{006CBCF0-17EC-4190-92AA-BF067456C94E}" srcOrd="5" destOrd="0" presId="urn:microsoft.com/office/officeart/2005/8/layout/vProcess5"/>
    <dgm:cxn modelId="{D88E854A-19E1-47FC-A77B-73D5E31F7AAF}" type="presParOf" srcId="{789DF0A4-0DF6-4AF7-8AA4-5E70298B5D22}" destId="{389780CF-2792-443D-B4A3-5AA76295C02A}" srcOrd="6" destOrd="0" presId="urn:microsoft.com/office/officeart/2005/8/layout/vProcess5"/>
    <dgm:cxn modelId="{D7DF6706-8ABB-42E9-9FBB-51AE1B7067F7}" type="presParOf" srcId="{789DF0A4-0DF6-4AF7-8AA4-5E70298B5D22}" destId="{919DA795-143C-4460-8D96-AA83918A4AD5}" srcOrd="7" destOrd="0" presId="urn:microsoft.com/office/officeart/2005/8/layout/vProcess5"/>
    <dgm:cxn modelId="{5A0597AA-5AEE-4787-8D42-8263A8EBCDEB}" type="presParOf" srcId="{789DF0A4-0DF6-4AF7-8AA4-5E70298B5D22}" destId="{64515B9A-5D7B-49B1-AE9A-48C3315C1463}" srcOrd="8" destOrd="0" presId="urn:microsoft.com/office/officeart/2005/8/layout/vProcess5"/>
    <dgm:cxn modelId="{E3C39CA9-20FA-4117-9219-D2EE0A412F3E}" type="presParOf" srcId="{789DF0A4-0DF6-4AF7-8AA4-5E70298B5D22}" destId="{34150CCC-BDB3-4759-81B5-3A1BD2D4CE36}" srcOrd="9" destOrd="0" presId="urn:microsoft.com/office/officeart/2005/8/layout/vProcess5"/>
    <dgm:cxn modelId="{17E6C67E-BEF7-4E13-9BFD-5C22E8323235}" type="presParOf" srcId="{789DF0A4-0DF6-4AF7-8AA4-5E70298B5D22}" destId="{085478B3-D0DB-44BB-AD58-A3A7E5D7C77F}" srcOrd="10" destOrd="0" presId="urn:microsoft.com/office/officeart/2005/8/layout/vProcess5"/>
    <dgm:cxn modelId="{E4030A05-3499-46C4-B66A-101BBFFFE7D2}" type="presParOf" srcId="{789DF0A4-0DF6-4AF7-8AA4-5E70298B5D22}" destId="{77900A77-DA5F-468B-8FE3-E7E993CD5A03}" srcOrd="11" destOrd="0" presId="urn:microsoft.com/office/officeart/2005/8/layout/vProcess5"/>
    <dgm:cxn modelId="{D4F481EE-11F4-447D-9F51-D1F030547D90}" type="presParOf" srcId="{789DF0A4-0DF6-4AF7-8AA4-5E70298B5D22}" destId="{D3791F36-1D79-4CD1-AEDC-47E05E77AEB0}" srcOrd="12" destOrd="0" presId="urn:microsoft.com/office/officeart/2005/8/layout/vProcess5"/>
    <dgm:cxn modelId="{25B2F6CA-84FD-4DC8-A2FF-787B1A022AF1}" type="presParOf" srcId="{789DF0A4-0DF6-4AF7-8AA4-5E70298B5D22}" destId="{A448FCDB-C965-4C6B-8533-55CA4A72DA75}" srcOrd="13" destOrd="0" presId="urn:microsoft.com/office/officeart/2005/8/layout/vProcess5"/>
    <dgm:cxn modelId="{1752BDCA-385B-4EC0-B9F0-77593C465EB7}" type="presParOf" srcId="{789DF0A4-0DF6-4AF7-8AA4-5E70298B5D22}" destId="{B52F59D9-5CCC-41B3-8752-0E7F4AA8D30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6C3555-1A89-48C2-855B-B568D5AC7997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39CE5C-B216-4391-B025-4F1DD7548ABB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F588B-ECF0-4FB7-A037-FC2314D4A923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 err="1"/>
            <a:t>Qué</a:t>
          </a:r>
          <a:r>
            <a:rPr lang="en-US" sz="1900" b="1" kern="1200" dirty="0"/>
            <a:t> </a:t>
          </a:r>
          <a:r>
            <a:rPr lang="en-US" sz="1900" b="1" kern="1200" dirty="0" err="1"/>
            <a:t>vamos</a:t>
          </a:r>
          <a:r>
            <a:rPr lang="en-US" sz="1900" b="1" kern="1200" dirty="0"/>
            <a:t> a </a:t>
          </a:r>
          <a:r>
            <a:rPr lang="en-US" sz="1900" b="1" kern="1200" dirty="0" err="1"/>
            <a:t>hacer</a:t>
          </a:r>
          <a:r>
            <a:rPr lang="en-US" sz="1900" b="1" kern="1200" dirty="0"/>
            <a:t> </a:t>
          </a:r>
          <a:r>
            <a:rPr lang="en-US" sz="1900" b="1" kern="1200" dirty="0" err="1"/>
            <a:t>en</a:t>
          </a:r>
          <a:r>
            <a:rPr lang="en-US" sz="1900" b="1" kern="1200" dirty="0"/>
            <a:t> </a:t>
          </a:r>
          <a:r>
            <a:rPr lang="en-US" sz="1900" b="1" kern="1200" dirty="0" err="1"/>
            <a:t>este</a:t>
          </a:r>
          <a:r>
            <a:rPr lang="en-US" sz="1900" b="1" kern="1200" dirty="0"/>
            <a:t> </a:t>
          </a:r>
          <a:r>
            <a:rPr lang="en-US" sz="1900" b="1" kern="1200" dirty="0" err="1"/>
            <a:t>curso</a:t>
          </a:r>
          <a:r>
            <a:rPr lang="en-US" sz="1900" b="1" kern="1200" dirty="0"/>
            <a:t>?</a:t>
          </a:r>
          <a:endParaRPr lang="en-US" sz="1900" kern="1200" dirty="0"/>
        </a:p>
      </dsp:txBody>
      <dsp:txXfrm>
        <a:off x="1059754" y="4307"/>
        <a:ext cx="5304469" cy="917536"/>
      </dsp:txXfrm>
    </dsp:sp>
    <dsp:sp modelId="{138C3145-5D03-476E-A6D6-9E81CFD57BA7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B0612-1B43-433B-B4A9-9444B54132C6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E2915-B482-4C44-9258-7CBB3F4DD567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Comprender</a:t>
          </a:r>
          <a:r>
            <a:rPr lang="en-US" sz="1900" kern="1200" dirty="0"/>
            <a:t> la Ingeniería de Software </a:t>
          </a:r>
          <a:r>
            <a:rPr lang="en-US" sz="1900" kern="1200" dirty="0" err="1"/>
            <a:t>como</a:t>
          </a:r>
          <a:r>
            <a:rPr lang="en-US" sz="1900" kern="1200" dirty="0"/>
            <a:t> </a:t>
          </a:r>
          <a:r>
            <a:rPr lang="en-US" sz="1900" kern="1200" dirty="0" err="1"/>
            <a:t>disciplina</a:t>
          </a:r>
        </a:p>
      </dsp:txBody>
      <dsp:txXfrm>
        <a:off x="1059754" y="1151227"/>
        <a:ext cx="5304469" cy="917536"/>
      </dsp:txXfrm>
    </dsp:sp>
    <dsp:sp modelId="{7A096C78-6A31-46D4-961D-459A2EF9CAE4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3D704-A654-4F9F-92BC-F44D22DB3060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21B75-E508-4393-9AFC-22D1C9DE2C17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Desarrollar</a:t>
          </a:r>
          <a:r>
            <a:rPr lang="en-US" sz="1900" kern="1200" dirty="0"/>
            <a:t> un </a:t>
          </a:r>
          <a:r>
            <a:rPr lang="en-US" sz="1900" kern="1200" dirty="0" err="1"/>
            <a:t>proyecto</a:t>
          </a:r>
          <a:r>
            <a:rPr lang="en-US" sz="1900" kern="1200" dirty="0"/>
            <a:t> </a:t>
          </a:r>
          <a:r>
            <a:rPr lang="en-US" sz="1900" kern="1200" dirty="0" err="1"/>
            <a:t>realista</a:t>
          </a:r>
        </a:p>
      </dsp:txBody>
      <dsp:txXfrm>
        <a:off x="1059754" y="2298147"/>
        <a:ext cx="5304469" cy="917536"/>
      </dsp:txXfrm>
    </dsp:sp>
    <dsp:sp modelId="{0577EF55-B791-4E26-8B82-9AFECDEDB011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78D283-E4B7-4C8F-8C35-E8FF9E5B7CB7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30CD47-2D22-4A59-8B30-EB5FFC9C26C1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Tomar </a:t>
          </a:r>
          <a:r>
            <a:rPr lang="en-US" sz="1900" kern="1200" dirty="0" err="1"/>
            <a:t>decisiones</a:t>
          </a:r>
          <a:r>
            <a:rPr lang="en-US" sz="1900" kern="1200" dirty="0"/>
            <a:t> </a:t>
          </a:r>
          <a:r>
            <a:rPr lang="en-US" sz="1900" kern="1200" dirty="0" err="1"/>
            <a:t>técnicas</a:t>
          </a:r>
          <a:r>
            <a:rPr lang="en-US" sz="1900" kern="1200" dirty="0"/>
            <a:t> y </a:t>
          </a:r>
          <a:r>
            <a:rPr lang="en-US" sz="1900" kern="1200" dirty="0" err="1"/>
            <a:t>arquitectónicas</a:t>
          </a:r>
        </a:p>
      </dsp:txBody>
      <dsp:txXfrm>
        <a:off x="1059754" y="3445068"/>
        <a:ext cx="5304469" cy="917536"/>
      </dsp:txXfrm>
    </dsp:sp>
    <dsp:sp modelId="{4013EF7A-A660-4626-8BF4-4D0B7DC5A05F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FFDCAD-7BD2-41DF-9695-0D5CC0FB60FD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46D1AC-2559-4C7B-8D93-6F535996CEC2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Trabajar</a:t>
          </a:r>
          <a:r>
            <a:rPr lang="en-US" sz="1900" kern="1200" dirty="0"/>
            <a:t> </a:t>
          </a:r>
          <a:r>
            <a:rPr lang="en-US" sz="1900" kern="1200" dirty="0" err="1"/>
            <a:t>como</a:t>
          </a:r>
          <a:r>
            <a:rPr lang="en-US" sz="1900" kern="1200" dirty="0"/>
            <a:t> </a:t>
          </a:r>
          <a:r>
            <a:rPr lang="en-US" sz="1900" kern="1200" dirty="0" err="1"/>
            <a:t>en</a:t>
          </a:r>
          <a:r>
            <a:rPr lang="en-US" sz="1900" kern="1200" dirty="0"/>
            <a:t> una </a:t>
          </a:r>
          <a:r>
            <a:rPr lang="en-US" sz="1900" kern="1200" dirty="0" err="1"/>
            <a:t>empresa</a:t>
          </a:r>
          <a:r>
            <a:rPr lang="en-US" sz="1900" kern="1200" dirty="0"/>
            <a:t> de software</a:t>
          </a:r>
        </a:p>
      </dsp:txBody>
      <dsp:txXfrm>
        <a:off x="1059754" y="4591988"/>
        <a:ext cx="5304469" cy="917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34C828-6AF9-4669-9F07-D3298F35EAB6}">
      <dsp:nvSpPr>
        <dsp:cNvPr id="0" name=""/>
        <dsp:cNvSpPr/>
      </dsp:nvSpPr>
      <dsp:spPr>
        <a:xfrm>
          <a:off x="478800" y="90286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77540A-3FEB-4E93-ABAB-2D025CE2F0F0}">
      <dsp:nvSpPr>
        <dsp:cNvPr id="0" name=""/>
        <dsp:cNvSpPr/>
      </dsp:nvSpPr>
      <dsp:spPr>
        <a:xfrm>
          <a:off x="712800" y="1136865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C36D86-907B-4A25-8283-718B6CB268A3}">
      <dsp:nvSpPr>
        <dsp:cNvPr id="0" name=""/>
        <dsp:cNvSpPr/>
      </dsp:nvSpPr>
      <dsp:spPr>
        <a:xfrm>
          <a:off x="127800" y="23428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Resuelve un problema</a:t>
          </a:r>
        </a:p>
      </dsp:txBody>
      <dsp:txXfrm>
        <a:off x="127800" y="2342865"/>
        <a:ext cx="1800000" cy="720000"/>
      </dsp:txXfrm>
    </dsp:sp>
    <dsp:sp modelId="{F7BAE86E-F8C7-4281-8264-36CB190BB0B4}">
      <dsp:nvSpPr>
        <dsp:cNvPr id="0" name=""/>
        <dsp:cNvSpPr/>
      </dsp:nvSpPr>
      <dsp:spPr>
        <a:xfrm>
          <a:off x="2593800" y="90286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781380-69B9-418A-BBA5-9D7E7590CED1}">
      <dsp:nvSpPr>
        <dsp:cNvPr id="0" name=""/>
        <dsp:cNvSpPr/>
      </dsp:nvSpPr>
      <dsp:spPr>
        <a:xfrm>
          <a:off x="2827800" y="1136864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41AB9B-6528-488C-A246-918FD4705716}">
      <dsp:nvSpPr>
        <dsp:cNvPr id="0" name=""/>
        <dsp:cNvSpPr/>
      </dsp:nvSpPr>
      <dsp:spPr>
        <a:xfrm>
          <a:off x="2242800" y="23428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Tiene usuarios</a:t>
          </a:r>
        </a:p>
      </dsp:txBody>
      <dsp:txXfrm>
        <a:off x="2242800" y="2342865"/>
        <a:ext cx="1800000" cy="720000"/>
      </dsp:txXfrm>
    </dsp:sp>
    <dsp:sp modelId="{878C8BE2-6ECF-490A-A87F-458A7BEF13B2}">
      <dsp:nvSpPr>
        <dsp:cNvPr id="0" name=""/>
        <dsp:cNvSpPr/>
      </dsp:nvSpPr>
      <dsp:spPr>
        <a:xfrm>
          <a:off x="4708800" y="90286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CAA586-21B1-4304-A65F-1AFBFCC031E5}">
      <dsp:nvSpPr>
        <dsp:cNvPr id="0" name=""/>
        <dsp:cNvSpPr/>
      </dsp:nvSpPr>
      <dsp:spPr>
        <a:xfrm>
          <a:off x="4942800" y="1136864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C4261-3E77-4860-800C-C4F2129BA8AE}">
      <dsp:nvSpPr>
        <dsp:cNvPr id="0" name=""/>
        <dsp:cNvSpPr/>
      </dsp:nvSpPr>
      <dsp:spPr>
        <a:xfrm>
          <a:off x="4357800" y="23428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Tiene costos</a:t>
          </a:r>
        </a:p>
      </dsp:txBody>
      <dsp:txXfrm>
        <a:off x="4357800" y="2342865"/>
        <a:ext cx="1800000" cy="720000"/>
      </dsp:txXfrm>
    </dsp:sp>
    <dsp:sp modelId="{8E271274-CFD1-47BF-84B3-DCC31D0DFA08}">
      <dsp:nvSpPr>
        <dsp:cNvPr id="0" name=""/>
        <dsp:cNvSpPr/>
      </dsp:nvSpPr>
      <dsp:spPr>
        <a:xfrm>
          <a:off x="6823800" y="90286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B437E4-A00E-4B56-9B43-C51570702493}">
      <dsp:nvSpPr>
        <dsp:cNvPr id="0" name=""/>
        <dsp:cNvSpPr/>
      </dsp:nvSpPr>
      <dsp:spPr>
        <a:xfrm>
          <a:off x="7057800" y="1136864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F1FB4C-32B3-4B7F-BC19-F15D0B56F079}">
      <dsp:nvSpPr>
        <dsp:cNvPr id="0" name=""/>
        <dsp:cNvSpPr/>
      </dsp:nvSpPr>
      <dsp:spPr>
        <a:xfrm>
          <a:off x="6472800" y="23428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Tiene riesgos</a:t>
          </a:r>
        </a:p>
      </dsp:txBody>
      <dsp:txXfrm>
        <a:off x="6472800" y="2342865"/>
        <a:ext cx="1800000" cy="720000"/>
      </dsp:txXfrm>
    </dsp:sp>
    <dsp:sp modelId="{399064C9-F282-416A-95F4-08E4E8C187EA}">
      <dsp:nvSpPr>
        <dsp:cNvPr id="0" name=""/>
        <dsp:cNvSpPr/>
      </dsp:nvSpPr>
      <dsp:spPr>
        <a:xfrm>
          <a:off x="8938800" y="902864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07DB56-B8E3-45BB-ABCF-B829CDAA01F7}">
      <dsp:nvSpPr>
        <dsp:cNvPr id="0" name=""/>
        <dsp:cNvSpPr/>
      </dsp:nvSpPr>
      <dsp:spPr>
        <a:xfrm>
          <a:off x="9172800" y="1136864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72B9B-80E0-429C-9AD1-A972D4ECA97C}">
      <dsp:nvSpPr>
        <dsp:cNvPr id="0" name=""/>
        <dsp:cNvSpPr/>
      </dsp:nvSpPr>
      <dsp:spPr>
        <a:xfrm>
          <a:off x="8587800" y="234286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Evoluciona en el tiempo</a:t>
          </a:r>
        </a:p>
      </dsp:txBody>
      <dsp:txXfrm>
        <a:off x="8587800" y="2342865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23EB9-27DF-4836-8CF2-B2DA82F95A02}">
      <dsp:nvSpPr>
        <dsp:cNvPr id="0" name=""/>
        <dsp:cNvSpPr/>
      </dsp:nvSpPr>
      <dsp:spPr>
        <a:xfrm>
          <a:off x="914272" y="336343"/>
          <a:ext cx="4631618" cy="4631618"/>
        </a:xfrm>
        <a:prstGeom prst="pie">
          <a:avLst>
            <a:gd name="adj1" fmla="val 16200000"/>
            <a:gd name="adj2" fmla="val 19285716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Identificación del problema</a:t>
          </a:r>
        </a:p>
      </dsp:txBody>
      <dsp:txXfrm>
        <a:off x="3347526" y="766422"/>
        <a:ext cx="1102766" cy="882213"/>
      </dsp:txXfrm>
    </dsp:sp>
    <dsp:sp modelId="{674A8E6E-2CA1-4D7A-A4DF-75CB48C4735A}">
      <dsp:nvSpPr>
        <dsp:cNvPr id="0" name=""/>
        <dsp:cNvSpPr/>
      </dsp:nvSpPr>
      <dsp:spPr>
        <a:xfrm>
          <a:off x="973822" y="410780"/>
          <a:ext cx="4631618" cy="4631618"/>
        </a:xfrm>
        <a:prstGeom prst="pie">
          <a:avLst>
            <a:gd name="adj1" fmla="val 19285716"/>
            <a:gd name="adj2" fmla="val 771428"/>
          </a:avLst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Requerimientos</a:t>
          </a:r>
        </a:p>
      </dsp:txBody>
      <dsp:txXfrm>
        <a:off x="4119463" y="2089742"/>
        <a:ext cx="1268181" cy="771936"/>
      </dsp:txXfrm>
    </dsp:sp>
    <dsp:sp modelId="{A4B70466-CEF5-4394-8ABA-44C7248AB91D}">
      <dsp:nvSpPr>
        <dsp:cNvPr id="0" name=""/>
        <dsp:cNvSpPr/>
      </dsp:nvSpPr>
      <dsp:spPr>
        <a:xfrm>
          <a:off x="952318" y="504515"/>
          <a:ext cx="4631618" cy="4631618"/>
        </a:xfrm>
        <a:prstGeom prst="pie">
          <a:avLst>
            <a:gd name="adj1" fmla="val 771428"/>
            <a:gd name="adj2" fmla="val 3857143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Diseño</a:t>
          </a:r>
        </a:p>
      </dsp:txBody>
      <dsp:txXfrm>
        <a:off x="3926479" y="3247647"/>
        <a:ext cx="1102766" cy="854643"/>
      </dsp:txXfrm>
    </dsp:sp>
    <dsp:sp modelId="{5B9E2BA2-A5D3-49A8-9BE1-AD7644E76B13}">
      <dsp:nvSpPr>
        <dsp:cNvPr id="0" name=""/>
        <dsp:cNvSpPr/>
      </dsp:nvSpPr>
      <dsp:spPr>
        <a:xfrm>
          <a:off x="866302" y="545869"/>
          <a:ext cx="4631618" cy="4631618"/>
        </a:xfrm>
        <a:prstGeom prst="pie">
          <a:avLst>
            <a:gd name="adj1" fmla="val 3857226"/>
            <a:gd name="adj2" fmla="val 6942858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Desarrollo</a:t>
          </a:r>
        </a:p>
      </dsp:txBody>
      <dsp:txXfrm>
        <a:off x="2644513" y="4184998"/>
        <a:ext cx="1075197" cy="771936"/>
      </dsp:txXfrm>
    </dsp:sp>
    <dsp:sp modelId="{874F173A-2933-49FA-849A-326379AF3A74}">
      <dsp:nvSpPr>
        <dsp:cNvPr id="0" name=""/>
        <dsp:cNvSpPr/>
      </dsp:nvSpPr>
      <dsp:spPr>
        <a:xfrm>
          <a:off x="780286" y="504515"/>
          <a:ext cx="4631618" cy="4631618"/>
        </a:xfrm>
        <a:prstGeom prst="pie">
          <a:avLst>
            <a:gd name="adj1" fmla="val 6942858"/>
            <a:gd name="adj2" fmla="val 10028574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Pruebas</a:t>
          </a:r>
        </a:p>
      </dsp:txBody>
      <dsp:txXfrm>
        <a:off x="1334978" y="3247647"/>
        <a:ext cx="1102766" cy="854643"/>
      </dsp:txXfrm>
    </dsp:sp>
    <dsp:sp modelId="{FBD537DE-4866-4020-9E0D-DA562C034165}">
      <dsp:nvSpPr>
        <dsp:cNvPr id="0" name=""/>
        <dsp:cNvSpPr/>
      </dsp:nvSpPr>
      <dsp:spPr>
        <a:xfrm>
          <a:off x="758782" y="410780"/>
          <a:ext cx="4631618" cy="4631618"/>
        </a:xfrm>
        <a:prstGeom prst="pie">
          <a:avLst>
            <a:gd name="adj1" fmla="val 10028574"/>
            <a:gd name="adj2" fmla="val 13114284"/>
          </a:avLst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Despliegue</a:t>
          </a:r>
        </a:p>
      </dsp:txBody>
      <dsp:txXfrm>
        <a:off x="976579" y="2089742"/>
        <a:ext cx="1268181" cy="771936"/>
      </dsp:txXfrm>
    </dsp:sp>
    <dsp:sp modelId="{2CF21E5D-D2C2-4D5A-B8A0-CB64DDBBE239}">
      <dsp:nvSpPr>
        <dsp:cNvPr id="0" name=""/>
        <dsp:cNvSpPr/>
      </dsp:nvSpPr>
      <dsp:spPr>
        <a:xfrm>
          <a:off x="818332" y="336343"/>
          <a:ext cx="4631618" cy="4631618"/>
        </a:xfrm>
        <a:prstGeom prst="pie">
          <a:avLst>
            <a:gd name="adj1" fmla="val 13114284"/>
            <a:gd name="adj2" fmla="val 1620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Mantenimiento</a:t>
          </a:r>
        </a:p>
      </dsp:txBody>
      <dsp:txXfrm>
        <a:off x="1913930" y="766422"/>
        <a:ext cx="1102766" cy="882213"/>
      </dsp:txXfrm>
    </dsp:sp>
    <dsp:sp modelId="{F08525AC-48B9-410C-9562-DEA43E1BC221}">
      <dsp:nvSpPr>
        <dsp:cNvPr id="0" name=""/>
        <dsp:cNvSpPr/>
      </dsp:nvSpPr>
      <dsp:spPr>
        <a:xfrm>
          <a:off x="627322" y="49624"/>
          <a:ext cx="5205057" cy="5205057"/>
        </a:xfrm>
        <a:prstGeom prst="circularArrow">
          <a:avLst>
            <a:gd name="adj1" fmla="val 5085"/>
            <a:gd name="adj2" fmla="val 327528"/>
            <a:gd name="adj3" fmla="val 18957827"/>
            <a:gd name="adj4" fmla="val 16200343"/>
            <a:gd name="adj5" fmla="val 5932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39BBB-40BD-403E-8A37-75B8C5BCB00B}">
      <dsp:nvSpPr>
        <dsp:cNvPr id="0" name=""/>
        <dsp:cNvSpPr/>
      </dsp:nvSpPr>
      <dsp:spPr>
        <a:xfrm>
          <a:off x="687246" y="124390"/>
          <a:ext cx="5205057" cy="5205057"/>
        </a:xfrm>
        <a:prstGeom prst="circularArrow">
          <a:avLst>
            <a:gd name="adj1" fmla="val 5085"/>
            <a:gd name="adj2" fmla="val 327528"/>
            <a:gd name="adj3" fmla="val 443744"/>
            <a:gd name="adj4" fmla="val 19285776"/>
            <a:gd name="adj5" fmla="val 5932"/>
          </a:avLst>
        </a:prstGeom>
        <a:solidFill>
          <a:schemeClr val="accent5">
            <a:hueOff val="-2025358"/>
            <a:satOff val="-138"/>
            <a:lumOff val="32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51E353-9E76-465F-9BBC-EC29921801FA}">
      <dsp:nvSpPr>
        <dsp:cNvPr id="0" name=""/>
        <dsp:cNvSpPr/>
      </dsp:nvSpPr>
      <dsp:spPr>
        <a:xfrm>
          <a:off x="665666" y="217908"/>
          <a:ext cx="5205057" cy="5205057"/>
        </a:xfrm>
        <a:prstGeom prst="circularArrow">
          <a:avLst>
            <a:gd name="adj1" fmla="val 5085"/>
            <a:gd name="adj2" fmla="val 327528"/>
            <a:gd name="adj3" fmla="val 3529100"/>
            <a:gd name="adj4" fmla="val 770764"/>
            <a:gd name="adj5" fmla="val 5932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3BD11-F1C1-410C-8FA2-90E5372ED00A}">
      <dsp:nvSpPr>
        <dsp:cNvPr id="0" name=""/>
        <dsp:cNvSpPr/>
      </dsp:nvSpPr>
      <dsp:spPr>
        <a:xfrm>
          <a:off x="579583" y="259029"/>
          <a:ext cx="5205057" cy="5205057"/>
        </a:xfrm>
        <a:prstGeom prst="circularArrow">
          <a:avLst>
            <a:gd name="adj1" fmla="val 5085"/>
            <a:gd name="adj2" fmla="val 327528"/>
            <a:gd name="adj3" fmla="val 6615046"/>
            <a:gd name="adj4" fmla="val 3857426"/>
            <a:gd name="adj5" fmla="val 5932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F01D0A-CDFF-41BB-8057-7FE76A70239C}">
      <dsp:nvSpPr>
        <dsp:cNvPr id="0" name=""/>
        <dsp:cNvSpPr/>
      </dsp:nvSpPr>
      <dsp:spPr>
        <a:xfrm>
          <a:off x="493500" y="217908"/>
          <a:ext cx="5205057" cy="5205057"/>
        </a:xfrm>
        <a:prstGeom prst="circularArrow">
          <a:avLst>
            <a:gd name="adj1" fmla="val 5085"/>
            <a:gd name="adj2" fmla="val 327528"/>
            <a:gd name="adj3" fmla="val 9701707"/>
            <a:gd name="adj4" fmla="val 6943371"/>
            <a:gd name="adj5" fmla="val 5932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2EBFFB-1183-4026-9E3D-1B2F3D3C61C4}">
      <dsp:nvSpPr>
        <dsp:cNvPr id="0" name=""/>
        <dsp:cNvSpPr/>
      </dsp:nvSpPr>
      <dsp:spPr>
        <a:xfrm>
          <a:off x="471919" y="124390"/>
          <a:ext cx="5205057" cy="5205057"/>
        </a:xfrm>
        <a:prstGeom prst="circularArrow">
          <a:avLst>
            <a:gd name="adj1" fmla="val 5085"/>
            <a:gd name="adj2" fmla="val 327528"/>
            <a:gd name="adj3" fmla="val 12786695"/>
            <a:gd name="adj4" fmla="val 10028727"/>
            <a:gd name="adj5" fmla="val 5932"/>
          </a:avLst>
        </a:prstGeom>
        <a:solidFill>
          <a:schemeClr val="accent5">
            <a:hueOff val="-10126791"/>
            <a:satOff val="-688"/>
            <a:lumOff val="163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9AD3E-648B-4109-A4D2-28053118FEEE}">
      <dsp:nvSpPr>
        <dsp:cNvPr id="0" name=""/>
        <dsp:cNvSpPr/>
      </dsp:nvSpPr>
      <dsp:spPr>
        <a:xfrm>
          <a:off x="531843" y="49624"/>
          <a:ext cx="5205057" cy="5205057"/>
        </a:xfrm>
        <a:prstGeom prst="circularArrow">
          <a:avLst>
            <a:gd name="adj1" fmla="val 5085"/>
            <a:gd name="adj2" fmla="val 327528"/>
            <a:gd name="adj3" fmla="val 15872129"/>
            <a:gd name="adj4" fmla="val 13114645"/>
            <a:gd name="adj5" fmla="val 5932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015668-3A65-4B66-A91E-9EECA0B1307B}">
      <dsp:nvSpPr>
        <dsp:cNvPr id="0" name=""/>
        <dsp:cNvSpPr/>
      </dsp:nvSpPr>
      <dsp:spPr>
        <a:xfrm>
          <a:off x="0" y="461480"/>
          <a:ext cx="6666833" cy="687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Este curso funcionará como:</a:t>
          </a:r>
        </a:p>
      </dsp:txBody>
      <dsp:txXfrm>
        <a:off x="33583" y="495063"/>
        <a:ext cx="6599667" cy="620794"/>
      </dsp:txXfrm>
    </dsp:sp>
    <dsp:sp modelId="{2FEFCF30-DA76-4D74-A871-3EDEDEF99055}">
      <dsp:nvSpPr>
        <dsp:cNvPr id="0" name=""/>
        <dsp:cNvSpPr/>
      </dsp:nvSpPr>
      <dsp:spPr>
        <a:xfrm>
          <a:off x="0" y="1230080"/>
          <a:ext cx="6666833" cy="687960"/>
        </a:xfrm>
        <a:prstGeom prst="roundRect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Una </a:t>
          </a:r>
          <a:r>
            <a:rPr lang="en-US" sz="2800" b="1" kern="1200"/>
            <a:t>empresa de desarrollo de software</a:t>
          </a:r>
          <a:endParaRPr lang="en-US" sz="2800" kern="1200"/>
        </a:p>
      </dsp:txBody>
      <dsp:txXfrm>
        <a:off x="33583" y="1263663"/>
        <a:ext cx="6599667" cy="620794"/>
      </dsp:txXfrm>
    </dsp:sp>
    <dsp:sp modelId="{42DCD702-AC96-4B08-80EF-9D133036D4F2}">
      <dsp:nvSpPr>
        <dsp:cNvPr id="0" name=""/>
        <dsp:cNvSpPr/>
      </dsp:nvSpPr>
      <dsp:spPr>
        <a:xfrm>
          <a:off x="0" y="1998680"/>
          <a:ext cx="6666833" cy="687960"/>
        </a:xfrm>
        <a:prstGeom prst="roundRect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 equipos de trabajo</a:t>
          </a:r>
        </a:p>
      </dsp:txBody>
      <dsp:txXfrm>
        <a:off x="33583" y="2032263"/>
        <a:ext cx="6599667" cy="620794"/>
      </dsp:txXfrm>
    </dsp:sp>
    <dsp:sp modelId="{AFCF170B-492E-4EF1-A712-05C04EEBA7CE}">
      <dsp:nvSpPr>
        <dsp:cNvPr id="0" name=""/>
        <dsp:cNvSpPr/>
      </dsp:nvSpPr>
      <dsp:spPr>
        <a:xfrm>
          <a:off x="0" y="2767280"/>
          <a:ext cx="6666833" cy="687960"/>
        </a:xfrm>
        <a:prstGeom prst="roundRect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 entregables</a:t>
          </a:r>
        </a:p>
      </dsp:txBody>
      <dsp:txXfrm>
        <a:off x="33583" y="2800863"/>
        <a:ext cx="6599667" cy="620794"/>
      </dsp:txXfrm>
    </dsp:sp>
    <dsp:sp modelId="{EC064204-BA21-4C3B-9E61-16091557BD92}">
      <dsp:nvSpPr>
        <dsp:cNvPr id="0" name=""/>
        <dsp:cNvSpPr/>
      </dsp:nvSpPr>
      <dsp:spPr>
        <a:xfrm>
          <a:off x="0" y="3535880"/>
          <a:ext cx="6666833" cy="687960"/>
        </a:xfrm>
        <a:prstGeom prst="roundRect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 revisiones</a:t>
          </a:r>
        </a:p>
      </dsp:txBody>
      <dsp:txXfrm>
        <a:off x="33583" y="3569463"/>
        <a:ext cx="6599667" cy="620794"/>
      </dsp:txXfrm>
    </dsp:sp>
    <dsp:sp modelId="{C7E1A646-315B-499D-B348-152139302DA3}">
      <dsp:nvSpPr>
        <dsp:cNvPr id="0" name=""/>
        <dsp:cNvSpPr/>
      </dsp:nvSpPr>
      <dsp:spPr>
        <a:xfrm>
          <a:off x="0" y="4304479"/>
          <a:ext cx="6666833" cy="687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Con decisiones técnicas</a:t>
          </a:r>
        </a:p>
      </dsp:txBody>
      <dsp:txXfrm>
        <a:off x="33583" y="4338062"/>
        <a:ext cx="6599667" cy="6207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9C54D7-78A7-4C3C-9574-80054E5FA607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9BF84-3E90-49D6-A504-35866AF590F0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3406B5-8780-4195-98A3-26BACA831A70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Equipos de desarrollo (estudiantes)</a:t>
          </a:r>
        </a:p>
      </dsp:txBody>
      <dsp:txXfrm>
        <a:off x="1834517" y="469890"/>
        <a:ext cx="3148942" cy="1335915"/>
      </dsp:txXfrm>
    </dsp:sp>
    <dsp:sp modelId="{A2356A35-4B7B-4183-B085-658E313DFCFD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4B1ECB-7480-4594-A864-1A6C0E0D1A4E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1BAF1E-4530-4F99-BF70-E8CF81A777D4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Roles técnicos (rotativos)</a:t>
          </a:r>
        </a:p>
      </dsp:txBody>
      <dsp:txXfrm>
        <a:off x="7154322" y="469890"/>
        <a:ext cx="3148942" cy="1335915"/>
      </dsp:txXfrm>
    </dsp:sp>
    <dsp:sp modelId="{D099B3CA-B82D-43BF-914B-1B1EFAD20AEC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721760-AA42-425C-B0B1-0DBC8FE8470C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3AA78-2690-4181-BAA0-60D283916AB6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Cliente / usuario (contexto del problema)</a:t>
          </a:r>
        </a:p>
      </dsp:txBody>
      <dsp:txXfrm>
        <a:off x="1834517" y="2545532"/>
        <a:ext cx="3148942" cy="1335915"/>
      </dsp:txXfrm>
    </dsp:sp>
    <dsp:sp modelId="{4D27AD24-CBF8-4779-87FB-DE8DFB7D4E72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3B3287-E583-4F6A-9977-EF94BDDF335A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B14FF-3788-4373-8012-2408F1CA43F3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Comité de Desarrollo y Arquitectura</a:t>
          </a:r>
          <a:endParaRPr lang="en-US" sz="2400" kern="1200"/>
        </a:p>
      </dsp:txBody>
      <dsp:txXfrm>
        <a:off x="7154322" y="2545532"/>
        <a:ext cx="3148942" cy="13359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2896E-818C-45E8-93F8-F152D1E95C85}">
      <dsp:nvSpPr>
        <dsp:cNvPr id="0" name=""/>
        <dsp:cNvSpPr/>
      </dsp:nvSpPr>
      <dsp:spPr>
        <a:xfrm>
          <a:off x="0" y="107273"/>
          <a:ext cx="6245265" cy="98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Responsabilidades:</a:t>
          </a:r>
        </a:p>
      </dsp:txBody>
      <dsp:txXfrm>
        <a:off x="47976" y="155249"/>
        <a:ext cx="6149313" cy="886848"/>
      </dsp:txXfrm>
    </dsp:sp>
    <dsp:sp modelId="{F21366B0-21D3-4686-B3F8-BBE53BF9CF07}">
      <dsp:nvSpPr>
        <dsp:cNvPr id="0" name=""/>
        <dsp:cNvSpPr/>
      </dsp:nvSpPr>
      <dsp:spPr>
        <a:xfrm>
          <a:off x="0" y="1205273"/>
          <a:ext cx="6245265" cy="98280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Orientar técnicamente</a:t>
          </a:r>
        </a:p>
      </dsp:txBody>
      <dsp:txXfrm>
        <a:off x="47976" y="1253249"/>
        <a:ext cx="6149313" cy="886848"/>
      </dsp:txXfrm>
    </dsp:sp>
    <dsp:sp modelId="{D933331A-0208-4028-9F66-6CE8E7DEE1BD}">
      <dsp:nvSpPr>
        <dsp:cNvPr id="0" name=""/>
        <dsp:cNvSpPr/>
      </dsp:nvSpPr>
      <dsp:spPr>
        <a:xfrm>
          <a:off x="0" y="2303273"/>
          <a:ext cx="6245265" cy="98280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Evaluar decisiones</a:t>
          </a:r>
        </a:p>
      </dsp:txBody>
      <dsp:txXfrm>
        <a:off x="47976" y="2351249"/>
        <a:ext cx="6149313" cy="886848"/>
      </dsp:txXfrm>
    </dsp:sp>
    <dsp:sp modelId="{A712094C-5E43-48A0-985F-9A47947F15C1}">
      <dsp:nvSpPr>
        <dsp:cNvPr id="0" name=""/>
        <dsp:cNvSpPr/>
      </dsp:nvSpPr>
      <dsp:spPr>
        <a:xfrm>
          <a:off x="0" y="3401273"/>
          <a:ext cx="6245265" cy="98280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Exigir justificaciones</a:t>
          </a:r>
        </a:p>
      </dsp:txBody>
      <dsp:txXfrm>
        <a:off x="47976" y="3449249"/>
        <a:ext cx="6149313" cy="886848"/>
      </dsp:txXfrm>
    </dsp:sp>
    <dsp:sp modelId="{6ADA431D-2E54-4EB6-AC87-73F512B947C3}">
      <dsp:nvSpPr>
        <dsp:cNvPr id="0" name=""/>
        <dsp:cNvSpPr/>
      </dsp:nvSpPr>
      <dsp:spPr>
        <a:xfrm>
          <a:off x="0" y="4499273"/>
          <a:ext cx="6245265" cy="9828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Acompañar el aprendizaje</a:t>
          </a:r>
        </a:p>
      </dsp:txBody>
      <dsp:txXfrm>
        <a:off x="47976" y="4547249"/>
        <a:ext cx="6149313" cy="8868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738FDA-50B7-49D3-A527-AFA31FCFCA12}">
      <dsp:nvSpPr>
        <dsp:cNvPr id="0" name=""/>
        <dsp:cNvSpPr/>
      </dsp:nvSpPr>
      <dsp:spPr>
        <a:xfrm>
          <a:off x="554220" y="704909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9F738-426C-43BD-9270-022D7F4E3FB5}">
      <dsp:nvSpPr>
        <dsp:cNvPr id="0" name=""/>
        <dsp:cNvSpPr/>
      </dsp:nvSpPr>
      <dsp:spPr>
        <a:xfrm>
          <a:off x="59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Participación activa</a:t>
          </a:r>
        </a:p>
      </dsp:txBody>
      <dsp:txXfrm>
        <a:off x="59220" y="1784992"/>
        <a:ext cx="1800000" cy="720000"/>
      </dsp:txXfrm>
    </dsp:sp>
    <dsp:sp modelId="{27877E67-F5CD-499A-A601-34E1C322A0AE}">
      <dsp:nvSpPr>
        <dsp:cNvPr id="0" name=""/>
        <dsp:cNvSpPr/>
      </dsp:nvSpPr>
      <dsp:spPr>
        <a:xfrm>
          <a:off x="2669220" y="704909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8B876-9BBF-4A24-B557-68CCA0455390}">
      <dsp:nvSpPr>
        <dsp:cNvPr id="0" name=""/>
        <dsp:cNvSpPr/>
      </dsp:nvSpPr>
      <dsp:spPr>
        <a:xfrm>
          <a:off x="2174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Trabajo en equipo</a:t>
          </a:r>
        </a:p>
      </dsp:txBody>
      <dsp:txXfrm>
        <a:off x="2174220" y="1784992"/>
        <a:ext cx="1800000" cy="720000"/>
      </dsp:txXfrm>
    </dsp:sp>
    <dsp:sp modelId="{E55CC394-C3C8-41C9-B693-9886C5747280}">
      <dsp:nvSpPr>
        <dsp:cNvPr id="0" name=""/>
        <dsp:cNvSpPr/>
      </dsp:nvSpPr>
      <dsp:spPr>
        <a:xfrm>
          <a:off x="4784220" y="704909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57C12C-8CC7-4D78-BAEF-5BAF4A3B3207}">
      <dsp:nvSpPr>
        <dsp:cNvPr id="0" name=""/>
        <dsp:cNvSpPr/>
      </dsp:nvSpPr>
      <dsp:spPr>
        <a:xfrm>
          <a:off x="4289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Argumentación técnica</a:t>
          </a:r>
        </a:p>
      </dsp:txBody>
      <dsp:txXfrm>
        <a:off x="4289220" y="1784992"/>
        <a:ext cx="1800000" cy="720000"/>
      </dsp:txXfrm>
    </dsp:sp>
    <dsp:sp modelId="{4C6FE699-CD47-4B5A-A75A-1F99D02A7194}">
      <dsp:nvSpPr>
        <dsp:cNvPr id="0" name=""/>
        <dsp:cNvSpPr/>
      </dsp:nvSpPr>
      <dsp:spPr>
        <a:xfrm>
          <a:off x="6899220" y="704909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00EA1-29C0-4417-9435-51C0AB3BE80C}">
      <dsp:nvSpPr>
        <dsp:cNvPr id="0" name=""/>
        <dsp:cNvSpPr/>
      </dsp:nvSpPr>
      <dsp:spPr>
        <a:xfrm>
          <a:off x="6404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Responsabilidad</a:t>
          </a:r>
        </a:p>
      </dsp:txBody>
      <dsp:txXfrm>
        <a:off x="6404220" y="1784992"/>
        <a:ext cx="1800000" cy="720000"/>
      </dsp:txXfrm>
    </dsp:sp>
    <dsp:sp modelId="{05CE4F1A-5EEE-422D-912B-7138DF0764A7}">
      <dsp:nvSpPr>
        <dsp:cNvPr id="0" name=""/>
        <dsp:cNvSpPr/>
      </dsp:nvSpPr>
      <dsp:spPr>
        <a:xfrm>
          <a:off x="9014220" y="704909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76568-0F3A-4375-8698-B9443DA08C08}">
      <dsp:nvSpPr>
        <dsp:cNvPr id="0" name=""/>
        <dsp:cNvSpPr/>
      </dsp:nvSpPr>
      <dsp:spPr>
        <a:xfrm>
          <a:off x="8519220" y="178499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Aprendizaje continuo</a:t>
          </a:r>
        </a:p>
      </dsp:txBody>
      <dsp:txXfrm>
        <a:off x="8519220" y="1784992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EA17A-438F-4802-970F-FCCE0A306FF0}">
      <dsp:nvSpPr>
        <dsp:cNvPr id="0" name=""/>
        <dsp:cNvSpPr/>
      </dsp:nvSpPr>
      <dsp:spPr>
        <a:xfrm>
          <a:off x="0" y="0"/>
          <a:ext cx="8097012" cy="7832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Durante el semestre:</a:t>
          </a:r>
        </a:p>
      </dsp:txBody>
      <dsp:txXfrm>
        <a:off x="22940" y="22940"/>
        <a:ext cx="7160195" cy="737360"/>
      </dsp:txXfrm>
    </dsp:sp>
    <dsp:sp modelId="{252F976C-DA48-43C4-95DE-3C54C778E9E3}">
      <dsp:nvSpPr>
        <dsp:cNvPr id="0" name=""/>
        <dsp:cNvSpPr/>
      </dsp:nvSpPr>
      <dsp:spPr>
        <a:xfrm>
          <a:off x="604647" y="892024"/>
          <a:ext cx="8097012" cy="7832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Definirán un problema real</a:t>
          </a:r>
        </a:p>
      </dsp:txBody>
      <dsp:txXfrm>
        <a:off x="627587" y="914964"/>
        <a:ext cx="6937378" cy="737360"/>
      </dsp:txXfrm>
    </dsp:sp>
    <dsp:sp modelId="{B72220DE-868E-4731-8C66-F14DFD768888}">
      <dsp:nvSpPr>
        <dsp:cNvPr id="0" name=""/>
        <dsp:cNvSpPr/>
      </dsp:nvSpPr>
      <dsp:spPr>
        <a:xfrm>
          <a:off x="1209293" y="1784048"/>
          <a:ext cx="8097012" cy="7832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Diseñarán una solución</a:t>
          </a:r>
        </a:p>
      </dsp:txBody>
      <dsp:txXfrm>
        <a:off x="1232233" y="1806988"/>
        <a:ext cx="6937378" cy="737360"/>
      </dsp:txXfrm>
    </dsp:sp>
    <dsp:sp modelId="{88A66E1D-4D9E-4D4F-96CE-AAEB84768070}">
      <dsp:nvSpPr>
        <dsp:cNvPr id="0" name=""/>
        <dsp:cNvSpPr/>
      </dsp:nvSpPr>
      <dsp:spPr>
        <a:xfrm>
          <a:off x="1813940" y="2676072"/>
          <a:ext cx="8097012" cy="7832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Aplicarán Ingeniería de Software</a:t>
          </a:r>
        </a:p>
      </dsp:txBody>
      <dsp:txXfrm>
        <a:off x="1836880" y="2699012"/>
        <a:ext cx="6937378" cy="737360"/>
      </dsp:txXfrm>
    </dsp:sp>
    <dsp:sp modelId="{006CBCF0-17EC-4190-92AA-BF067456C94E}">
      <dsp:nvSpPr>
        <dsp:cNvPr id="0" name=""/>
        <dsp:cNvSpPr/>
      </dsp:nvSpPr>
      <dsp:spPr>
        <a:xfrm>
          <a:off x="2418587" y="3568097"/>
          <a:ext cx="8097012" cy="7832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Defenderán decisiones ante comité</a:t>
          </a:r>
        </a:p>
      </dsp:txBody>
      <dsp:txXfrm>
        <a:off x="2441527" y="3591037"/>
        <a:ext cx="6937378" cy="737360"/>
      </dsp:txXfrm>
    </dsp:sp>
    <dsp:sp modelId="{389780CF-2792-443D-B4A3-5AA76295C02A}">
      <dsp:nvSpPr>
        <dsp:cNvPr id="0" name=""/>
        <dsp:cNvSpPr/>
      </dsp:nvSpPr>
      <dsp:spPr>
        <a:xfrm>
          <a:off x="7587905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702454" y="572200"/>
        <a:ext cx="280008" cy="383102"/>
      </dsp:txXfrm>
    </dsp:sp>
    <dsp:sp modelId="{919DA795-143C-4460-8D96-AA83918A4AD5}">
      <dsp:nvSpPr>
        <dsp:cNvPr id="0" name=""/>
        <dsp:cNvSpPr/>
      </dsp:nvSpPr>
      <dsp:spPr>
        <a:xfrm>
          <a:off x="8192552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07101" y="1464225"/>
        <a:ext cx="280008" cy="383102"/>
      </dsp:txXfrm>
    </dsp:sp>
    <dsp:sp modelId="{64515B9A-5D7B-49B1-AE9A-48C3315C1463}">
      <dsp:nvSpPr>
        <dsp:cNvPr id="0" name=""/>
        <dsp:cNvSpPr/>
      </dsp:nvSpPr>
      <dsp:spPr>
        <a:xfrm>
          <a:off x="8797199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911748" y="2343195"/>
        <a:ext cx="280008" cy="383102"/>
      </dsp:txXfrm>
    </dsp:sp>
    <dsp:sp modelId="{34150CCC-BDB3-4759-81B5-3A1BD2D4CE36}">
      <dsp:nvSpPr>
        <dsp:cNvPr id="0" name=""/>
        <dsp:cNvSpPr/>
      </dsp:nvSpPr>
      <dsp:spPr>
        <a:xfrm>
          <a:off x="9401846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516395" y="3243922"/>
        <a:ext cx="280008" cy="383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DA667-5129-407B-A480-EB28C10A75C3}" type="datetimeFigureOut">
              <a:t>8/02/2026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68F36-2C83-4106-8681-CDBA8033EFDF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48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Aquí</a:t>
            </a:r>
            <a:r>
              <a:rPr lang="en-US" dirty="0"/>
              <a:t> no </a:t>
            </a:r>
            <a:r>
              <a:rPr lang="en-US" dirty="0" err="1"/>
              <a:t>vamos</a:t>
            </a:r>
            <a:r>
              <a:rPr lang="en-US" dirty="0"/>
              <a:t> a “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dirty="0" err="1"/>
              <a:t>temas</a:t>
            </a:r>
            <a:r>
              <a:rPr lang="en-US" dirty="0"/>
              <a:t>”, </a:t>
            </a:r>
            <a:r>
              <a:rPr lang="en-US" dirty="0" err="1"/>
              <a:t>vamos</a:t>
            </a:r>
            <a:r>
              <a:rPr lang="en-US" dirty="0"/>
              <a:t> a </a:t>
            </a:r>
            <a:r>
              <a:rPr lang="en-US" b="1" dirty="0" err="1"/>
              <a:t>construir</a:t>
            </a:r>
            <a:r>
              <a:rPr lang="en-US" b="1" dirty="0"/>
              <a:t> software con </a:t>
            </a:r>
            <a:r>
              <a:rPr lang="en-US" b="1" dirty="0" err="1"/>
              <a:t>criterio</a:t>
            </a:r>
            <a:r>
              <a:rPr lang="en-US" b="1" dirty="0"/>
              <a:t> </a:t>
            </a:r>
            <a:r>
              <a:rPr lang="en-US" b="1" dirty="0" err="1"/>
              <a:t>profesional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68F36-2C83-4106-8681-CDBA8033EFDF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1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fuera solo </a:t>
            </a:r>
            <a:r>
              <a:rPr lang="en-US" dirty="0" err="1"/>
              <a:t>programar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proyectos</a:t>
            </a:r>
            <a:r>
              <a:rPr lang="en-US" dirty="0"/>
              <a:t> no </a:t>
            </a:r>
            <a:r>
              <a:rPr lang="en-US" dirty="0" err="1"/>
              <a:t>fallarían</a:t>
            </a:r>
            <a:r>
              <a:rPr lang="en-US" dirty="0"/>
              <a:t> tanto.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68F36-2C83-4106-8681-CDBA8033EFDF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52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software </a:t>
            </a:r>
            <a:r>
              <a:rPr lang="en-US" dirty="0" err="1"/>
              <a:t>falla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b="1" dirty="0" err="1"/>
              <a:t>decisiones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68F36-2C83-4106-8681-CDBA8033EFDF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58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📌 No es un </a:t>
            </a:r>
            <a:r>
              <a:rPr lang="en-US" dirty="0" err="1"/>
              <a:t>trabajo</a:t>
            </a:r>
            <a:r>
              <a:rPr lang="en-US" dirty="0"/>
              <a:t> </a:t>
            </a:r>
            <a:r>
              <a:rPr lang="en-US" dirty="0" err="1"/>
              <a:t>académico</a:t>
            </a:r>
            <a:r>
              <a:rPr lang="en-US" dirty="0"/>
              <a:t> </a:t>
            </a:r>
            <a:r>
              <a:rPr lang="en-US" dirty="0" err="1"/>
              <a:t>aislado</a:t>
            </a:r>
            <a:br>
              <a:rPr lang="en-US" dirty="0">
                <a:cs typeface="+mn-lt"/>
              </a:rPr>
            </a:br>
            <a:r>
              <a:rPr lang="en-US" dirty="0"/>
              <a:t> 📌 Es un </a:t>
            </a:r>
            <a:r>
              <a:rPr lang="en-US" b="1" dirty="0" err="1"/>
              <a:t>producto</a:t>
            </a:r>
            <a:r>
              <a:rPr lang="en-US" b="1" dirty="0"/>
              <a:t> vivo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68F36-2C83-4106-8681-CDBA8033EFDF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35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siempre</a:t>
            </a:r>
            <a:r>
              <a:rPr lang="en-US" dirty="0"/>
              <a:t> es lineal,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b="1" dirty="0" err="1"/>
              <a:t>siempre</a:t>
            </a:r>
            <a:r>
              <a:rPr lang="en-US" b="1" dirty="0"/>
              <a:t> </a:t>
            </a:r>
            <a:r>
              <a:rPr lang="en-US" b="1" dirty="0" err="1"/>
              <a:t>existe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68F36-2C83-4106-8681-CDBA8033EFDF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23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proyecto</a:t>
            </a:r>
            <a:r>
              <a:rPr lang="en-US" dirty="0"/>
              <a:t> </a:t>
            </a:r>
            <a:r>
              <a:rPr lang="en-US" dirty="0" err="1"/>
              <a:t>integrador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“</a:t>
            </a:r>
            <a:r>
              <a:rPr lang="en-US" dirty="0" err="1"/>
              <a:t>producto</a:t>
            </a:r>
            <a:r>
              <a:rPr lang="en-US" dirty="0"/>
              <a:t>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68F36-2C83-4106-8681-CDBA8033EFDF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410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empresa real, nada crítico se </a:t>
            </a:r>
            <a:r>
              <a:rPr lang="en-US" dirty="0" err="1"/>
              <a:t>aprueba</a:t>
            </a:r>
            <a:r>
              <a:rPr lang="en-US" dirty="0"/>
              <a:t> sin </a:t>
            </a:r>
            <a:r>
              <a:rPr lang="en-US" dirty="0" err="1"/>
              <a:t>revisión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68F36-2C83-4106-8681-CDBA8033EFDF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6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les </a:t>
            </a:r>
            <a:r>
              <a:rPr lang="en-US" dirty="0" err="1"/>
              <a:t>voy</a:t>
            </a:r>
            <a:r>
              <a:rPr lang="en-US" dirty="0"/>
              <a:t> a </a:t>
            </a:r>
            <a:r>
              <a:rPr lang="en-US" dirty="0" err="1"/>
              <a:t>decir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, les </a:t>
            </a:r>
            <a:r>
              <a:rPr lang="en-US" dirty="0" err="1"/>
              <a:t>voy</a:t>
            </a:r>
            <a:r>
              <a:rPr lang="en-US" dirty="0"/>
              <a:t> a </a:t>
            </a:r>
            <a:r>
              <a:rPr lang="en-US" dirty="0" err="1"/>
              <a:t>preguntar</a:t>
            </a:r>
            <a:r>
              <a:rPr lang="en-US" dirty="0"/>
              <a:t>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qué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68F36-2C83-4106-8681-CDBA8033EFDF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84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</a:t>
            </a:r>
            <a:r>
              <a:rPr lang="en-US" dirty="0" err="1"/>
              <a:t>curso</a:t>
            </a:r>
            <a:r>
              <a:rPr lang="en-US" dirty="0"/>
              <a:t> se </a:t>
            </a:r>
            <a:r>
              <a:rPr lang="en-US" dirty="0" err="1"/>
              <a:t>aprueba</a:t>
            </a:r>
            <a:r>
              <a:rPr lang="en-US" dirty="0"/>
              <a:t> </a:t>
            </a:r>
            <a:r>
              <a:rPr lang="en-US" b="1" dirty="0" err="1"/>
              <a:t>pensando</a:t>
            </a:r>
            <a:r>
              <a:rPr lang="en-US" dirty="0"/>
              <a:t>, no </a:t>
            </a:r>
            <a:r>
              <a:rPr lang="en-US" dirty="0" err="1"/>
              <a:t>copiando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68F36-2C83-4106-8681-CDBA8033EFDF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8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08/02/2026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A03F41AC-F690-4E67-BC22-50049D14C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BBCA1-89BA-4CF6-9CE0-7E8BEB04C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1"/>
              </a:gs>
              <a:gs pos="100000">
                <a:schemeClr val="accent2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94261F-1ED3-4E90-88E6-134791440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716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pic>
        <p:nvPicPr>
          <p:cNvPr id="4" name="Picture 3" descr="una computadora portátil encima de una bandeja de madera">
            <a:extLst>
              <a:ext uri="{FF2B5EF4-FFF2-40B4-BE49-F238E27FC236}">
                <a16:creationId xmlns:a16="http://schemas.microsoft.com/office/drawing/2014/main" id="{D2AE3239-12F4-8ACB-DF55-6AC99730CF3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42" b="12300"/>
          <a:stretch>
            <a:fillRect/>
          </a:stretch>
        </p:blipFill>
        <p:spPr>
          <a:xfrm>
            <a:off x="6902452" y="6716"/>
            <a:ext cx="5289548" cy="6851284"/>
          </a:xfrm>
          <a:prstGeom prst="rect">
            <a:avLst/>
          </a:prstGeom>
          <a:effectLst>
            <a:softEdge rad="444500"/>
          </a:effec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78043" y="590062"/>
            <a:ext cx="5347266" cy="2838938"/>
          </a:xfrm>
        </p:spPr>
        <p:txBody>
          <a:bodyPr>
            <a:normAutofit/>
          </a:bodyPr>
          <a:lstStyle/>
          <a:p>
            <a:pPr algn="l"/>
            <a:r>
              <a:rPr lang="es-ES" sz="5600" dirty="0">
                <a:solidFill>
                  <a:srgbClr val="FFFFFF"/>
                </a:solidFill>
                <a:ea typeface="+mj-lt"/>
                <a:cs typeface="+mj-lt"/>
              </a:rPr>
              <a:t>Ingeniería de Software I</a:t>
            </a:r>
            <a:endParaRPr lang="en-US" sz="5600" dirty="0">
              <a:solidFill>
                <a:srgbClr val="FFFFFF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78043" y="3739764"/>
            <a:ext cx="5324405" cy="119812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l"/>
            <a:endParaRPr lang="es-ES" sz="1400">
              <a:solidFill>
                <a:srgbClr val="FFFFFF"/>
              </a:solidFill>
            </a:endParaRPr>
          </a:p>
          <a:p>
            <a:pPr algn="l"/>
            <a:r>
              <a:rPr lang="es-ES" dirty="0">
                <a:solidFill>
                  <a:srgbClr val="FFFFFF"/>
                </a:solidFill>
              </a:rPr>
              <a:t>Ingeniero </a:t>
            </a:r>
            <a:r>
              <a:rPr lang="es-ES" err="1">
                <a:solidFill>
                  <a:srgbClr val="FFFFFF"/>
                </a:solidFill>
              </a:rPr>
              <a:t>Luiferney</a:t>
            </a:r>
            <a:r>
              <a:rPr lang="es-ES" dirty="0">
                <a:solidFill>
                  <a:srgbClr val="FFFFFF"/>
                </a:solidFill>
              </a:rPr>
              <a:t> Ortiz Parra </a:t>
            </a:r>
          </a:p>
          <a:p>
            <a:pPr algn="l"/>
            <a:r>
              <a:rPr lang="es-ES" sz="1800" dirty="0">
                <a:solidFill>
                  <a:srgbClr val="FFFFFF"/>
                </a:solidFill>
                <a:ea typeface="+mn-lt"/>
                <a:cs typeface="+mn-lt"/>
              </a:rPr>
              <a:t>“Diseñar software no es solo programar, es tomar decisiones que impactan personas, negocios y sociedad.”</a:t>
            </a:r>
            <a:endParaRPr lang="es-ES" sz="1800" dirty="0">
              <a:solidFill>
                <a:srgbClr val="FFFFFF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B65D8A2-EC69-49A4-8897-4C4FE08B7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3696" y="1606411"/>
            <a:ext cx="465456" cy="581432"/>
            <a:chOff x="653696" y="1606411"/>
            <a:chExt cx="465456" cy="581432"/>
          </a:xfrm>
          <a:solidFill>
            <a:srgbClr val="FFFFFF"/>
          </a:solidFill>
        </p:grpSpPr>
        <p:sp>
          <p:nvSpPr>
            <p:cNvPr id="16" name="Graphic 13">
              <a:extLst>
                <a:ext uri="{FF2B5EF4-FFF2-40B4-BE49-F238E27FC236}">
                  <a16:creationId xmlns:a16="http://schemas.microsoft.com/office/drawing/2014/main" id="{C5CB530E-515E-412C-9DF1-5F8FFBD6F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9236" y="1606411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712D4376-A578-4FF1-94FC-245E7A6A4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014" y="1835705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AEA7509D-F04F-40CB-A0B3-EEF16499C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3696" y="2060130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505200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rchivo:Logo Universidad de Cundinamarca.png - Wikipedia, la ...">
            <a:extLst>
              <a:ext uri="{FF2B5EF4-FFF2-40B4-BE49-F238E27FC236}">
                <a16:creationId xmlns:a16="http://schemas.microsoft.com/office/drawing/2014/main" id="{19EEE6BC-3AD1-2EF5-E027-2A6CA34A6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1644" y="5469610"/>
            <a:ext cx="2357034" cy="150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73EF45-33D0-393E-3515-F974CC3D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Bienvenida y propósito del curso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8E80EE-6CFA-A7B4-0814-A4F8ED43E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252348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4" name="Picture 93" descr="Archivo:Logo Universidad de Cundinamarca.png - Wikipedia, la ...">
            <a:extLst>
              <a:ext uri="{FF2B5EF4-FFF2-40B4-BE49-F238E27FC236}">
                <a16:creationId xmlns:a16="http://schemas.microsoft.com/office/drawing/2014/main" id="{DE877436-877C-1E0B-A1AE-0C3D43D185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" y="-86641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73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90F4F-1991-436C-A4B1-984B056D5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>
                <a:ea typeface="+mj-lt"/>
                <a:cs typeface="+mj-lt"/>
              </a:rPr>
              <a:t>¿Qué NO es Ingeniería de Software?</a:t>
            </a: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19071-DC6D-7139-1673-F441CE3A2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Solo programar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Solo usar herramientas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Solo hacer diagramas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Solo seguir una metodología</a:t>
            </a:r>
            <a:endParaRPr lang="en-US" sz="2000"/>
          </a:p>
          <a:p>
            <a:endParaRPr lang="en-US" sz="2000"/>
          </a:p>
        </p:txBody>
      </p:sp>
      <p:pic>
        <p:nvPicPr>
          <p:cNvPr id="13" name="Picture 12" descr="Gráfico económico digital">
            <a:extLst>
              <a:ext uri="{FF2B5EF4-FFF2-40B4-BE49-F238E27FC236}">
                <a16:creationId xmlns:a16="http://schemas.microsoft.com/office/drawing/2014/main" id="{B1A2AC37-9BB4-B10A-FC71-4566538CCC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26" r="15717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pic>
        <p:nvPicPr>
          <p:cNvPr id="6" name="Picture 5" descr="Archivo:Logo Universidad de Cundinamarca.png - Wikipedia, la ...">
            <a:extLst>
              <a:ext uri="{FF2B5EF4-FFF2-40B4-BE49-F238E27FC236}">
                <a16:creationId xmlns:a16="http://schemas.microsoft.com/office/drawing/2014/main" id="{3A9ED602-A88F-4722-6F6B-3FC8E69DF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" y="5898234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5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B3BEE-53ED-18B5-76B5-170725F77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743361" cy="2052522"/>
          </a:xfrm>
        </p:spPr>
        <p:txBody>
          <a:bodyPr anchor="b">
            <a:normAutofit/>
          </a:bodyPr>
          <a:lstStyle/>
          <a:p>
            <a:r>
              <a:rPr lang="en-US" sz="4300">
                <a:ea typeface="+mj-lt"/>
                <a:cs typeface="+mj-lt"/>
              </a:rPr>
              <a:t>¿Qué ES Ingeniería de Software?</a:t>
            </a:r>
            <a:endParaRPr lang="en-US" sz="43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hombre en camisa granate de manga larga sosteniendo un libro">
            <a:extLst>
              <a:ext uri="{FF2B5EF4-FFF2-40B4-BE49-F238E27FC236}">
                <a16:creationId xmlns:a16="http://schemas.microsoft.com/office/drawing/2014/main" id="{153AE051-6087-AA13-D764-715D1F7C83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82" r="8867" b="-2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40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2316D-07B3-92DA-3730-D8E1DDDE7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760631"/>
            <a:ext cx="4195673" cy="312818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200" b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Pressman / SWEBOK:</a:t>
            </a:r>
            <a:endParaRPr lang="en-US" sz="1200">
              <a:solidFill>
                <a:schemeClr val="tx1">
                  <a:alpha val="80000"/>
                </a:schemeClr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 La Ingeniería de Software es una disciplina que aplica principios de ingeniería para el desarrollo, operación y mantenimiento de software de calidad, dentro de restricciones reales.</a:t>
            </a:r>
            <a:endParaRPr lang="en-US" sz="1200">
              <a:solidFill>
                <a:schemeClr val="tx1">
                  <a:alpha val="80000"/>
                </a:schemeClr>
              </a:solidFill>
            </a:endParaRPr>
          </a:p>
          <a:p>
            <a:pPr>
              <a:buNone/>
            </a:pPr>
            <a:r>
              <a:rPr lang="en-US" sz="1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Incluye:</a:t>
            </a:r>
            <a:endParaRPr lang="en-US" sz="12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1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Personas</a:t>
            </a:r>
            <a:endParaRPr lang="en-US" sz="12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1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Procesos</a:t>
            </a:r>
            <a:endParaRPr lang="en-US" sz="12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1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Tecnología</a:t>
            </a:r>
            <a:endParaRPr lang="en-US" sz="12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1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Negocio</a:t>
            </a:r>
            <a:endParaRPr lang="en-US" sz="1200">
              <a:solidFill>
                <a:schemeClr val="tx1">
                  <a:alpha val="8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n-US" sz="1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Contexto social</a:t>
            </a:r>
            <a:endParaRPr lang="en-US" sz="12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12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4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6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rchivo:Logo Universidad de Cundinamarca.png - Wikipedia, la ...">
            <a:extLst>
              <a:ext uri="{FF2B5EF4-FFF2-40B4-BE49-F238E27FC236}">
                <a16:creationId xmlns:a16="http://schemas.microsoft.com/office/drawing/2014/main" id="{23D0BAE7-BE37-0D1A-A669-65F399201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" y="5890297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02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C7E7E6-B1D1-931A-A726-50A566BD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¿Por qué existe la Ingeniería de Software?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D9CEE-383E-FF1D-C1C5-D29627468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La crisis del software</a:t>
            </a:r>
            <a:endParaRPr lang="en-US" sz="2000">
              <a:ea typeface="+mn-lt"/>
              <a:cs typeface="+mn-lt"/>
            </a:endParaRPr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Problemas históricos: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Proyectos fuera de tiempo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Costos no controlados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Software difícil de mantener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Sistemas que nadie usa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C48A14C4-5135-17F8-198C-6CBA86B8BB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38" r="42602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Archivo:Logo Universidad de Cundinamarca.png - Wikipedia, la ...">
            <a:extLst>
              <a:ext uri="{FF2B5EF4-FFF2-40B4-BE49-F238E27FC236}">
                <a16:creationId xmlns:a16="http://schemas.microsoft.com/office/drawing/2014/main" id="{197F3234-A9AC-10C7-B6CF-065667C52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9" y="5898234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62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0340A-1761-12B7-BB8C-F00BC3562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  <a:ea typeface="+mj-lt"/>
                <a:cs typeface="+mj-lt"/>
              </a:rPr>
              <a:t>El software como producto</a:t>
            </a:r>
            <a:endParaRPr lang="en-US" sz="3600">
              <a:solidFill>
                <a:srgbClr val="FFFFFF"/>
              </a:solidFill>
            </a:endParaRPr>
          </a:p>
        </p:txBody>
      </p:sp>
      <p:sp>
        <p:nvSpPr>
          <p:cNvPr id="7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C9D5E82-633D-EB4A-BD51-CF1C791483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5965750"/>
              </p:ext>
            </p:extLst>
          </p:nvPr>
        </p:nvGraphicFramePr>
        <p:xfrm>
          <a:off x="838200" y="2211233"/>
          <a:ext cx="10515600" cy="3965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1" name="Picture 40" descr="Archivo:Logo Universidad de Cundinamarca.png - Wikipedia, la ...">
            <a:extLst>
              <a:ext uri="{FF2B5EF4-FFF2-40B4-BE49-F238E27FC236}">
                <a16:creationId xmlns:a16="http://schemas.microsoft.com/office/drawing/2014/main" id="{68F9362A-5661-7235-23A7-FD3CFA9509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19" y="5898234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22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F93C2-3292-8213-1197-0115D53AD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Ciclo de vida del software (visión general)</a:t>
            </a: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3226BA-4CB3-6F17-0224-0EF2ECAF2E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09029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5" name="Picture 24" descr="Archivo:Logo Universidad de Cundinamarca.png - Wikipedia, la ...">
            <a:extLst>
              <a:ext uri="{FF2B5EF4-FFF2-40B4-BE49-F238E27FC236}">
                <a16:creationId xmlns:a16="http://schemas.microsoft.com/office/drawing/2014/main" id="{6D43E6CB-A8CA-404B-0C31-E2B0E2A62E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" y="5890297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652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89683-79A6-F5B5-3C29-5F516DAA8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355265" cy="1616203"/>
          </a:xfrm>
        </p:spPr>
        <p:txBody>
          <a:bodyPr anchor="b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Metodologías: una primera idea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0BD96-9FA0-6526-493A-57B2E8D1E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4355265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Metodologías tradicionales</a:t>
            </a:r>
            <a:endParaRPr lang="en-US" sz="1700"/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 Cascada</a:t>
            </a:r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 XP</a:t>
            </a:r>
          </a:p>
          <a:p>
            <a:r>
              <a:rPr lang="en-US" sz="1700">
                <a:ea typeface="+mn-lt"/>
                <a:cs typeface="+mn-lt"/>
              </a:rPr>
              <a:t>Metodologías ágiles</a:t>
            </a:r>
            <a:endParaRPr lang="en-US" sz="1700"/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 Scrum</a:t>
            </a:r>
          </a:p>
          <a:p>
            <a:pPr marL="0" indent="0">
              <a:buNone/>
            </a:pPr>
            <a:r>
              <a:rPr lang="en-US" sz="1700">
                <a:ea typeface="+mn-lt"/>
                <a:cs typeface="+mn-lt"/>
              </a:rPr>
              <a:t> Kanban</a:t>
            </a:r>
          </a:p>
          <a:p>
            <a:r>
              <a:rPr lang="en-US" sz="1700">
                <a:ea typeface="+mn-lt"/>
                <a:cs typeface="+mn-lt"/>
              </a:rPr>
              <a:t>Enfoques híbridos</a:t>
            </a:r>
            <a:endParaRPr lang="en-US" sz="1700"/>
          </a:p>
          <a:p>
            <a:pPr marL="0" indent="0">
              <a:buNone/>
            </a:pPr>
            <a:r>
              <a:rPr lang="en-US" sz="1700"/>
              <a:t> Kanban en Planificación Tradicional</a:t>
            </a:r>
          </a:p>
          <a:p>
            <a:pPr marL="0" indent="0">
              <a:buNone/>
            </a:pPr>
            <a:r>
              <a:rPr lang="en-US" sz="1700"/>
              <a:t> Agile-Waterfall</a:t>
            </a:r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4" name="Picture 3" descr="Un primer plano de una computadora portátil con código en la pantalla">
            <a:extLst>
              <a:ext uri="{FF2B5EF4-FFF2-40B4-BE49-F238E27FC236}">
                <a16:creationId xmlns:a16="http://schemas.microsoft.com/office/drawing/2014/main" id="{75533E04-17E7-D79D-EA81-7F04E0224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79" r="-2" b="19125"/>
          <a:stretch>
            <a:fillRect/>
          </a:stretch>
        </p:blipFill>
        <p:spPr>
          <a:xfrm>
            <a:off x="6096000" y="10"/>
            <a:ext cx="609599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69424" y="3028872"/>
            <a:ext cx="1559464" cy="6106313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57000">
                <a:schemeClr val="accent5">
                  <a:lumMod val="60000"/>
                  <a:lumOff val="40000"/>
                  <a:alpha val="0"/>
                </a:schemeClr>
              </a:gs>
            </a:gsLst>
            <a:lin ang="11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3A50E9-9119-7BC3-083B-2D84CCC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15441" y="-3760"/>
            <a:ext cx="2176557" cy="68579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096000" y="5502302"/>
            <a:ext cx="6106314" cy="135945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38000">
                <a:schemeClr val="accent5">
                  <a:lumMod val="60000"/>
                  <a:lumOff val="40000"/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26892" y="2939627"/>
            <a:ext cx="3162908" cy="39146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6" name="Picture 5" descr="Archivo:Logo Universidad de Cundinamarca.png - Wikipedia, la ...">
            <a:extLst>
              <a:ext uri="{FF2B5EF4-FFF2-40B4-BE49-F238E27FC236}">
                <a16:creationId xmlns:a16="http://schemas.microsoft.com/office/drawing/2014/main" id="{34E7775A-3BDC-768F-4463-E5A0EB0A2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" y="5906172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469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1B0B3C-F3C8-674A-9482-9174C7EC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El curso como una empresa de software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1" name="Content Placeholder 2">
            <a:extLst>
              <a:ext uri="{FF2B5EF4-FFF2-40B4-BE49-F238E27FC236}">
                <a16:creationId xmlns:a16="http://schemas.microsoft.com/office/drawing/2014/main" id="{4124E8ED-3BB2-9D98-9F90-25CDD80A22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24900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1" name="Picture 60" descr="Archivo:Logo Universidad de Cundinamarca.png - Wikipedia, la ...">
            <a:extLst>
              <a:ext uri="{FF2B5EF4-FFF2-40B4-BE49-F238E27FC236}">
                <a16:creationId xmlns:a16="http://schemas.microsoft.com/office/drawing/2014/main" id="{57D9C4BB-9E68-06CF-6E10-3822B6F132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3019" y="8609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470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3EF8-F6D2-2AFC-5D0D-C9221ED6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Roles </a:t>
            </a:r>
            <a:r>
              <a:rPr lang="en-US" dirty="0" err="1">
                <a:ea typeface="+mj-lt"/>
                <a:cs typeface="+mj-lt"/>
              </a:rPr>
              <a:t>dentro</a:t>
            </a:r>
            <a:r>
              <a:rPr lang="en-US" dirty="0">
                <a:ea typeface="+mj-lt"/>
                <a:cs typeface="+mj-lt"/>
              </a:rPr>
              <a:t> de la </a:t>
            </a:r>
            <a:r>
              <a:rPr lang="en-US" dirty="0" err="1">
                <a:ea typeface="+mj-lt"/>
                <a:cs typeface="+mj-lt"/>
              </a:rPr>
              <a:t>empresa</a:t>
            </a:r>
            <a:r>
              <a:rPr lang="en-US" dirty="0">
                <a:ea typeface="+mj-lt"/>
                <a:cs typeface="+mj-lt"/>
              </a:rPr>
              <a:t> (</a:t>
            </a:r>
            <a:r>
              <a:rPr lang="en-US" dirty="0" err="1">
                <a:ea typeface="+mj-lt"/>
                <a:cs typeface="+mj-lt"/>
              </a:rPr>
              <a:t>curso</a:t>
            </a:r>
            <a:r>
              <a:rPr lang="en-US" dirty="0">
                <a:ea typeface="+mj-lt"/>
                <a:cs typeface="+mj-lt"/>
              </a:rPr>
              <a:t>)</a:t>
            </a:r>
            <a:endParaRPr lang="en-US" dirty="0"/>
          </a:p>
        </p:txBody>
      </p:sp>
      <p:graphicFrame>
        <p:nvGraphicFramePr>
          <p:cNvPr id="43" name="Content Placeholder 2">
            <a:extLst>
              <a:ext uri="{FF2B5EF4-FFF2-40B4-BE49-F238E27FC236}">
                <a16:creationId xmlns:a16="http://schemas.microsoft.com/office/drawing/2014/main" id="{D923D290-A617-A31A-EE5F-B28E767A10A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2" name="Picture 51" descr="Archivo:Logo Universidad de Cundinamarca.png - Wikipedia, la ...">
            <a:extLst>
              <a:ext uri="{FF2B5EF4-FFF2-40B4-BE49-F238E27FC236}">
                <a16:creationId xmlns:a16="http://schemas.microsoft.com/office/drawing/2014/main" id="{286D6DB4-FB1B-B2B9-0DB6-DF4E4D863F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3019" y="-15203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0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80C361-472C-8C36-1257-5D1A3FC6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El Comité de Desarrollo y Arquitectura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5F2BD-A2D7-4DA5-4AF0-DD3E24835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¿Qué es el comité?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Espacio de revisión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Toma de decisiones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Aprobación de avances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Análisis de riesgos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Área vacía de la oficina">
            <a:extLst>
              <a:ext uri="{FF2B5EF4-FFF2-40B4-BE49-F238E27FC236}">
                <a16:creationId xmlns:a16="http://schemas.microsoft.com/office/drawing/2014/main" id="{F40324A2-A2D2-CB16-FFEC-F02FCE7A0B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702" r="12537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Archivo:Logo Universidad de Cundinamarca.png - Wikipedia, la ...">
            <a:extLst>
              <a:ext uri="{FF2B5EF4-FFF2-40B4-BE49-F238E27FC236}">
                <a16:creationId xmlns:a16="http://schemas.microsoft.com/office/drawing/2014/main" id="{13DBF8E1-3A57-3DCD-EA82-6E61E9C25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" y="5822088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6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41957-AF6F-2C4C-F607-34AAC39E0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>
                <a:ea typeface="+mj-lt"/>
                <a:cs typeface="+mj-lt"/>
              </a:rPr>
              <a:t>Rol del docente</a:t>
            </a:r>
            <a:endParaRPr lang="en-US" sz="8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A43C1A-67A9-32DE-5568-D6FBFBA22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013445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Archivo:Logo Universidad de Cundinamarca.png - Wikipedia, la ...">
            <a:extLst>
              <a:ext uri="{FF2B5EF4-FFF2-40B4-BE49-F238E27FC236}">
                <a16:creationId xmlns:a16="http://schemas.microsoft.com/office/drawing/2014/main" id="{D037BC5E-ED07-B3DA-6089-8EA5DFC2E2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" y="5914109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984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1B4BD2-974F-29C9-8FEA-EA115B66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¿Qué se espera del estudiante?</a:t>
            </a:r>
            <a:endParaRPr lang="en-US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62C28A-087E-B29A-BF7E-7378EB85CD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867302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4" name="Picture 23" descr="Archivo:Logo Universidad de Cundinamarca.png - Wikipedia, la ...">
            <a:extLst>
              <a:ext uri="{FF2B5EF4-FFF2-40B4-BE49-F238E27FC236}">
                <a16:creationId xmlns:a16="http://schemas.microsoft.com/office/drawing/2014/main" id="{EAC1EBAE-708D-CD76-B23B-4C90432485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1269" y="-70766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44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092281A-0B2A-2A81-8B7B-2AAA5B894D6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9085" b="2338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F4DD40-FB5D-6054-4B2E-305B72941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Proyecto </a:t>
            </a:r>
            <a:r>
              <a:rPr lang="en-US" dirty="0" err="1"/>
              <a:t>Integrador</a:t>
            </a:r>
            <a:r>
              <a:rPr lang="en-US" dirty="0"/>
              <a:t> (</a:t>
            </a:r>
            <a:r>
              <a:rPr lang="en-US" dirty="0" err="1"/>
              <a:t>visión</a:t>
            </a:r>
            <a:r>
              <a:rPr lang="en-US" dirty="0"/>
              <a:t> general)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1A9F5A-7936-262C-FAAC-A04550F1A3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82293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" name="Picture 29" descr="Archivo:Logo Universidad de Cundinamarca.png - Wikipedia, la ...">
            <a:extLst>
              <a:ext uri="{FF2B5EF4-FFF2-40B4-BE49-F238E27FC236}">
                <a16:creationId xmlns:a16="http://schemas.microsoft.com/office/drawing/2014/main" id="{171B22F0-14FB-C0FD-EA09-3C191725F4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1405" y="-86641"/>
            <a:ext cx="1618847" cy="103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0066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Office PowerPoint</Application>
  <PresentationFormat>Panorámica</PresentationFormat>
  <Paragraphs>109</Paragraphs>
  <Slides>14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Tema de Office</vt:lpstr>
      <vt:lpstr>Ingeniería de Software I</vt:lpstr>
      <vt:lpstr>Bienvenida y propósito del curso</vt:lpstr>
      <vt:lpstr>¿Qué NO es Ingeniería de Software?</vt:lpstr>
      <vt:lpstr>¿Qué ES Ingeniería de Software?</vt:lpstr>
      <vt:lpstr>¿Por qué existe la Ingeniería de Software?</vt:lpstr>
      <vt:lpstr>El software como producto</vt:lpstr>
      <vt:lpstr>Ciclo de vida del software (visión general)</vt:lpstr>
      <vt:lpstr>Metodologías: una primera idea</vt:lpstr>
      <vt:lpstr>El curso como una empresa de software</vt:lpstr>
      <vt:lpstr>Roles dentro de la empresa (curso)</vt:lpstr>
      <vt:lpstr>El Comité de Desarrollo y Arquitectura</vt:lpstr>
      <vt:lpstr>Rol del docente</vt:lpstr>
      <vt:lpstr>¿Qué se espera del estudiante?</vt:lpstr>
      <vt:lpstr>Proyecto Integrador (visión general)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Software I</dc:title>
  <dc:creator/>
  <cp:lastModifiedBy>Luiferney Ortiz Parra</cp:lastModifiedBy>
  <cp:revision>155</cp:revision>
  <dcterms:created xsi:type="dcterms:W3CDTF">2026-02-04T00:18:14Z</dcterms:created>
  <dcterms:modified xsi:type="dcterms:W3CDTF">2026-02-09T03:32:54Z</dcterms:modified>
</cp:coreProperties>
</file>